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65" autoAdjust="0"/>
    <p:restoredTop sz="96360" autoAdjust="0"/>
  </p:normalViewPr>
  <p:slideViewPr>
    <p:cSldViewPr snapToGrid="0">
      <p:cViewPr varScale="1">
        <p:scale>
          <a:sx n="109" d="100"/>
          <a:sy n="109" d="100"/>
        </p:scale>
        <p:origin x="450" y="7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2026/3/23</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a:t>SpringBoot</a:t>
            </a:r>
            <a:r>
              <a:rPr lang="zh-CN" altLang="en-US" sz="1400" dirty="0"/>
              <a:t>、</a:t>
            </a:r>
            <a:r>
              <a:rPr lang="en-US" altLang="zh-CN" sz="1400" dirty="0"/>
              <a:t>Mybatis</a:t>
            </a:r>
            <a:r>
              <a:rPr lang="zh-CN" altLang="en-US" sz="1400" dirty="0"/>
              <a:t>有深刻理解。熟练使用</a:t>
            </a:r>
            <a:r>
              <a:rPr lang="en-US" altLang="zh-CN" sz="1400" dirty="0"/>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err="1">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5" y="827907"/>
            <a:ext cx="8452712" cy="5447645"/>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模块是指提供文本交互方式来管理和操作系统。一个良好的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）对部门的工作模式相关提议</a:t>
            </a:r>
            <a:endParaRPr lang="en-US" altLang="zh-CN" sz="1400"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1267</TotalTime>
  <Words>4412</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431</cp:revision>
  <cp:lastPrinted>2018-04-12T16:00:00Z</cp:lastPrinted>
  <dcterms:created xsi:type="dcterms:W3CDTF">2018-04-12T16:00:00Z</dcterms:created>
  <dcterms:modified xsi:type="dcterms:W3CDTF">2026-03-23T08:09:31Z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