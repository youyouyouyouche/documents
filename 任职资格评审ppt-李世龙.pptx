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ags/tag2.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3.xml" ContentType="application/vnd.ms-office.chartstyle+xml"/>
  <Override PartName="/ppt/charts/colors3.xml" ContentType="application/vnd.ms-office.chartcolorstyle+xml"/>
  <Override PartName="/ppt/charts/chart7.xml" ContentType="application/vnd.openxmlformats-officedocument.drawingml.chart+xml"/>
  <Override PartName="/ppt/charts/style4.xml" ContentType="application/vnd.ms-office.chartstyle+xml"/>
  <Override PartName="/ppt/charts/colors4.xml" ContentType="application/vnd.ms-office.chartcolorstyle+xml"/>
  <Override PartName="/ppt/charts/chart8.xml" ContentType="application/vnd.openxmlformats-officedocument.drawingml.chart+xml"/>
  <Override PartName="/ppt/charts/style5.xml" ContentType="application/vnd.ms-office.chartstyle+xml"/>
  <Override PartName="/ppt/charts/colors5.xml" ContentType="application/vnd.ms-office.chartcolorstyle+xml"/>
  <Override PartName="/ppt/charts/chart9.xml" ContentType="application/vnd.openxmlformats-officedocument.drawingml.chart+xml"/>
  <Override PartName="/ppt/charts/style6.xml" ContentType="application/vnd.ms-office.chartstyle+xml"/>
  <Override PartName="/ppt/charts/colors6.xml" ContentType="application/vnd.ms-office.chartcolorstyle+xml"/>
  <Override PartName="/ppt/charts/chart10.xml" ContentType="application/vnd.openxmlformats-officedocument.drawingml.chart+xml"/>
  <Override PartName="/ppt/charts/style7.xml" ContentType="application/vnd.ms-office.chartstyle+xml"/>
  <Override PartName="/ppt/charts/colors7.xml" ContentType="application/vnd.ms-office.chartcolorstyl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charts/chart11.xml" ContentType="application/vnd.openxmlformats-officedocument.drawingml.chart+xml"/>
  <Override PartName="/ppt/charts/style8.xml" ContentType="application/vnd.ms-office.chartstyle+xml"/>
  <Override PartName="/ppt/charts/colors8.xml" ContentType="application/vnd.ms-office.chartcolorstyle+xml"/>
  <Override PartName="/ppt/charts/chart12.xml" ContentType="application/vnd.openxmlformats-officedocument.drawingml.chart+xml"/>
  <Override PartName="/ppt/charts/style9.xml" ContentType="application/vnd.ms-office.chartstyle+xml"/>
  <Override PartName="/ppt/charts/colors9.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20.xml" ContentType="application/vnd.openxmlformats-officedocument.drawingml.chart+xml"/>
  <Override PartName="/ppt/charts/style14.xml" ContentType="application/vnd.ms-office.chartstyle+xml"/>
  <Override PartName="/ppt/charts/colors14.xml" ContentType="application/vnd.ms-office.chartcolorstyl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3.xml" ContentType="application/vnd.openxmlformats-officedocument.theme+xml"/>
  <Override PartName="/ppt/tags/tag4.xml" ContentType="application/vnd.openxmlformats-officedocument.presentationml.tags+xml"/>
  <Override PartName="/ppt/charts/chart21.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2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27.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28.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9.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30.xml" ContentType="application/vnd.openxmlformats-officedocument.drawingml.chart+xml"/>
  <Override PartName="/ppt/charts/style21.xml" ContentType="application/vnd.ms-office.chartstyle+xml"/>
  <Override PartName="/ppt/charts/colors21.xml" ContentType="application/vnd.ms-office.chartcolorstyle+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theme/theme4.xml" ContentType="application/vnd.openxmlformats-officedocument.theme+xml"/>
  <Override PartName="/ppt/tags/tag5.xml" ContentType="application/vnd.openxmlformats-officedocument.presentationml.tags+xml"/>
  <Override PartName="/ppt/charts/chart31.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32.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37.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38.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39.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40.xml" ContentType="application/vnd.openxmlformats-officedocument.drawingml.chart+xml"/>
  <Override PartName="/ppt/charts/style28.xml" ContentType="application/vnd.ms-office.chartstyle+xml"/>
  <Override PartName="/ppt/charts/colors28.xml" ContentType="application/vnd.ms-office.chartcolorstyle+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theme/theme5.xml" ContentType="application/vnd.openxmlformats-officedocument.theme+xml"/>
  <Override PartName="/ppt/tags/tag6.xml" ContentType="application/vnd.openxmlformats-officedocument.presentationml.tags+xml"/>
  <Override PartName="/ppt/charts/chart41.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42.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47.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48.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49.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50.xml" ContentType="application/vnd.openxmlformats-officedocument.drawingml.chart+xml"/>
  <Override PartName="/ppt/charts/style35.xml" ContentType="application/vnd.ms-office.chartstyle+xml"/>
  <Override PartName="/ppt/charts/colors35.xml" ContentType="application/vnd.ms-office.chartcolorstyle+xml"/>
  <Override PartName="/ppt/theme/theme6.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78" r:id="rId2"/>
    <p:sldMasterId id="2147483708" r:id="rId3"/>
    <p:sldMasterId id="2147483738" r:id="rId4"/>
    <p:sldMasterId id="2147483768" r:id="rId5"/>
  </p:sldMasterIdLst>
  <p:notesMasterIdLst>
    <p:notesMasterId r:id="rId17"/>
  </p:notesMasterIdLst>
  <p:sldIdLst>
    <p:sldId id="352" r:id="rId6"/>
    <p:sldId id="284" r:id="rId7"/>
    <p:sldId id="397" r:id="rId8"/>
    <p:sldId id="385" r:id="rId9"/>
    <p:sldId id="386" r:id="rId10"/>
    <p:sldId id="394" r:id="rId11"/>
    <p:sldId id="395" r:id="rId12"/>
    <p:sldId id="396" r:id="rId13"/>
    <p:sldId id="387" r:id="rId14"/>
    <p:sldId id="393" r:id="rId15"/>
    <p:sldId id="346" r:id="rId16"/>
  </p:sldIdLst>
  <p:sldSz cx="12192000" cy="6858000"/>
  <p:notesSz cx="6858000" cy="9144000"/>
  <p:custDataLst>
    <p:tags r:id="rId18"/>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A58"/>
    <a:srgbClr val="383736"/>
    <a:srgbClr val="FF6600"/>
    <a:srgbClr val="97AED1"/>
    <a:srgbClr val="124796"/>
    <a:srgbClr val="5C7FB7"/>
    <a:srgbClr val="FFA753"/>
    <a:srgbClr val="F3F6F5"/>
    <a:srgbClr val="4FBAFF"/>
    <a:srgbClr val="8FD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65" autoAdjust="0"/>
    <p:restoredTop sz="95406" autoAdjust="0"/>
  </p:normalViewPr>
  <p:slideViewPr>
    <p:cSldViewPr snapToGrid="0">
      <p:cViewPr varScale="1">
        <p:scale>
          <a:sx n="108" d="100"/>
          <a:sy n="108" d="100"/>
        </p:scale>
        <p:origin x="492" y="10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75" d="100"/>
        <a:sy n="75"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tags" Target="tags/tag1.xml"/><Relationship Id="rId3" Type="http://schemas.openxmlformats.org/officeDocument/2006/relationships/slideMaster" Target="slideMasters/slideMaster3.xml"/><Relationship Id="rId21" Type="http://schemas.openxmlformats.org/officeDocument/2006/relationships/theme" Target="theme/theme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5.xml"/><Relationship Id="rId15" Type="http://schemas.openxmlformats.org/officeDocument/2006/relationships/slide" Target="slides/slide10.xml"/><Relationship Id="rId10" Type="http://schemas.openxmlformats.org/officeDocument/2006/relationships/slide" Target="slides/slide5.xml"/><Relationship Id="rId19"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1" Type="http://schemas.openxmlformats.org/officeDocument/2006/relationships/oleObject" Target="../embeddings/oleObject1.bin"/></Relationships>
</file>

<file path=ppt/charts/_rels/chart4.xml.rels><?xml version="1.0" encoding="UTF-8" standalone="yes"?>
<Relationships xmlns="http://schemas.openxmlformats.org/package/2006/relationships"><Relationship Id="rId1" Type="http://schemas.openxmlformats.org/officeDocument/2006/relationships/oleObject" Target="../embeddings/oleObject2.bin"/></Relationships>
</file>

<file path=ppt/charts/_rels/chart5.xml.rels><?xml version="1.0" encoding="UTF-8" standalone="yes"?>
<Relationships xmlns="http://schemas.openxmlformats.org/package/2006/relationships"><Relationship Id="rId1" Type="http://schemas.openxmlformats.org/officeDocument/2006/relationships/oleObject" Target="../embeddings/oleObject3.bin"/></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3.xml.rels><?xml version="1.0" encoding="UTF-8" standalone="yes"?>
<Relationships xmlns="http://schemas.openxmlformats.org/package/2006/relationships"><Relationship Id="rId1" Type="http://schemas.openxmlformats.org/officeDocument/2006/relationships/oleObject" Target="../embeddings/oleObject4.bin"/></Relationships>
</file>

<file path=ppt/charts/_rels/chart14.xml.rels><?xml version="1.0" encoding="UTF-8" standalone="yes"?>
<Relationships xmlns="http://schemas.openxmlformats.org/package/2006/relationships"><Relationship Id="rId1" Type="http://schemas.openxmlformats.org/officeDocument/2006/relationships/oleObject" Target="../embeddings/oleObject5.bin"/></Relationships>
</file>

<file path=ppt/charts/_rels/chart15.xml.rels><?xml version="1.0" encoding="UTF-8" standalone="yes"?>
<Relationships xmlns="http://schemas.openxmlformats.org/package/2006/relationships"><Relationship Id="rId1" Type="http://schemas.openxmlformats.org/officeDocument/2006/relationships/oleObject" Target="../embeddings/oleObject6.bin"/></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21.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23.xml.rels><?xml version="1.0" encoding="UTF-8" standalone="yes"?>
<Relationships xmlns="http://schemas.openxmlformats.org/package/2006/relationships"><Relationship Id="rId1" Type="http://schemas.openxmlformats.org/officeDocument/2006/relationships/oleObject" Target="../embeddings/oleObject7.bin"/></Relationships>
</file>

<file path=ppt/charts/_rels/chart24.xml.rels><?xml version="1.0" encoding="UTF-8" standalone="yes"?>
<Relationships xmlns="http://schemas.openxmlformats.org/package/2006/relationships"><Relationship Id="rId1" Type="http://schemas.openxmlformats.org/officeDocument/2006/relationships/oleObject" Target="../embeddings/oleObject8.bin"/></Relationships>
</file>

<file path=ppt/charts/_rels/chart25.xml.rels><?xml version="1.0" encoding="UTF-8" standalone="yes"?>
<Relationships xmlns="http://schemas.openxmlformats.org/package/2006/relationships"><Relationship Id="rId1" Type="http://schemas.openxmlformats.org/officeDocument/2006/relationships/oleObject" Target="../embeddings/oleObject9.bin"/></Relationships>
</file>

<file path=ppt/charts/_rels/chart26.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27.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28.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_rels/chart29.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20.xml"/><Relationship Id="rId1" Type="http://schemas.microsoft.com/office/2011/relationships/chartStyle" Target="style20.xml"/></Relationships>
</file>

<file path=ppt/charts/_rels/chart30.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21.xml"/><Relationship Id="rId1" Type="http://schemas.microsoft.com/office/2011/relationships/chartStyle" Target="style21.xml"/></Relationships>
</file>

<file path=ppt/charts/_rels/chart31.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22.xml"/><Relationship Id="rId1" Type="http://schemas.microsoft.com/office/2011/relationships/chartStyle" Target="style22.xml"/></Relationships>
</file>

<file path=ppt/charts/_rels/chart32.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23.xml"/><Relationship Id="rId1" Type="http://schemas.microsoft.com/office/2011/relationships/chartStyle" Target="style23.xml"/></Relationships>
</file>

<file path=ppt/charts/_rels/chart33.xml.rels><?xml version="1.0" encoding="UTF-8" standalone="yes"?>
<Relationships xmlns="http://schemas.openxmlformats.org/package/2006/relationships"><Relationship Id="rId1" Type="http://schemas.openxmlformats.org/officeDocument/2006/relationships/oleObject" Target="../embeddings/oleObject10.bin"/></Relationships>
</file>

<file path=ppt/charts/_rels/chart34.xml.rels><?xml version="1.0" encoding="UTF-8" standalone="yes"?>
<Relationships xmlns="http://schemas.openxmlformats.org/package/2006/relationships"><Relationship Id="rId1" Type="http://schemas.openxmlformats.org/officeDocument/2006/relationships/oleObject" Target="../embeddings/oleObject11.bin"/></Relationships>
</file>

<file path=ppt/charts/_rels/chart35.xml.rels><?xml version="1.0" encoding="UTF-8" standalone="yes"?>
<Relationships xmlns="http://schemas.openxmlformats.org/package/2006/relationships"><Relationship Id="rId1" Type="http://schemas.openxmlformats.org/officeDocument/2006/relationships/oleObject" Target="../embeddings/oleObject12.bin"/></Relationships>
</file>

<file path=ppt/charts/_rels/chart36.xml.rels><?xml version="1.0" encoding="UTF-8" standalone="yes"?>
<Relationships xmlns="http://schemas.openxmlformats.org/package/2006/relationships"><Relationship Id="rId3" Type="http://schemas.openxmlformats.org/officeDocument/2006/relationships/package" Target="../embeddings/Microsoft_Excel_Worksheet23.xlsx"/><Relationship Id="rId2" Type="http://schemas.microsoft.com/office/2011/relationships/chartColorStyle" Target="colors24.xml"/><Relationship Id="rId1" Type="http://schemas.microsoft.com/office/2011/relationships/chartStyle" Target="style24.xml"/></Relationships>
</file>

<file path=ppt/charts/_rels/chart37.xml.rels><?xml version="1.0" encoding="UTF-8" standalone="yes"?>
<Relationships xmlns="http://schemas.openxmlformats.org/package/2006/relationships"><Relationship Id="rId3" Type="http://schemas.openxmlformats.org/officeDocument/2006/relationships/package" Target="../embeddings/Microsoft_Excel_Worksheet24.xlsx"/><Relationship Id="rId2" Type="http://schemas.microsoft.com/office/2011/relationships/chartColorStyle" Target="colors25.xml"/><Relationship Id="rId1" Type="http://schemas.microsoft.com/office/2011/relationships/chartStyle" Target="style25.xml"/></Relationships>
</file>

<file path=ppt/charts/_rels/chart38.xml.rels><?xml version="1.0" encoding="UTF-8" standalone="yes"?>
<Relationships xmlns="http://schemas.openxmlformats.org/package/2006/relationships"><Relationship Id="rId3" Type="http://schemas.openxmlformats.org/officeDocument/2006/relationships/package" Target="../embeddings/Microsoft_Excel_Worksheet25.xlsx"/><Relationship Id="rId2" Type="http://schemas.microsoft.com/office/2011/relationships/chartColorStyle" Target="colors26.xml"/><Relationship Id="rId1" Type="http://schemas.microsoft.com/office/2011/relationships/chartStyle" Target="style26.xml"/></Relationships>
</file>

<file path=ppt/charts/_rels/chart39.xml.rels><?xml version="1.0" encoding="UTF-8" standalone="yes"?>
<Relationships xmlns="http://schemas.openxmlformats.org/package/2006/relationships"><Relationship Id="rId3" Type="http://schemas.openxmlformats.org/officeDocument/2006/relationships/package" Target="../embeddings/Microsoft_Excel_Worksheet26.xlsx"/><Relationship Id="rId2" Type="http://schemas.microsoft.com/office/2011/relationships/chartColorStyle" Target="colors27.xml"/><Relationship Id="rId1" Type="http://schemas.microsoft.com/office/2011/relationships/chartStyle" Target="style27.xml"/></Relationships>
</file>

<file path=ppt/charts/_rels/chart40.xml.rels><?xml version="1.0" encoding="UTF-8" standalone="yes"?>
<Relationships xmlns="http://schemas.openxmlformats.org/package/2006/relationships"><Relationship Id="rId3" Type="http://schemas.openxmlformats.org/officeDocument/2006/relationships/package" Target="../embeddings/Microsoft_Excel_Worksheet27.xlsx"/><Relationship Id="rId2" Type="http://schemas.microsoft.com/office/2011/relationships/chartColorStyle" Target="colors28.xml"/><Relationship Id="rId1" Type="http://schemas.microsoft.com/office/2011/relationships/chartStyle" Target="style28.xml"/></Relationships>
</file>

<file path=ppt/charts/_rels/chart41.xml.rels><?xml version="1.0" encoding="UTF-8" standalone="yes"?>
<Relationships xmlns="http://schemas.openxmlformats.org/package/2006/relationships"><Relationship Id="rId3" Type="http://schemas.openxmlformats.org/officeDocument/2006/relationships/package" Target="../embeddings/Microsoft_Excel_Worksheet28.xlsx"/><Relationship Id="rId2" Type="http://schemas.microsoft.com/office/2011/relationships/chartColorStyle" Target="colors29.xml"/><Relationship Id="rId1" Type="http://schemas.microsoft.com/office/2011/relationships/chartStyle" Target="style29.xml"/></Relationships>
</file>

<file path=ppt/charts/_rels/chart42.xml.rels><?xml version="1.0" encoding="UTF-8" standalone="yes"?>
<Relationships xmlns="http://schemas.openxmlformats.org/package/2006/relationships"><Relationship Id="rId3" Type="http://schemas.openxmlformats.org/officeDocument/2006/relationships/package" Target="../embeddings/Microsoft_Excel_Worksheet29.xlsx"/><Relationship Id="rId2" Type="http://schemas.microsoft.com/office/2011/relationships/chartColorStyle" Target="colors30.xml"/><Relationship Id="rId1" Type="http://schemas.microsoft.com/office/2011/relationships/chartStyle" Target="style30.xml"/></Relationships>
</file>

<file path=ppt/charts/_rels/chart43.xml.rels><?xml version="1.0" encoding="UTF-8" standalone="yes"?>
<Relationships xmlns="http://schemas.openxmlformats.org/package/2006/relationships"><Relationship Id="rId1" Type="http://schemas.openxmlformats.org/officeDocument/2006/relationships/oleObject" Target="../embeddings/oleObject13.bin"/></Relationships>
</file>

<file path=ppt/charts/_rels/chart44.xml.rels><?xml version="1.0" encoding="UTF-8" standalone="yes"?>
<Relationships xmlns="http://schemas.openxmlformats.org/package/2006/relationships"><Relationship Id="rId1" Type="http://schemas.openxmlformats.org/officeDocument/2006/relationships/oleObject" Target="../embeddings/oleObject14.bin"/></Relationships>
</file>

<file path=ppt/charts/_rels/chart45.xml.rels><?xml version="1.0" encoding="UTF-8" standalone="yes"?>
<Relationships xmlns="http://schemas.openxmlformats.org/package/2006/relationships"><Relationship Id="rId1" Type="http://schemas.openxmlformats.org/officeDocument/2006/relationships/oleObject" Target="../embeddings/oleObject15.bin"/></Relationships>
</file>

<file path=ppt/charts/_rels/chart46.xml.rels><?xml version="1.0" encoding="UTF-8" standalone="yes"?>
<Relationships xmlns="http://schemas.openxmlformats.org/package/2006/relationships"><Relationship Id="rId3" Type="http://schemas.openxmlformats.org/officeDocument/2006/relationships/package" Target="../embeddings/Microsoft_Excel_Worksheet30.xlsx"/><Relationship Id="rId2" Type="http://schemas.microsoft.com/office/2011/relationships/chartColorStyle" Target="colors31.xml"/><Relationship Id="rId1" Type="http://schemas.microsoft.com/office/2011/relationships/chartStyle" Target="style31.xml"/></Relationships>
</file>

<file path=ppt/charts/_rels/chart47.xml.rels><?xml version="1.0" encoding="UTF-8" standalone="yes"?>
<Relationships xmlns="http://schemas.openxmlformats.org/package/2006/relationships"><Relationship Id="rId3" Type="http://schemas.openxmlformats.org/officeDocument/2006/relationships/package" Target="../embeddings/Microsoft_Excel_Worksheet31.xlsx"/><Relationship Id="rId2" Type="http://schemas.microsoft.com/office/2011/relationships/chartColorStyle" Target="colors32.xml"/><Relationship Id="rId1" Type="http://schemas.microsoft.com/office/2011/relationships/chartStyle" Target="style32.xml"/></Relationships>
</file>

<file path=ppt/charts/_rels/chart48.xml.rels><?xml version="1.0" encoding="UTF-8" standalone="yes"?>
<Relationships xmlns="http://schemas.openxmlformats.org/package/2006/relationships"><Relationship Id="rId3" Type="http://schemas.openxmlformats.org/officeDocument/2006/relationships/package" Target="../embeddings/Microsoft_Excel_Worksheet32.xlsx"/><Relationship Id="rId2" Type="http://schemas.microsoft.com/office/2011/relationships/chartColorStyle" Target="colors33.xml"/><Relationship Id="rId1" Type="http://schemas.microsoft.com/office/2011/relationships/chartStyle" Target="style33.xml"/></Relationships>
</file>

<file path=ppt/charts/_rels/chart49.xml.rels><?xml version="1.0" encoding="UTF-8" standalone="yes"?>
<Relationships xmlns="http://schemas.openxmlformats.org/package/2006/relationships"><Relationship Id="rId3" Type="http://schemas.openxmlformats.org/officeDocument/2006/relationships/package" Target="../embeddings/Microsoft_Excel_Worksheet33.xlsx"/><Relationship Id="rId2" Type="http://schemas.microsoft.com/office/2011/relationships/chartColorStyle" Target="colors34.xml"/><Relationship Id="rId1" Type="http://schemas.microsoft.com/office/2011/relationships/chartStyle" Target="style34.xml"/></Relationships>
</file>

<file path=ppt/charts/_rels/chart50.xml.rels><?xml version="1.0" encoding="UTF-8" standalone="yes"?>
<Relationships xmlns="http://schemas.openxmlformats.org/package/2006/relationships"><Relationship Id="rId3" Type="http://schemas.openxmlformats.org/officeDocument/2006/relationships/package" Target="../embeddings/Microsoft_Excel_Worksheet34.xlsx"/><Relationship Id="rId2" Type="http://schemas.microsoft.com/office/2011/relationships/chartColorStyle" Target="colors35.xml"/><Relationship Id="rId1" Type="http://schemas.microsoft.com/office/2011/relationships/chartStyle" Target="style3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D4B1-499D-9473-C5784141F829}"/>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4B1-499D-9473-C5784141F829}"/>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4B1-499D-9473-C5784141F829}"/>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D4B1-499D-9473-C5784141F829}"/>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4B1-499D-9473-C5784141F829}"/>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4B1-499D-9473-C5784141F829}"/>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4B1-499D-9473-C5784141F829}"/>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D4B1-499D-9473-C5784141F829}"/>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D4B1-499D-9473-C5784141F829}"/>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4B1-499D-9473-C5784141F829}"/>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4B1-499D-9473-C5784141F829}"/>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D4B1-499D-9473-C5784141F829}"/>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66B-4EFE-B06A-0C7DED66DBEB}"/>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66B-4EFE-B06A-0C7DED66DBEB}"/>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66B-4EFE-B06A-0C7DED66DBEB}"/>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766B-4EFE-B06A-0C7DED66DBEB}"/>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66B-4EFE-B06A-0C7DED66DBEB}"/>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66B-4EFE-B06A-0C7DED66DBEB}"/>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66B-4EFE-B06A-0C7DED66DBEB}"/>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766B-4EFE-B06A-0C7DED66DBEB}"/>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85F-4D00-97D7-F62718522D0F}"/>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85F-4D00-97D7-F62718522D0F}"/>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CE0-4715-89C1-5B08B32E22F6}"/>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CE0-4715-89C1-5B08B32E22F6}"/>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E1BD-4B07-BFCF-A33138F33E54}"/>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E1BD-4B07-BFCF-A33138F33E54}"/>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F8E1-4D2A-844A-157B3DA7774B}"/>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F8E1-4D2A-844A-157B3DA7774B}"/>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F8E1-4D2A-844A-157B3DA7774B}"/>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EBE1-4150-B1C4-5665F8D3D82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EBE1-4150-B1C4-5665F8D3D82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EBE1-4150-B1C4-5665F8D3D82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D4D-4894-8AB0-AE24335BFFD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D4D-4894-8AB0-AE24335BFFD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D4D-4894-8AB0-AE24335BFFD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23C-4C41-AF64-1B0B7229AD15}"/>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23C-4C41-AF64-1B0B7229AD15}"/>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B23C-4C41-AF64-1B0B7229AD15}"/>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B4B-41E7-B8AD-3A2FD2DA0E0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B4B-41E7-B8AD-3A2FD2DA0E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B4B-41E7-B8AD-3A2FD2DA0E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3901-44AB-B299-99A34917A6BE}"/>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901-44AB-B299-99A34917A6BE}"/>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901-44AB-B299-99A34917A6BE}"/>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3901-44AB-B299-99A34917A6BE}"/>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901-44AB-B299-99A34917A6BE}"/>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901-44AB-B299-99A34917A6BE}"/>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901-44AB-B299-99A34917A6BE}"/>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3901-44AB-B299-99A34917A6BE}"/>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3901-44AB-B299-99A34917A6BE}"/>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3901-44AB-B299-99A34917A6BE}"/>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3901-44AB-B299-99A34917A6BE}"/>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3901-44AB-B299-99A34917A6BE}"/>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189-4C58-937A-51A26F8EDF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189-4C58-937A-51A26F8EDF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189-4C58-937A-51A26F8EDF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D189-4C58-937A-51A26F8EDF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189-4C58-937A-51A26F8EDF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189-4C58-937A-51A26F8EDF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189-4C58-937A-51A26F8EDF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D189-4C58-937A-51A26F8EDF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D3D-4AB1-B5C0-6EBBD6CA0AA1}"/>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D3D-4AB1-B5C0-6EBBD6CA0AA1}"/>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857C-442C-ABE3-ABE2604963B3}"/>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857C-442C-ABE3-ABE2604963B3}"/>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0E87-4A1B-8ABC-A464208288D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0E87-4A1B-8ABC-A464208288D1}"/>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1D7-44B4-9DCB-0B7E107C0B4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1D7-44B4-9DCB-0B7E107C0B4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1D7-44B4-9DCB-0B7E107C0B4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C94-4E8A-A791-96331BFBB57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C94-4E8A-A791-96331BFBB57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C94-4E8A-A791-96331BFBB57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73E-47C6-8713-AA2917F8C70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73E-47C6-8713-AA2917F8C70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73E-47C6-8713-AA2917F8C70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53B-4B74-A015-D9C252FBE869}"/>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53B-4B74-A015-D9C252FBE869}"/>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553B-4B74-A015-D9C252FBE869}"/>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B28-4405-A84D-A4C19C5F4FC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B28-4405-A84D-A4C19C5F4FC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B28-4405-A84D-A4C19C5F4FC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77D0-4D9A-8A30-023D80856C50}"/>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D0-4D9A-8A30-023D80856C50}"/>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7D0-4D9A-8A30-023D80856C50}"/>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77D0-4D9A-8A30-023D80856C50}"/>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D0-4D9A-8A30-023D80856C50}"/>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7D0-4D9A-8A30-023D80856C50}"/>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D0-4D9A-8A30-023D80856C50}"/>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77D0-4D9A-8A30-023D80856C50}"/>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77D0-4D9A-8A30-023D80856C50}"/>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7D0-4D9A-8A30-023D80856C50}"/>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77D0-4D9A-8A30-023D80856C50}"/>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77D0-4D9A-8A30-023D80856C50}"/>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7C-4315-90C2-F83E4C6D72D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D7C-4315-90C2-F83E4C6D72D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D7C-4315-90C2-F83E4C6D72D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D7C-4315-90C2-F83E4C6D72D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D7C-4315-90C2-F83E4C6D72D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D7C-4315-90C2-F83E4C6D72D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D7C-4315-90C2-F83E4C6D72D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D7C-4315-90C2-F83E4C6D72D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FE6E-461B-8530-F4B1D7810510}"/>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FE6E-461B-8530-F4B1D7810510}"/>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B623-4046-8268-C44EB36BE93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B623-4046-8268-C44EB36BE931}"/>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AE98-436E-A6C7-337E9F9A6F3B}"/>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AE98-436E-A6C7-337E9F9A6F3B}"/>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3623-4C62-A7D8-F230F68DD73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3623-4C62-A7D8-F230F68DD73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3623-4C62-A7D8-F230F68DD73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904-4C4E-B800-9E56A9FC9B54}"/>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904-4C4E-B800-9E56A9FC9B54}"/>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904-4C4E-B800-9E56A9FC9B54}"/>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43E-4DC9-8CC5-210A0942E52D}"/>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43E-4DC9-8CC5-210A0942E52D}"/>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43E-4DC9-8CC5-210A0942E52D}"/>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929E-49CE-9221-1C6EF04F03E2}"/>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929E-49CE-9221-1C6EF04F03E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29E-49CE-9221-1C6EF04F03E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2FB-4AB6-A3A5-6B5EDEB36482}"/>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2FB-4AB6-A3A5-6B5EDEB3648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82FB-4AB6-A3A5-6B5EDEB3648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4A03-4D5C-AD36-1CAF6A2098C1}"/>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A03-4D5C-AD36-1CAF6A2098C1}"/>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4A03-4D5C-AD36-1CAF6A2098C1}"/>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4A03-4D5C-AD36-1CAF6A2098C1}"/>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4A03-4D5C-AD36-1CAF6A2098C1}"/>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A03-4D5C-AD36-1CAF6A2098C1}"/>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A03-4D5C-AD36-1CAF6A2098C1}"/>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4A03-4D5C-AD36-1CAF6A2098C1}"/>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A03-4D5C-AD36-1CAF6A2098C1}"/>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A03-4D5C-AD36-1CAF6A2098C1}"/>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A03-4D5C-AD36-1CAF6A2098C1}"/>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4A03-4D5C-AD36-1CAF6A2098C1}"/>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E9C-47AA-82E7-50E1D95AA973}"/>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E9C-47AA-82E7-50E1D95AA973}"/>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EE9C-47AA-82E7-50E1D95AA973}"/>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EE9C-47AA-82E7-50E1D95AA973}"/>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E9C-47AA-82E7-50E1D95AA973}"/>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EE9C-47AA-82E7-50E1D95AA973}"/>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EE9C-47AA-82E7-50E1D95AA973}"/>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EE9C-47AA-82E7-50E1D95AA973}"/>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A00-4F55-998A-232D7957F6D4}"/>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A00-4F55-998A-232D7957F6D4}"/>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1E7-4108-A3C9-C6702E5B963F}"/>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1E7-4108-A3C9-C6702E5B963F}"/>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C92F-4DC5-803F-22C22EB9B1F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C92F-4DC5-803F-22C22EB9B1F2}"/>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263-4EED-9ACF-11C7F554FFB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263-4EED-9ACF-11C7F554FFB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263-4EED-9ACF-11C7F554FFB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422-4C2C-A4A8-E6DAC27056D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422-4C2C-A4A8-E6DAC27056D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422-4C2C-A4A8-E6DAC27056D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5F3-43EF-8A3C-196D2DE6D6B9}"/>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5F3-43EF-8A3C-196D2DE6D6B9}"/>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5F3-43EF-8A3C-196D2DE6D6B9}"/>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BE3-4C4F-8848-85A46697FC07}"/>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BE3-4C4F-8848-85A46697FC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BE3-4C4F-8848-85A46697FC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09C-45F6-83BB-9DA921BBA94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09C-45F6-83BB-9DA921BBA94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09C-45F6-83BB-9DA921BBA94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1721-405C-9E8E-64029A62059C}"/>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721-405C-9E8E-64029A62059C}"/>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1721-405C-9E8E-64029A62059C}"/>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1721-405C-9E8E-64029A62059C}"/>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721-405C-9E8E-64029A62059C}"/>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1721-405C-9E8E-64029A62059C}"/>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721-405C-9E8E-64029A62059C}"/>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1721-405C-9E8E-64029A62059C}"/>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1721-405C-9E8E-64029A62059C}"/>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1721-405C-9E8E-64029A62059C}"/>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721-405C-9E8E-64029A62059C}"/>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1721-405C-9E8E-64029A62059C}"/>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C66-4CC6-A7AA-71CBCED608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C66-4CC6-A7AA-71CBCED608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C66-4CC6-A7AA-71CBCED608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C66-4CC6-A7AA-71CBCED608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C66-4CC6-A7AA-71CBCED608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C66-4CC6-A7AA-71CBCED608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C66-4CC6-A7AA-71CBCED608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C66-4CC6-A7AA-71CBCED608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E647-45CB-9E2C-A2C396DB0B19}"/>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E647-45CB-9E2C-A2C396DB0B19}"/>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D0F8-4C75-94BF-A9E4EA85097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D0F8-4C75-94BF-A9E4EA850972}"/>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5544-4B6A-A889-3034504492BA}"/>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5544-4B6A-A889-3034504492BA}"/>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1A56-4045-B7C0-0406A6D2CDA7}"/>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1A56-4045-B7C0-0406A6D2CDA7}"/>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1A56-4045-B7C0-0406A6D2CDA7}"/>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4D22-4611-9B54-FE1F53220561}"/>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4D22-4611-9B54-FE1F53220561}"/>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D22-4611-9B54-FE1F53220561}"/>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B46-4860-898B-31C759875D3E}"/>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B46-4860-898B-31C759875D3E}"/>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B46-4860-898B-31C759875D3E}"/>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EFA-4549-80DA-059ED84C391E}"/>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EFA-4549-80DA-059ED84C391E}"/>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EFA-4549-80DA-059ED84C391E}"/>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558-4179-AFC5-874636C9BF6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558-4179-AFC5-874636C9BF6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558-4179-AFC5-874636C9BF6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6D8963-CFCD-4740-AF60-049850373CDF}" type="datetimeFigureOut">
              <a:rPr lang="zh-CN" altLang="en-US" smtClean="0"/>
              <a:t>2026/3/10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E6FDB6-6D2B-46C1-9FA1-D82906A37C3A}"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Master" Target="../slideMasters/slideMaster1.xml"/><Relationship Id="rId4" Type="http://schemas.openxmlformats.org/officeDocument/2006/relationships/chart" Target="../charts/chart5.xml"/></Relationships>
</file>

<file path=ppt/slideLayouts/_rels/slideLayout2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chart" Target="../charts/chart13.xml"/><Relationship Id="rId1" Type="http://schemas.openxmlformats.org/officeDocument/2006/relationships/slideMaster" Target="../slideMasters/slideMaster2.xml"/><Relationship Id="rId4" Type="http://schemas.openxmlformats.org/officeDocument/2006/relationships/chart" Target="../charts/chart15.xml"/></Relationships>
</file>

<file path=ppt/slideLayouts/_rels/slideLayout53.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chart" Target="../charts/chart23.xml"/><Relationship Id="rId1" Type="http://schemas.openxmlformats.org/officeDocument/2006/relationships/slideMaster" Target="../slideMasters/slideMaster3.xml"/><Relationship Id="rId4" Type="http://schemas.openxmlformats.org/officeDocument/2006/relationships/chart" Target="../charts/chart25.xml"/></Relationships>
</file>

<file path=ppt/slideLayouts/_rels/slideLayout82.xml.rels><?xml version="1.0" encoding="UTF-8" standalone="yes"?>
<Relationships xmlns="http://schemas.openxmlformats.org/package/2006/relationships"><Relationship Id="rId2" Type="http://schemas.openxmlformats.org/officeDocument/2006/relationships/chart" Target="../charts/chart26.xml"/><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3" Type="http://schemas.openxmlformats.org/officeDocument/2006/relationships/chart" Target="../charts/chart28.xml"/><Relationship Id="rId2" Type="http://schemas.openxmlformats.org/officeDocument/2006/relationships/chart" Target="../charts/chart27.xml"/><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5.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9.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3" Type="http://schemas.openxmlformats.org/officeDocument/2006/relationships/chart" Target="../charts/chart34.xml"/><Relationship Id="rId2" Type="http://schemas.openxmlformats.org/officeDocument/2006/relationships/chart" Target="../charts/chart33.xml"/><Relationship Id="rId1" Type="http://schemas.openxmlformats.org/officeDocument/2006/relationships/slideMaster" Target="../slideMasters/slideMaster4.xml"/><Relationship Id="rId4" Type="http://schemas.openxmlformats.org/officeDocument/2006/relationships/chart" Target="../charts/chart35.xml"/></Relationships>
</file>

<file path=ppt/slideLayouts/_rels/slideLayout111.xml.rels><?xml version="1.0" encoding="UTF-8" standalone="yes"?>
<Relationships xmlns="http://schemas.openxmlformats.org/package/2006/relationships"><Relationship Id="rId2" Type="http://schemas.openxmlformats.org/officeDocument/2006/relationships/chart" Target="../charts/chart36.xml"/><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3" Type="http://schemas.openxmlformats.org/officeDocument/2006/relationships/chart" Target="../charts/chart38.xml"/><Relationship Id="rId2" Type="http://schemas.openxmlformats.org/officeDocument/2006/relationships/chart" Target="../charts/chart37.xml"/><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5.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2.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6.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7.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3" Type="http://schemas.openxmlformats.org/officeDocument/2006/relationships/chart" Target="../charts/chart44.xml"/><Relationship Id="rId2" Type="http://schemas.openxmlformats.org/officeDocument/2006/relationships/chart" Target="../charts/chart43.xml"/><Relationship Id="rId1" Type="http://schemas.openxmlformats.org/officeDocument/2006/relationships/slideMaster" Target="../slideMasters/slideMaster5.xml"/><Relationship Id="rId4" Type="http://schemas.openxmlformats.org/officeDocument/2006/relationships/chart" Target="../charts/chart45.xml"/></Relationships>
</file>

<file path=ppt/slideLayouts/_rels/slideLayout139.xml.rels><?xml version="1.0" encoding="UTF-8" standalone="yes"?>
<Relationships xmlns="http://schemas.openxmlformats.org/package/2006/relationships"><Relationship Id="rId2" Type="http://schemas.openxmlformats.org/officeDocument/2006/relationships/chart" Target="../charts/chart46.xml"/><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3" Type="http://schemas.openxmlformats.org/officeDocument/2006/relationships/chart" Target="../charts/chart48.xml"/><Relationship Id="rId2" Type="http://schemas.openxmlformats.org/officeDocument/2006/relationships/chart" Target="../charts/chart47.xml"/><Relationship Id="rId1" Type="http://schemas.openxmlformats.org/officeDocument/2006/relationships/slideMaster" Target="../slideMasters/slideMaster5.xml"/></Relationships>
</file>

<file path=ppt/slideLayouts/_rels/slideLayout141.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Master" Target="../slideMasters/slideMaster5.xml"/></Relationships>
</file>

<file path=ppt/slideLayouts/_rels/slideLayout1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5.xml"/><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5">
                                            <p:graphicEl>
                                              <a:chart seriesIdx="-3" categoryIdx="-3" bldStep="gridLegend"/>
                                            </p:graphicEl>
                                          </p:spTgt>
                                        </p:tgtEl>
                                        <p:attrNameLst>
                                          <p:attrName>style.visibility</p:attrName>
                                        </p:attrNameLst>
                                      </p:cBhvr>
                                      <p:to>
                                        <p:strVal val="visible"/>
                                      </p:to>
                                    </p:set>
                                    <p:animEffect transition="in" filter="wipe(down)">
                                      <p:cBhvr>
                                        <p:cTn id="7" dur="500"/>
                                        <p:tgtEl>
                                          <p:spTgt spid="5">
                                            <p:graphicEl>
                                              <a:chart seriesIdx="-3" categoryIdx="-3" bldStep="gridLegend"/>
                                            </p:graphicEl>
                                          </p:spTgt>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5">
                                            <p:graphicEl>
                                              <a:chart seriesIdx="-4" categoryIdx="0" bldStep="category"/>
                                            </p:graphicEl>
                                          </p:spTgt>
                                        </p:tgtEl>
                                        <p:attrNameLst>
                                          <p:attrName>style.visibility</p:attrName>
                                        </p:attrNameLst>
                                      </p:cBhvr>
                                      <p:to>
                                        <p:strVal val="visible"/>
                                      </p:to>
                                    </p:set>
                                    <p:animEffect transition="in" filter="wipe(down)">
                                      <p:cBhvr>
                                        <p:cTn id="11" dur="500"/>
                                        <p:tgtEl>
                                          <p:spTgt spid="5">
                                            <p:graphicEl>
                                              <a:chart seriesIdx="-4" categoryIdx="0" bldStep="category"/>
                                            </p:graphicEl>
                                          </p:spTgt>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5">
                                            <p:graphicEl>
                                              <a:chart seriesIdx="-4" categoryIdx="1" bldStep="category"/>
                                            </p:graphicEl>
                                          </p:spTgt>
                                        </p:tgtEl>
                                        <p:attrNameLst>
                                          <p:attrName>style.visibility</p:attrName>
                                        </p:attrNameLst>
                                      </p:cBhvr>
                                      <p:to>
                                        <p:strVal val="visible"/>
                                      </p:to>
                                    </p:set>
                                    <p:animEffect transition="in" filter="wipe(down)">
                                      <p:cBhvr>
                                        <p:cTn id="15" dur="500"/>
                                        <p:tgtEl>
                                          <p:spTgt spid="5">
                                            <p:graphicEl>
                                              <a:chart seriesIdx="-4" categoryIdx="1" bldStep="category"/>
                                            </p:graphicEl>
                                          </p:spTgt>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5">
                                            <p:graphicEl>
                                              <a:chart seriesIdx="-4" categoryIdx="2" bldStep="category"/>
                                            </p:graphicEl>
                                          </p:spTgt>
                                        </p:tgtEl>
                                        <p:attrNameLst>
                                          <p:attrName>style.visibility</p:attrName>
                                        </p:attrNameLst>
                                      </p:cBhvr>
                                      <p:to>
                                        <p:strVal val="visible"/>
                                      </p:to>
                                    </p:set>
                                    <p:animEffect transition="in" filter="wipe(down)">
                                      <p:cBhvr>
                                        <p:cTn id="19" dur="500"/>
                                        <p:tgtEl>
                                          <p:spTgt spid="5">
                                            <p:graphicEl>
                                              <a:chart seriesIdx="-4" categoryIdx="2" bldStep="category"/>
                                            </p:graphicEl>
                                          </p:spTgt>
                                        </p:tgtEl>
                                      </p:cBhvr>
                                    </p:animEffect>
                                  </p:childTnLst>
                                </p:cTn>
                              </p:par>
                            </p:childTnLst>
                          </p:cTn>
                        </p:par>
                        <p:par>
                          <p:cTn id="20" fill="hold">
                            <p:stCondLst>
                              <p:cond delay="2000"/>
                            </p:stCondLst>
                            <p:childTnLst>
                              <p:par>
                                <p:cTn id="21" presetID="22" presetClass="entr" presetSubtype="4" fill="hold" grpId="0" nodeType="afterEffect">
                                  <p:stCondLst>
                                    <p:cond delay="0"/>
                                  </p:stCondLst>
                                  <p:childTnLst>
                                    <p:set>
                                      <p:cBhvr>
                                        <p:cTn id="22" dur="1" fill="hold">
                                          <p:stCondLst>
                                            <p:cond delay="0"/>
                                          </p:stCondLst>
                                        </p:cTn>
                                        <p:tgtEl>
                                          <p:spTgt spid="5">
                                            <p:graphicEl>
                                              <a:chart seriesIdx="-4" categoryIdx="3" bldStep="category"/>
                                            </p:graphicEl>
                                          </p:spTgt>
                                        </p:tgtEl>
                                        <p:attrNameLst>
                                          <p:attrName>style.visibility</p:attrName>
                                        </p:attrNameLst>
                                      </p:cBhvr>
                                      <p:to>
                                        <p:strVal val="visible"/>
                                      </p:to>
                                    </p:set>
                                    <p:animEffect transition="in" filter="wipe(down)">
                                      <p:cBhvr>
                                        <p:cTn id="23" dur="500"/>
                                        <p:tgtEl>
                                          <p:spTgt spid="5">
                                            <p:graphicEl>
                                              <a:chart seriesIdx="-4" categoryIdx="3" bldStep="category"/>
                                            </p:graphicEl>
                                          </p:spTgt>
                                        </p:tgtEl>
                                      </p:cBhvr>
                                    </p:animEffect>
                                  </p:childTnLst>
                                </p:cTn>
                              </p:par>
                            </p:childTnLst>
                          </p:cTn>
                        </p:par>
                        <p:par>
                          <p:cTn id="24" fill="hold">
                            <p:stCondLst>
                              <p:cond delay="2500"/>
                            </p:stCondLst>
                            <p:childTnLst>
                              <p:par>
                                <p:cTn id="25" presetID="22" presetClass="entr" presetSubtype="4" fill="hold" grpId="0" nodeType="afterEffect">
                                  <p:stCondLst>
                                    <p:cond delay="0"/>
                                  </p:stCondLst>
                                  <p:childTnLst>
                                    <p:set>
                                      <p:cBhvr>
                                        <p:cTn id="26" dur="1" fill="hold">
                                          <p:stCondLst>
                                            <p:cond delay="0"/>
                                          </p:stCondLst>
                                        </p:cTn>
                                        <p:tgtEl>
                                          <p:spTgt spid="7">
                                            <p:graphicEl>
                                              <a:chart seriesIdx="-3" categoryIdx="-3" bldStep="gridLegend"/>
                                            </p:graphicEl>
                                          </p:spTgt>
                                        </p:tgtEl>
                                        <p:attrNameLst>
                                          <p:attrName>style.visibility</p:attrName>
                                        </p:attrNameLst>
                                      </p:cBhvr>
                                      <p:to>
                                        <p:strVal val="visible"/>
                                      </p:to>
                                    </p:set>
                                    <p:animEffect transition="in" filter="wipe(down)">
                                      <p:cBhvr>
                                        <p:cTn id="27" dur="500"/>
                                        <p:tgtEl>
                                          <p:spTgt spid="7">
                                            <p:graphicEl>
                                              <a:chart seriesIdx="-3" categoryIdx="-3" bldStep="gridLegend"/>
                                            </p:graphicEl>
                                          </p:spTgt>
                                        </p:tgtEl>
                                      </p:cBhvr>
                                    </p:animEffect>
                                  </p:childTnLst>
                                </p:cTn>
                              </p:par>
                            </p:childTnLst>
                          </p:cTn>
                        </p:par>
                        <p:par>
                          <p:cTn id="28" fill="hold">
                            <p:stCondLst>
                              <p:cond delay="3000"/>
                            </p:stCondLst>
                            <p:childTnLst>
                              <p:par>
                                <p:cTn id="29" presetID="22" presetClass="entr" presetSubtype="4" fill="hold" grpId="0" nodeType="afterEffect">
                                  <p:stCondLst>
                                    <p:cond delay="0"/>
                                  </p:stCondLst>
                                  <p:childTnLst>
                                    <p:set>
                                      <p:cBhvr>
                                        <p:cTn id="30" dur="1" fill="hold">
                                          <p:stCondLst>
                                            <p:cond delay="0"/>
                                          </p:stCondLst>
                                        </p:cTn>
                                        <p:tgtEl>
                                          <p:spTgt spid="7">
                                            <p:graphicEl>
                                              <a:chart seriesIdx="-4" categoryIdx="0" bldStep="category"/>
                                            </p:graphicEl>
                                          </p:spTgt>
                                        </p:tgtEl>
                                        <p:attrNameLst>
                                          <p:attrName>style.visibility</p:attrName>
                                        </p:attrNameLst>
                                      </p:cBhvr>
                                      <p:to>
                                        <p:strVal val="visible"/>
                                      </p:to>
                                    </p:set>
                                    <p:animEffect transition="in" filter="wipe(down)">
                                      <p:cBhvr>
                                        <p:cTn id="31" dur="500"/>
                                        <p:tgtEl>
                                          <p:spTgt spid="7">
                                            <p:graphicEl>
                                              <a:chart seriesIdx="-4" categoryIdx="0" bldStep="category"/>
                                            </p:graphicEl>
                                          </p:spTgt>
                                        </p:tgtEl>
                                      </p:cBhvr>
                                    </p:animEffect>
                                  </p:childTnLst>
                                </p:cTn>
                              </p:par>
                            </p:childTnLst>
                          </p:cTn>
                        </p:par>
                        <p:par>
                          <p:cTn id="32" fill="hold">
                            <p:stCondLst>
                              <p:cond delay="3500"/>
                            </p:stCondLst>
                            <p:childTnLst>
                              <p:par>
                                <p:cTn id="33" presetID="22" presetClass="entr" presetSubtype="4" fill="hold" grpId="0" nodeType="afterEffect">
                                  <p:stCondLst>
                                    <p:cond delay="0"/>
                                  </p:stCondLst>
                                  <p:childTnLst>
                                    <p:set>
                                      <p:cBhvr>
                                        <p:cTn id="34" dur="1" fill="hold">
                                          <p:stCondLst>
                                            <p:cond delay="0"/>
                                          </p:stCondLst>
                                        </p:cTn>
                                        <p:tgtEl>
                                          <p:spTgt spid="7">
                                            <p:graphicEl>
                                              <a:chart seriesIdx="-4" categoryIdx="1" bldStep="category"/>
                                            </p:graphicEl>
                                          </p:spTgt>
                                        </p:tgtEl>
                                        <p:attrNameLst>
                                          <p:attrName>style.visibility</p:attrName>
                                        </p:attrNameLst>
                                      </p:cBhvr>
                                      <p:to>
                                        <p:strVal val="visible"/>
                                      </p:to>
                                    </p:set>
                                    <p:animEffect transition="in" filter="wipe(down)">
                                      <p:cBhvr>
                                        <p:cTn id="35" dur="500"/>
                                        <p:tgtEl>
                                          <p:spTgt spid="7">
                                            <p:graphicEl>
                                              <a:chart seriesIdx="-4" categoryIdx="1" bldStep="category"/>
                                            </p:graphicEl>
                                          </p:spTgt>
                                        </p:tgtEl>
                                      </p:cBhvr>
                                    </p:animEffect>
                                  </p:childTnLst>
                                </p:cTn>
                              </p:par>
                            </p:childTnLst>
                          </p:cTn>
                        </p:par>
                        <p:par>
                          <p:cTn id="36" fill="hold">
                            <p:stCondLst>
                              <p:cond delay="4000"/>
                            </p:stCondLst>
                            <p:childTnLst>
                              <p:par>
                                <p:cTn id="37" presetID="22" presetClass="entr" presetSubtype="4" fill="hold" grpId="0" nodeType="afterEffect">
                                  <p:stCondLst>
                                    <p:cond delay="0"/>
                                  </p:stCondLst>
                                  <p:childTnLst>
                                    <p:set>
                                      <p:cBhvr>
                                        <p:cTn id="38" dur="1" fill="hold">
                                          <p:stCondLst>
                                            <p:cond delay="0"/>
                                          </p:stCondLst>
                                        </p:cTn>
                                        <p:tgtEl>
                                          <p:spTgt spid="7">
                                            <p:graphicEl>
                                              <a:chart seriesIdx="-4" categoryIdx="2" bldStep="category"/>
                                            </p:graphicEl>
                                          </p:spTgt>
                                        </p:tgtEl>
                                        <p:attrNameLst>
                                          <p:attrName>style.visibility</p:attrName>
                                        </p:attrNameLst>
                                      </p:cBhvr>
                                      <p:to>
                                        <p:strVal val="visible"/>
                                      </p:to>
                                    </p:set>
                                    <p:animEffect transition="in" filter="wipe(down)">
                                      <p:cBhvr>
                                        <p:cTn id="39" dur="500"/>
                                        <p:tgtEl>
                                          <p:spTgt spid="7">
                                            <p:graphicEl>
                                              <a:chart seriesIdx="-4" categoryIdx="2" bldStep="category"/>
                                            </p:graphicEl>
                                          </p:spTgt>
                                        </p:tgtEl>
                                      </p:cBhvr>
                                    </p:animEffect>
                                  </p:childTnLst>
                                </p:cTn>
                              </p:par>
                            </p:childTnLst>
                          </p:cTn>
                        </p:par>
                        <p:par>
                          <p:cTn id="40" fill="hold">
                            <p:stCondLst>
                              <p:cond delay="4500"/>
                            </p:stCondLst>
                            <p:childTnLst>
                              <p:par>
                                <p:cTn id="41" presetID="22" presetClass="entr" presetSubtype="4" fill="hold" grpId="0" nodeType="afterEffect">
                                  <p:stCondLst>
                                    <p:cond delay="0"/>
                                  </p:stCondLst>
                                  <p:childTnLst>
                                    <p:set>
                                      <p:cBhvr>
                                        <p:cTn id="42" dur="1" fill="hold">
                                          <p:stCondLst>
                                            <p:cond delay="0"/>
                                          </p:stCondLst>
                                        </p:cTn>
                                        <p:tgtEl>
                                          <p:spTgt spid="7">
                                            <p:graphicEl>
                                              <a:chart seriesIdx="-4" categoryIdx="3" bldStep="category"/>
                                            </p:graphicEl>
                                          </p:spTgt>
                                        </p:tgtEl>
                                        <p:attrNameLst>
                                          <p:attrName>style.visibility</p:attrName>
                                        </p:attrNameLst>
                                      </p:cBhvr>
                                      <p:to>
                                        <p:strVal val="visible"/>
                                      </p:to>
                                    </p:set>
                                    <p:animEffect transition="in" filter="wipe(down)">
                                      <p:cBhvr>
                                        <p:cTn id="43" dur="500"/>
                                        <p:tgtEl>
                                          <p:spTgt spid="7">
                                            <p:graphicEl>
                                              <a:chart seriesIdx="-4" categoryIdx="3" bldStep="category"/>
                                            </p:graphicEl>
                                          </p:spTgt>
                                        </p:tgtEl>
                                      </p:cBhvr>
                                    </p:animEffect>
                                  </p:childTnLst>
                                </p:cTn>
                              </p:par>
                            </p:childTnLst>
                          </p:cTn>
                        </p:par>
                        <p:par>
                          <p:cTn id="44" fill="hold">
                            <p:stCondLst>
                              <p:cond delay="5000"/>
                            </p:stCondLst>
                            <p:childTnLst>
                              <p:par>
                                <p:cTn id="45" presetID="22" presetClass="entr" presetSubtype="4" fill="hold" grpId="0" nodeType="afterEffect">
                                  <p:stCondLst>
                                    <p:cond delay="0"/>
                                  </p:stCondLst>
                                  <p:childTnLst>
                                    <p:set>
                                      <p:cBhvr>
                                        <p:cTn id="46" dur="1" fill="hold">
                                          <p:stCondLst>
                                            <p:cond delay="0"/>
                                          </p:stCondLst>
                                        </p:cTn>
                                        <p:tgtEl>
                                          <p:spTgt spid="8">
                                            <p:graphicEl>
                                              <a:chart seriesIdx="-3" categoryIdx="-3" bldStep="gridLegend"/>
                                            </p:graphicEl>
                                          </p:spTgt>
                                        </p:tgtEl>
                                        <p:attrNameLst>
                                          <p:attrName>style.visibility</p:attrName>
                                        </p:attrNameLst>
                                      </p:cBhvr>
                                      <p:to>
                                        <p:strVal val="visible"/>
                                      </p:to>
                                    </p:set>
                                    <p:animEffect transition="in" filter="wipe(down)">
                                      <p:cBhvr>
                                        <p:cTn id="47" dur="500"/>
                                        <p:tgtEl>
                                          <p:spTgt spid="8">
                                            <p:graphicEl>
                                              <a:chart seriesIdx="-3" categoryIdx="-3" bldStep="gridLegend"/>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4" fill="hold" grpId="0" nodeType="clickEffect">
                                  <p:stCondLst>
                                    <p:cond delay="0"/>
                                  </p:stCondLst>
                                  <p:childTnLst>
                                    <p:set>
                                      <p:cBhvr>
                                        <p:cTn id="51" dur="1" fill="hold">
                                          <p:stCondLst>
                                            <p:cond delay="0"/>
                                          </p:stCondLst>
                                        </p:cTn>
                                        <p:tgtEl>
                                          <p:spTgt spid="8">
                                            <p:graphicEl>
                                              <a:chart seriesIdx="-4" categoryIdx="0" bldStep="category"/>
                                            </p:graphicEl>
                                          </p:spTgt>
                                        </p:tgtEl>
                                        <p:attrNameLst>
                                          <p:attrName>style.visibility</p:attrName>
                                        </p:attrNameLst>
                                      </p:cBhvr>
                                      <p:to>
                                        <p:strVal val="visible"/>
                                      </p:to>
                                    </p:set>
                                    <p:animEffect transition="in" filter="wipe(down)">
                                      <p:cBhvr>
                                        <p:cTn id="52" dur="500"/>
                                        <p:tgtEl>
                                          <p:spTgt spid="8">
                                            <p:graphicEl>
                                              <a:chart seriesIdx="-4" categoryIdx="0" bldStep="category"/>
                                            </p:graphic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4" fill="hold" grpId="0" nodeType="clickEffect">
                                  <p:stCondLst>
                                    <p:cond delay="0"/>
                                  </p:stCondLst>
                                  <p:childTnLst>
                                    <p:set>
                                      <p:cBhvr>
                                        <p:cTn id="56" dur="1" fill="hold">
                                          <p:stCondLst>
                                            <p:cond delay="0"/>
                                          </p:stCondLst>
                                        </p:cTn>
                                        <p:tgtEl>
                                          <p:spTgt spid="8">
                                            <p:graphicEl>
                                              <a:chart seriesIdx="-4" categoryIdx="1" bldStep="category"/>
                                            </p:graphicEl>
                                          </p:spTgt>
                                        </p:tgtEl>
                                        <p:attrNameLst>
                                          <p:attrName>style.visibility</p:attrName>
                                        </p:attrNameLst>
                                      </p:cBhvr>
                                      <p:to>
                                        <p:strVal val="visible"/>
                                      </p:to>
                                    </p:set>
                                    <p:animEffect transition="in" filter="wipe(down)">
                                      <p:cBhvr>
                                        <p:cTn id="57" dur="500"/>
                                        <p:tgtEl>
                                          <p:spTgt spid="8">
                                            <p:graphicEl>
                                              <a:chart seriesIdx="-4" categoryIdx="1" bldStep="category"/>
                                            </p:graphic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4" fill="hold" grpId="0" nodeType="clickEffect">
                                  <p:stCondLst>
                                    <p:cond delay="0"/>
                                  </p:stCondLst>
                                  <p:childTnLst>
                                    <p:set>
                                      <p:cBhvr>
                                        <p:cTn id="61" dur="1" fill="hold">
                                          <p:stCondLst>
                                            <p:cond delay="0"/>
                                          </p:stCondLst>
                                        </p:cTn>
                                        <p:tgtEl>
                                          <p:spTgt spid="8">
                                            <p:graphicEl>
                                              <a:chart seriesIdx="-4" categoryIdx="2" bldStep="category"/>
                                            </p:graphicEl>
                                          </p:spTgt>
                                        </p:tgtEl>
                                        <p:attrNameLst>
                                          <p:attrName>style.visibility</p:attrName>
                                        </p:attrNameLst>
                                      </p:cBhvr>
                                      <p:to>
                                        <p:strVal val="visible"/>
                                      </p:to>
                                    </p:set>
                                    <p:animEffect transition="in" filter="wipe(down)">
                                      <p:cBhvr>
                                        <p:cTn id="62" dur="500"/>
                                        <p:tgtEl>
                                          <p:spTgt spid="8">
                                            <p:graphicEl>
                                              <a:chart seriesIdx="-4" categoryIdx="2" bldStep="category"/>
                                            </p:graphic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4" fill="hold" grpId="0" nodeType="clickEffect">
                                  <p:stCondLst>
                                    <p:cond delay="0"/>
                                  </p:stCondLst>
                                  <p:childTnLst>
                                    <p:set>
                                      <p:cBhvr>
                                        <p:cTn id="66" dur="1" fill="hold">
                                          <p:stCondLst>
                                            <p:cond delay="0"/>
                                          </p:stCondLst>
                                        </p:cTn>
                                        <p:tgtEl>
                                          <p:spTgt spid="8">
                                            <p:graphicEl>
                                              <a:chart seriesIdx="-4" categoryIdx="3" bldStep="category"/>
                                            </p:graphicEl>
                                          </p:spTgt>
                                        </p:tgtEl>
                                        <p:attrNameLst>
                                          <p:attrName>style.visibility</p:attrName>
                                        </p:attrNameLst>
                                      </p:cBhvr>
                                      <p:to>
                                        <p:strVal val="visible"/>
                                      </p:to>
                                    </p:set>
                                    <p:animEffect transition="in" filter="wipe(down)">
                                      <p:cBhvr>
                                        <p:cTn id="67" dur="500"/>
                                        <p:tgtEl>
                                          <p:spTgt spid="8">
                                            <p:graphicEl>
                                              <a:chart seriesIdx="-4" categoryIdx="3" bldStep="category"/>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Chart bld="category"/>
        </p:bldSub>
      </p:bldGraphic>
      <p:bldGraphic spid="7" grpId="0">
        <p:bldSub>
          <a:bldChart bld="category"/>
        </p:bldSub>
      </p:bldGraphic>
      <p:bldGraphic spid="8" grpId="0">
        <p:bldSub>
          <a:bldChart bld="category"/>
        </p:bldSub>
      </p:bldGraphic>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2026/3/10</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2026/3/10</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2026/3/10</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2026/3/10</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pic>
        <p:nvPicPr>
          <p:cNvPr id="2" name="图形 1">
            <a:extLst>
              <a:ext uri="{FF2B5EF4-FFF2-40B4-BE49-F238E27FC236}">
                <a16:creationId xmlns:a16="http://schemas.microsoft.com/office/drawing/2014/main" id="{1639C0C3-8009-FF59-E0F4-46CB7E9AAC3E}"/>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323420" y="4047801"/>
            <a:ext cx="5783523" cy="278054"/>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2026/3/10</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5.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4.sv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41.xml"/><Relationship Id="rId18" Type="http://schemas.openxmlformats.org/officeDocument/2006/relationships/slideLayout" Target="../slideLayouts/slideLayout46.xml"/><Relationship Id="rId26" Type="http://schemas.openxmlformats.org/officeDocument/2006/relationships/slideLayout" Target="../slideLayouts/slideLayout54.xml"/><Relationship Id="rId3" Type="http://schemas.openxmlformats.org/officeDocument/2006/relationships/slideLayout" Target="../slideLayouts/slideLayout31.xml"/><Relationship Id="rId21" Type="http://schemas.openxmlformats.org/officeDocument/2006/relationships/slideLayout" Target="../slideLayouts/slideLayout49.xml"/><Relationship Id="rId34" Type="http://schemas.openxmlformats.org/officeDocument/2006/relationships/image" Target="../media/image4.svg"/><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slideLayout" Target="../slideLayouts/slideLayout45.xml"/><Relationship Id="rId25" Type="http://schemas.openxmlformats.org/officeDocument/2006/relationships/slideLayout" Target="../slideLayouts/slideLayout53.xml"/><Relationship Id="rId33" Type="http://schemas.openxmlformats.org/officeDocument/2006/relationships/image" Target="../media/image3.png"/><Relationship Id="rId2" Type="http://schemas.openxmlformats.org/officeDocument/2006/relationships/slideLayout" Target="../slideLayouts/slideLayout30.xml"/><Relationship Id="rId16" Type="http://schemas.openxmlformats.org/officeDocument/2006/relationships/slideLayout" Target="../slideLayouts/slideLayout44.xml"/><Relationship Id="rId20" Type="http://schemas.openxmlformats.org/officeDocument/2006/relationships/slideLayout" Target="../slideLayouts/slideLayout48.xml"/><Relationship Id="rId29" Type="http://schemas.openxmlformats.org/officeDocument/2006/relationships/slideLayout" Target="../slideLayouts/slideLayout57.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24" Type="http://schemas.openxmlformats.org/officeDocument/2006/relationships/slideLayout" Target="../slideLayouts/slideLayout52.xml"/><Relationship Id="rId32" Type="http://schemas.openxmlformats.org/officeDocument/2006/relationships/image" Target="../media/image2.png"/><Relationship Id="rId5" Type="http://schemas.openxmlformats.org/officeDocument/2006/relationships/slideLayout" Target="../slideLayouts/slideLayout33.xml"/><Relationship Id="rId15" Type="http://schemas.openxmlformats.org/officeDocument/2006/relationships/slideLayout" Target="../slideLayouts/slideLayout43.xml"/><Relationship Id="rId23" Type="http://schemas.openxmlformats.org/officeDocument/2006/relationships/slideLayout" Target="../slideLayouts/slideLayout51.xml"/><Relationship Id="rId28" Type="http://schemas.openxmlformats.org/officeDocument/2006/relationships/slideLayout" Target="../slideLayouts/slideLayout56.xml"/><Relationship Id="rId36" Type="http://schemas.openxmlformats.org/officeDocument/2006/relationships/image" Target="../media/image6.svg"/><Relationship Id="rId10" Type="http://schemas.openxmlformats.org/officeDocument/2006/relationships/slideLayout" Target="../slideLayouts/slideLayout38.xml"/><Relationship Id="rId19" Type="http://schemas.openxmlformats.org/officeDocument/2006/relationships/slideLayout" Target="../slideLayouts/slideLayout47.xml"/><Relationship Id="rId31" Type="http://schemas.openxmlformats.org/officeDocument/2006/relationships/image" Target="../media/image1.png"/><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 Id="rId22" Type="http://schemas.openxmlformats.org/officeDocument/2006/relationships/slideLayout" Target="../slideLayouts/slideLayout50.xml"/><Relationship Id="rId27" Type="http://schemas.openxmlformats.org/officeDocument/2006/relationships/slideLayout" Target="../slideLayouts/slideLayout55.xml"/><Relationship Id="rId30" Type="http://schemas.openxmlformats.org/officeDocument/2006/relationships/theme" Target="../theme/theme2.xml"/><Relationship Id="rId35" Type="http://schemas.openxmlformats.org/officeDocument/2006/relationships/image" Target="../media/image5.png"/><Relationship Id="rId8" Type="http://schemas.openxmlformats.org/officeDocument/2006/relationships/slideLayout" Target="../slideLayouts/slideLayout36.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70.xml"/><Relationship Id="rId18" Type="http://schemas.openxmlformats.org/officeDocument/2006/relationships/slideLayout" Target="../slideLayouts/slideLayout75.xml"/><Relationship Id="rId26" Type="http://schemas.openxmlformats.org/officeDocument/2006/relationships/slideLayout" Target="../slideLayouts/slideLayout83.xml"/><Relationship Id="rId3" Type="http://schemas.openxmlformats.org/officeDocument/2006/relationships/slideLayout" Target="../slideLayouts/slideLayout60.xml"/><Relationship Id="rId21" Type="http://schemas.openxmlformats.org/officeDocument/2006/relationships/slideLayout" Target="../slideLayouts/slideLayout78.xml"/><Relationship Id="rId34" Type="http://schemas.openxmlformats.org/officeDocument/2006/relationships/image" Target="../media/image4.svg"/><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5" Type="http://schemas.openxmlformats.org/officeDocument/2006/relationships/slideLayout" Target="../slideLayouts/slideLayout82.xml"/><Relationship Id="rId33" Type="http://schemas.openxmlformats.org/officeDocument/2006/relationships/image" Target="../media/image3.png"/><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slideLayout" Target="../slideLayouts/slideLayout77.xml"/><Relationship Id="rId29" Type="http://schemas.openxmlformats.org/officeDocument/2006/relationships/slideLayout" Target="../slideLayouts/slideLayout86.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24" Type="http://schemas.openxmlformats.org/officeDocument/2006/relationships/slideLayout" Target="../slideLayouts/slideLayout81.xml"/><Relationship Id="rId32" Type="http://schemas.openxmlformats.org/officeDocument/2006/relationships/image" Target="../media/image2.png"/><Relationship Id="rId5" Type="http://schemas.openxmlformats.org/officeDocument/2006/relationships/slideLayout" Target="../slideLayouts/slideLayout62.xml"/><Relationship Id="rId15" Type="http://schemas.openxmlformats.org/officeDocument/2006/relationships/slideLayout" Target="../slideLayouts/slideLayout72.xml"/><Relationship Id="rId23" Type="http://schemas.openxmlformats.org/officeDocument/2006/relationships/slideLayout" Target="../slideLayouts/slideLayout80.xml"/><Relationship Id="rId28" Type="http://schemas.openxmlformats.org/officeDocument/2006/relationships/slideLayout" Target="../slideLayouts/slideLayout85.xml"/><Relationship Id="rId36" Type="http://schemas.openxmlformats.org/officeDocument/2006/relationships/image" Target="../media/image6.svg"/><Relationship Id="rId10" Type="http://schemas.openxmlformats.org/officeDocument/2006/relationships/slideLayout" Target="../slideLayouts/slideLayout67.xml"/><Relationship Id="rId19" Type="http://schemas.openxmlformats.org/officeDocument/2006/relationships/slideLayout" Target="../slideLayouts/slideLayout76.xml"/><Relationship Id="rId31" Type="http://schemas.openxmlformats.org/officeDocument/2006/relationships/image" Target="../media/image1.png"/><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 Id="rId22" Type="http://schemas.openxmlformats.org/officeDocument/2006/relationships/slideLayout" Target="../slideLayouts/slideLayout79.xml"/><Relationship Id="rId27" Type="http://schemas.openxmlformats.org/officeDocument/2006/relationships/slideLayout" Target="../slideLayouts/slideLayout84.xml"/><Relationship Id="rId30" Type="http://schemas.openxmlformats.org/officeDocument/2006/relationships/theme" Target="../theme/theme3.xml"/><Relationship Id="rId35" Type="http://schemas.openxmlformats.org/officeDocument/2006/relationships/image" Target="../media/image5.png"/><Relationship Id="rId8" Type="http://schemas.openxmlformats.org/officeDocument/2006/relationships/slideLayout" Target="../slideLayouts/slideLayout65.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99.xml"/><Relationship Id="rId18" Type="http://schemas.openxmlformats.org/officeDocument/2006/relationships/slideLayout" Target="../slideLayouts/slideLayout104.xml"/><Relationship Id="rId26" Type="http://schemas.openxmlformats.org/officeDocument/2006/relationships/slideLayout" Target="../slideLayouts/slideLayout112.xml"/><Relationship Id="rId3" Type="http://schemas.openxmlformats.org/officeDocument/2006/relationships/slideLayout" Target="../slideLayouts/slideLayout89.xml"/><Relationship Id="rId21" Type="http://schemas.openxmlformats.org/officeDocument/2006/relationships/slideLayout" Target="../slideLayouts/slideLayout107.xml"/><Relationship Id="rId34" Type="http://schemas.openxmlformats.org/officeDocument/2006/relationships/image" Target="../media/image4.svg"/><Relationship Id="rId7" Type="http://schemas.openxmlformats.org/officeDocument/2006/relationships/slideLayout" Target="../slideLayouts/slideLayout93.xml"/><Relationship Id="rId12" Type="http://schemas.openxmlformats.org/officeDocument/2006/relationships/slideLayout" Target="../slideLayouts/slideLayout98.xml"/><Relationship Id="rId17" Type="http://schemas.openxmlformats.org/officeDocument/2006/relationships/slideLayout" Target="../slideLayouts/slideLayout103.xml"/><Relationship Id="rId25" Type="http://schemas.openxmlformats.org/officeDocument/2006/relationships/slideLayout" Target="../slideLayouts/slideLayout111.xml"/><Relationship Id="rId33" Type="http://schemas.openxmlformats.org/officeDocument/2006/relationships/image" Target="../media/image3.png"/><Relationship Id="rId2" Type="http://schemas.openxmlformats.org/officeDocument/2006/relationships/slideLayout" Target="../slideLayouts/slideLayout88.xml"/><Relationship Id="rId16" Type="http://schemas.openxmlformats.org/officeDocument/2006/relationships/slideLayout" Target="../slideLayouts/slideLayout102.xml"/><Relationship Id="rId20" Type="http://schemas.openxmlformats.org/officeDocument/2006/relationships/slideLayout" Target="../slideLayouts/slideLayout106.xml"/><Relationship Id="rId29" Type="http://schemas.openxmlformats.org/officeDocument/2006/relationships/slideLayout" Target="../slideLayouts/slideLayout115.xml"/><Relationship Id="rId1" Type="http://schemas.openxmlformats.org/officeDocument/2006/relationships/slideLayout" Target="../slideLayouts/slideLayout87.xml"/><Relationship Id="rId6" Type="http://schemas.openxmlformats.org/officeDocument/2006/relationships/slideLayout" Target="../slideLayouts/slideLayout92.xml"/><Relationship Id="rId11" Type="http://schemas.openxmlformats.org/officeDocument/2006/relationships/slideLayout" Target="../slideLayouts/slideLayout97.xml"/><Relationship Id="rId24" Type="http://schemas.openxmlformats.org/officeDocument/2006/relationships/slideLayout" Target="../slideLayouts/slideLayout110.xml"/><Relationship Id="rId32" Type="http://schemas.openxmlformats.org/officeDocument/2006/relationships/image" Target="../media/image2.png"/><Relationship Id="rId5" Type="http://schemas.openxmlformats.org/officeDocument/2006/relationships/slideLayout" Target="../slideLayouts/slideLayout91.xml"/><Relationship Id="rId15" Type="http://schemas.openxmlformats.org/officeDocument/2006/relationships/slideLayout" Target="../slideLayouts/slideLayout101.xml"/><Relationship Id="rId23" Type="http://schemas.openxmlformats.org/officeDocument/2006/relationships/slideLayout" Target="../slideLayouts/slideLayout109.xml"/><Relationship Id="rId28" Type="http://schemas.openxmlformats.org/officeDocument/2006/relationships/slideLayout" Target="../slideLayouts/slideLayout114.xml"/><Relationship Id="rId36" Type="http://schemas.openxmlformats.org/officeDocument/2006/relationships/image" Target="../media/image6.svg"/><Relationship Id="rId10" Type="http://schemas.openxmlformats.org/officeDocument/2006/relationships/slideLayout" Target="../slideLayouts/slideLayout96.xml"/><Relationship Id="rId19" Type="http://schemas.openxmlformats.org/officeDocument/2006/relationships/slideLayout" Target="../slideLayouts/slideLayout105.xml"/><Relationship Id="rId31" Type="http://schemas.openxmlformats.org/officeDocument/2006/relationships/image" Target="../media/image1.png"/><Relationship Id="rId4" Type="http://schemas.openxmlformats.org/officeDocument/2006/relationships/slideLayout" Target="../slideLayouts/slideLayout90.xml"/><Relationship Id="rId9" Type="http://schemas.openxmlformats.org/officeDocument/2006/relationships/slideLayout" Target="../slideLayouts/slideLayout95.xml"/><Relationship Id="rId14" Type="http://schemas.openxmlformats.org/officeDocument/2006/relationships/slideLayout" Target="../slideLayouts/slideLayout100.xml"/><Relationship Id="rId22" Type="http://schemas.openxmlformats.org/officeDocument/2006/relationships/slideLayout" Target="../slideLayouts/slideLayout108.xml"/><Relationship Id="rId27" Type="http://schemas.openxmlformats.org/officeDocument/2006/relationships/slideLayout" Target="../slideLayouts/slideLayout113.xml"/><Relationship Id="rId30" Type="http://schemas.openxmlformats.org/officeDocument/2006/relationships/theme" Target="../theme/theme4.xml"/><Relationship Id="rId35" Type="http://schemas.openxmlformats.org/officeDocument/2006/relationships/image" Target="../media/image5.png"/><Relationship Id="rId8" Type="http://schemas.openxmlformats.org/officeDocument/2006/relationships/slideLayout" Target="../slideLayouts/slideLayout94.xml"/></Relationships>
</file>

<file path=ppt/slideMasters/_rels/slideMaster5.xml.rels><?xml version="1.0" encoding="UTF-8" standalone="yes"?>
<Relationships xmlns="http://schemas.openxmlformats.org/package/2006/relationships"><Relationship Id="rId13" Type="http://schemas.openxmlformats.org/officeDocument/2006/relationships/slideLayout" Target="../slideLayouts/slideLayout128.xml"/><Relationship Id="rId18" Type="http://schemas.openxmlformats.org/officeDocument/2006/relationships/slideLayout" Target="../slideLayouts/slideLayout133.xml"/><Relationship Id="rId26" Type="http://schemas.openxmlformats.org/officeDocument/2006/relationships/slideLayout" Target="../slideLayouts/slideLayout141.xml"/><Relationship Id="rId3" Type="http://schemas.openxmlformats.org/officeDocument/2006/relationships/slideLayout" Target="../slideLayouts/slideLayout118.xml"/><Relationship Id="rId21" Type="http://schemas.openxmlformats.org/officeDocument/2006/relationships/slideLayout" Target="../slideLayouts/slideLayout136.xml"/><Relationship Id="rId34" Type="http://schemas.openxmlformats.org/officeDocument/2006/relationships/image" Target="../media/image5.png"/><Relationship Id="rId7" Type="http://schemas.openxmlformats.org/officeDocument/2006/relationships/slideLayout" Target="../slideLayouts/slideLayout122.xml"/><Relationship Id="rId12" Type="http://schemas.openxmlformats.org/officeDocument/2006/relationships/slideLayout" Target="../slideLayouts/slideLayout127.xml"/><Relationship Id="rId17" Type="http://schemas.openxmlformats.org/officeDocument/2006/relationships/slideLayout" Target="../slideLayouts/slideLayout132.xml"/><Relationship Id="rId25" Type="http://schemas.openxmlformats.org/officeDocument/2006/relationships/slideLayout" Target="../slideLayouts/slideLayout140.xml"/><Relationship Id="rId33" Type="http://schemas.openxmlformats.org/officeDocument/2006/relationships/image" Target="../media/image4.svg"/><Relationship Id="rId2" Type="http://schemas.openxmlformats.org/officeDocument/2006/relationships/slideLayout" Target="../slideLayouts/slideLayout117.xml"/><Relationship Id="rId16" Type="http://schemas.openxmlformats.org/officeDocument/2006/relationships/slideLayout" Target="../slideLayouts/slideLayout131.xml"/><Relationship Id="rId20" Type="http://schemas.openxmlformats.org/officeDocument/2006/relationships/slideLayout" Target="../slideLayouts/slideLayout135.xml"/><Relationship Id="rId29" Type="http://schemas.openxmlformats.org/officeDocument/2006/relationships/theme" Target="../theme/theme5.xml"/><Relationship Id="rId1" Type="http://schemas.openxmlformats.org/officeDocument/2006/relationships/slideLayout" Target="../slideLayouts/slideLayout116.xml"/><Relationship Id="rId6" Type="http://schemas.openxmlformats.org/officeDocument/2006/relationships/slideLayout" Target="../slideLayouts/slideLayout121.xml"/><Relationship Id="rId11" Type="http://schemas.openxmlformats.org/officeDocument/2006/relationships/slideLayout" Target="../slideLayouts/slideLayout126.xml"/><Relationship Id="rId24" Type="http://schemas.openxmlformats.org/officeDocument/2006/relationships/slideLayout" Target="../slideLayouts/slideLayout139.xml"/><Relationship Id="rId32" Type="http://schemas.openxmlformats.org/officeDocument/2006/relationships/image" Target="../media/image3.png"/><Relationship Id="rId5" Type="http://schemas.openxmlformats.org/officeDocument/2006/relationships/slideLayout" Target="../slideLayouts/slideLayout120.xml"/><Relationship Id="rId15" Type="http://schemas.openxmlformats.org/officeDocument/2006/relationships/slideLayout" Target="../slideLayouts/slideLayout130.xml"/><Relationship Id="rId23" Type="http://schemas.openxmlformats.org/officeDocument/2006/relationships/slideLayout" Target="../slideLayouts/slideLayout138.xml"/><Relationship Id="rId28" Type="http://schemas.openxmlformats.org/officeDocument/2006/relationships/slideLayout" Target="../slideLayouts/slideLayout143.xml"/><Relationship Id="rId10" Type="http://schemas.openxmlformats.org/officeDocument/2006/relationships/slideLayout" Target="../slideLayouts/slideLayout125.xml"/><Relationship Id="rId19" Type="http://schemas.openxmlformats.org/officeDocument/2006/relationships/slideLayout" Target="../slideLayouts/slideLayout134.xml"/><Relationship Id="rId31" Type="http://schemas.openxmlformats.org/officeDocument/2006/relationships/image" Target="../media/image2.png"/><Relationship Id="rId4" Type="http://schemas.openxmlformats.org/officeDocument/2006/relationships/slideLayout" Target="../slideLayouts/slideLayout119.xml"/><Relationship Id="rId9" Type="http://schemas.openxmlformats.org/officeDocument/2006/relationships/slideLayout" Target="../slideLayouts/slideLayout124.xml"/><Relationship Id="rId14" Type="http://schemas.openxmlformats.org/officeDocument/2006/relationships/slideLayout" Target="../slideLayouts/slideLayout129.xml"/><Relationship Id="rId22" Type="http://schemas.openxmlformats.org/officeDocument/2006/relationships/slideLayout" Target="../slideLayouts/slideLayout137.xml"/><Relationship Id="rId27" Type="http://schemas.openxmlformats.org/officeDocument/2006/relationships/slideLayout" Target="../slideLayouts/slideLayout142.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1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1EE5598D-4247-D88A-4EF7-CF7C3F783AE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3D25BD65-FCEC-4006-81F1-BAD1E21B8222}"/>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646D1913-F208-4140-D71C-180ACB4EBF5F}"/>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D10211D1-423D-CBD7-1BD8-B9EB8B51D98D}"/>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 id="2147483756" r:id="rId18"/>
    <p:sldLayoutId id="2147483757" r:id="rId19"/>
    <p:sldLayoutId id="2147483758" r:id="rId20"/>
    <p:sldLayoutId id="2147483759" r:id="rId21"/>
    <p:sldLayoutId id="2147483760" r:id="rId22"/>
    <p:sldLayoutId id="2147483761" r:id="rId23"/>
    <p:sldLayoutId id="2147483762" r:id="rId24"/>
    <p:sldLayoutId id="2147483763" r:id="rId25"/>
    <p:sldLayoutId id="2147483764" r:id="rId26"/>
    <p:sldLayoutId id="2147483765" r:id="rId27"/>
    <p:sldLayoutId id="2147483766" r:id="rId28"/>
    <p:sldLayoutId id="214748376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E9E1C71C-7FE8-FA39-610C-A63F5CE3989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69"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 id="2147483782" r:id="rId13"/>
    <p:sldLayoutId id="2147483783" r:id="rId14"/>
    <p:sldLayoutId id="2147483784" r:id="rId15"/>
    <p:sldLayoutId id="2147483785" r:id="rId16"/>
    <p:sldLayoutId id="2147483786" r:id="rId17"/>
    <p:sldLayoutId id="2147483787" r:id="rId18"/>
    <p:sldLayoutId id="2147483788" r:id="rId19"/>
    <p:sldLayoutId id="2147483789" r:id="rId20"/>
    <p:sldLayoutId id="2147483790" r:id="rId21"/>
    <p:sldLayoutId id="2147483791" r:id="rId22"/>
    <p:sldLayoutId id="2147483792" r:id="rId23"/>
    <p:sldLayoutId id="2147483793" r:id="rId24"/>
    <p:sldLayoutId id="2147483794" r:id="rId25"/>
    <p:sldLayoutId id="2147483795" r:id="rId26"/>
    <p:sldLayoutId id="2147483796" r:id="rId27"/>
    <p:sldLayoutId id="214748379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7.xml"/></Relationships>
</file>

<file path=ppt/slides/_rels/slide11.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6"/>
          </p:nvPr>
        </p:nvSpPr>
        <p:spPr>
          <a:xfrm>
            <a:off x="3386408" y="2737367"/>
            <a:ext cx="5419184" cy="691633"/>
          </a:xfrm>
        </p:spPr>
        <p:txBody>
          <a:bodyPr vert="horz" lIns="91440" tIns="45720" rIns="91440" bIns="45720" rtlCol="0" anchor="ctr">
            <a:noAutofit/>
          </a:bodyPr>
          <a:lstStyle/>
          <a:p>
            <a:pPr algn="ctr" defTabSz="914400">
              <a:lnSpc>
                <a:spcPct val="90000"/>
              </a:lnSpc>
              <a:spcBef>
                <a:spcPct val="0"/>
              </a:spcBef>
            </a:pPr>
            <a:r>
              <a:rPr lang="zh-CN" altLang="en-US" sz="4000" b="1" dirty="0">
                <a:cs typeface="+mj-cs"/>
              </a:rPr>
              <a:t>任职资格评审汇报</a:t>
            </a:r>
          </a:p>
          <a:p>
            <a:pPr defTabSz="914400">
              <a:lnSpc>
                <a:spcPct val="90000"/>
              </a:lnSpc>
              <a:spcBef>
                <a:spcPct val="0"/>
              </a:spcBef>
            </a:pPr>
            <a:endParaRPr lang="zh-CN" altLang="en-US" sz="4000" b="1" dirty="0">
              <a:cs typeface="+mj-cs"/>
            </a:endParaRPr>
          </a:p>
        </p:txBody>
      </p:sp>
      <p:sp>
        <p:nvSpPr>
          <p:cNvPr id="5" name="文本占位符 4"/>
          <p:cNvSpPr>
            <a:spLocks noGrp="1"/>
          </p:cNvSpPr>
          <p:nvPr>
            <p:ph type="body" sz="quarter" idx="17"/>
          </p:nvPr>
        </p:nvSpPr>
        <p:spPr>
          <a:xfrm>
            <a:off x="3521703" y="3748527"/>
            <a:ext cx="5419184" cy="531846"/>
          </a:xfrm>
        </p:spPr>
        <p:txBody>
          <a:bodyPr/>
          <a:lstStyle/>
          <a:p>
            <a:pPr algn="ctr"/>
            <a:r>
              <a:rPr lang="zh-CN" altLang="en-US" dirty="0">
                <a:latin typeface="微软雅黑 Light" panose="020B0502040204020203" pitchFamily="34" charset="-122"/>
                <a:ea typeface="微软雅黑 Light" panose="020B0502040204020203" pitchFamily="34" charset="-122"/>
              </a:rPr>
              <a:t>李世龙</a:t>
            </a:r>
            <a:endParaRPr lang="en-US" altLang="zh-CN" dirty="0">
              <a:latin typeface="微软雅黑 Light" panose="020B0502040204020203" pitchFamily="34" charset="-122"/>
              <a:ea typeface="微软雅黑 Light" panose="020B0502040204020203" pitchFamily="34" charset="-122"/>
            </a:endParaRPr>
          </a:p>
          <a:p>
            <a:pPr algn="ctr"/>
            <a:r>
              <a:rPr lang="zh-CN" altLang="en-US" dirty="0">
                <a:latin typeface="微软雅黑 Light" panose="020B0502040204020203" pitchFamily="34" charset="-122"/>
                <a:ea typeface="微软雅黑 Light" panose="020B0502040204020203" pitchFamily="34" charset="-122"/>
              </a:rPr>
              <a:t>研发三部一组  </a:t>
            </a:r>
            <a:r>
              <a:rPr lang="en-US" altLang="zh-CN" dirty="0">
                <a:latin typeface="微软雅黑 Light" panose="020B0502040204020203" pitchFamily="34" charset="-122"/>
                <a:ea typeface="微软雅黑 Light" panose="020B0502040204020203" pitchFamily="34" charset="-122"/>
              </a:rPr>
              <a:t>Java</a:t>
            </a:r>
            <a:r>
              <a:rPr lang="zh-CN" altLang="en-US" dirty="0">
                <a:latin typeface="微软雅黑 Light" panose="020B0502040204020203" pitchFamily="34" charset="-122"/>
                <a:ea typeface="微软雅黑 Light" panose="020B0502040204020203" pitchFamily="34" charset="-122"/>
              </a:rPr>
              <a:t>研发工程师</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文本占位符 17"/>
          <p:cNvSpPr>
            <a:spLocks noGrp="1"/>
          </p:cNvSpPr>
          <p:nvPr>
            <p:ph type="body" sz="quarter" idx="4294967295"/>
          </p:nvPr>
        </p:nvSpPr>
        <p:spPr>
          <a:xfrm>
            <a:off x="6377734" y="4759325"/>
            <a:ext cx="4008755" cy="398145"/>
          </a:xfrm>
        </p:spPr>
        <p:txBody>
          <a:body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后续工作的规划/展望</a:t>
            </a:r>
          </a:p>
        </p:txBody>
      </p:sp>
      <p:sp>
        <p:nvSpPr>
          <p:cNvPr id="8" name="文本占位符 17"/>
          <p:cNvSpPr>
            <a:spLocks noGrp="1"/>
          </p:cNvSpPr>
          <p:nvPr/>
        </p:nvSpPr>
        <p:spPr>
          <a:xfrm>
            <a:off x="6377099" y="6157191"/>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zh-CN" altLang="en-US" sz="2000">
              <a:ea typeface="宋体" panose="02010600030101010101" pitchFamily="2" charset="-122"/>
            </a:endParaRPr>
          </a:p>
        </p:txBody>
      </p:sp>
      <p:sp>
        <p:nvSpPr>
          <p:cNvPr id="9" name="文本占位符 17"/>
          <p:cNvSpPr>
            <a:spLocks noGrp="1"/>
          </p:cNvSpPr>
          <p:nvPr/>
        </p:nvSpPr>
        <p:spPr>
          <a:xfrm>
            <a:off x="6376911" y="5987415"/>
            <a:ext cx="4008943" cy="39751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FontTx/>
            </a:pPr>
            <a:r>
              <a:rPr lang="zh-CN" altLang="en-US" sz="2200" dirty="0">
                <a:cs typeface="+mj-cs"/>
              </a:rPr>
              <a:t>对公司和部门的意见和建议</a:t>
            </a:r>
          </a:p>
          <a:p>
            <a:endParaRPr lang="zh-CN" altLang="en-US" sz="1400" dirty="0">
              <a:ea typeface="宋体" panose="02010600030101010101" pitchFamily="2" charset="-122"/>
            </a:endParaRPr>
          </a:p>
        </p:txBody>
      </p:sp>
      <p:cxnSp>
        <p:nvCxnSpPr>
          <p:cNvPr id="2"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9" name="文本占位符 30"/>
          <p:cNvSpPr>
            <a:spLocks noGrp="1"/>
          </p:cNvSpPr>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grpSp>
        <p:nvGrpSpPr>
          <p:cNvPr id="46" name="组合 45"/>
          <p:cNvGrpSpPr/>
          <p:nvPr/>
        </p:nvGrpSpPr>
        <p:grpSpPr>
          <a:xfrm>
            <a:off x="5177790" y="843915"/>
            <a:ext cx="814070" cy="814070"/>
            <a:chOff x="6984" y="1839"/>
            <a:chExt cx="1282" cy="1282"/>
          </a:xfrm>
        </p:grpSpPr>
        <p:sp>
          <p:nvSpPr>
            <p:cNvPr id="10" name="iṣ1idé"/>
            <p:cNvSpPr/>
            <p:nvPr userDrawn="1"/>
          </p:nvSpPr>
          <p:spPr bwMode="auto">
            <a:xfrm>
              <a:off x="6984" y="1839"/>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8" name="文本占位符 30"/>
            <p:cNvSpPr>
              <a:spLocks noGrp="1"/>
            </p:cNvSpPr>
            <p:nvPr/>
          </p:nvSpPr>
          <p:spPr>
            <a:xfrm>
              <a:off x="7371" y="2255"/>
              <a:ext cx="510" cy="47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grpSp>
      <p:grpSp>
        <p:nvGrpSpPr>
          <p:cNvPr id="47" name="组合 46"/>
          <p:cNvGrpSpPr/>
          <p:nvPr/>
        </p:nvGrpSpPr>
        <p:grpSpPr>
          <a:xfrm>
            <a:off x="5196205" y="2084070"/>
            <a:ext cx="814070" cy="814070"/>
            <a:chOff x="7013" y="3748"/>
            <a:chExt cx="1282" cy="1282"/>
          </a:xfrm>
        </p:grpSpPr>
        <p:sp>
          <p:nvSpPr>
            <p:cNvPr id="25" name="ïṣlídé"/>
            <p:cNvSpPr/>
            <p:nvPr userDrawn="1"/>
          </p:nvSpPr>
          <p:spPr bwMode="auto">
            <a:xfrm>
              <a:off x="7013" y="3748"/>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9" name="文本占位符 30"/>
            <p:cNvSpPr>
              <a:spLocks noGrp="1"/>
            </p:cNvSpPr>
            <p:nvPr/>
          </p:nvSpPr>
          <p:spPr>
            <a:xfrm>
              <a:off x="7407" y="4192"/>
              <a:ext cx="510" cy="5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grpSp>
      <p:grpSp>
        <p:nvGrpSpPr>
          <p:cNvPr id="48" name="组合 47"/>
          <p:cNvGrpSpPr/>
          <p:nvPr/>
        </p:nvGrpSpPr>
        <p:grpSpPr>
          <a:xfrm>
            <a:off x="5196205" y="3324225"/>
            <a:ext cx="814070" cy="814070"/>
            <a:chOff x="7013" y="5657"/>
            <a:chExt cx="1282" cy="1282"/>
          </a:xfrm>
        </p:grpSpPr>
        <p:sp>
          <p:nvSpPr>
            <p:cNvPr id="27" name="ïṥlíḋe"/>
            <p:cNvSpPr/>
            <p:nvPr userDrawn="1"/>
          </p:nvSpPr>
          <p:spPr bwMode="auto">
            <a:xfrm>
              <a:off x="7013" y="5657"/>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0" name="文本占位符 30"/>
            <p:cNvSpPr>
              <a:spLocks noGrp="1"/>
            </p:cNvSpPr>
            <p:nvPr/>
          </p:nvSpPr>
          <p:spPr>
            <a:xfrm>
              <a:off x="7393" y="6055"/>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grpSp>
      <p:grpSp>
        <p:nvGrpSpPr>
          <p:cNvPr id="49" name="组合 48"/>
          <p:cNvGrpSpPr/>
          <p:nvPr/>
        </p:nvGrpSpPr>
        <p:grpSpPr>
          <a:xfrm>
            <a:off x="5177790" y="4564380"/>
            <a:ext cx="814070" cy="814070"/>
            <a:chOff x="6984" y="7483"/>
            <a:chExt cx="1282" cy="1282"/>
          </a:xfrm>
        </p:grpSpPr>
        <p:sp>
          <p:nvSpPr>
            <p:cNvPr id="24" name="îslïdè"/>
            <p:cNvSpPr/>
            <p:nvPr userDrawn="1"/>
          </p:nvSpPr>
          <p:spPr bwMode="auto">
            <a:xfrm>
              <a:off x="6984" y="7483"/>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31" name="文本占位符 30"/>
            <p:cNvSpPr>
              <a:spLocks noGrp="1"/>
            </p:cNvSpPr>
            <p:nvPr/>
          </p:nvSpPr>
          <p:spPr>
            <a:xfrm>
              <a:off x="7373" y="7905"/>
              <a:ext cx="510" cy="51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grpSp>
      <p:grpSp>
        <p:nvGrpSpPr>
          <p:cNvPr id="50" name="组合 49"/>
          <p:cNvGrpSpPr/>
          <p:nvPr/>
        </p:nvGrpSpPr>
        <p:grpSpPr>
          <a:xfrm>
            <a:off x="5201285" y="5804535"/>
            <a:ext cx="814070" cy="814070"/>
            <a:chOff x="7021" y="9081"/>
            <a:chExt cx="1282" cy="1282"/>
          </a:xfrm>
        </p:grpSpPr>
        <p:sp>
          <p:nvSpPr>
            <p:cNvPr id="34" name="ïṥlíḋe"/>
            <p:cNvSpPr/>
            <p:nvPr userDrawn="1"/>
          </p:nvSpPr>
          <p:spPr bwMode="auto">
            <a:xfrm>
              <a:off x="7021" y="9081"/>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5" name="文本占位符 30"/>
            <p:cNvSpPr>
              <a:spLocks noGrp="1"/>
            </p:cNvSpPr>
            <p:nvPr/>
          </p:nvSpPr>
          <p:spPr>
            <a:xfrm>
              <a:off x="7401" y="9479"/>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5</a:t>
              </a:r>
              <a:endParaRPr kumimoji="1" lang="zh-CN" altLang="en-US" dirty="0"/>
            </a:p>
          </p:txBody>
        </p:sp>
      </p:grpSp>
      <p:sp>
        <p:nvSpPr>
          <p:cNvPr id="38" name="文本占位符 15"/>
          <p:cNvSpPr>
            <a:spLocks noGrp="1"/>
          </p:cNvSpPr>
          <p:nvPr/>
        </p:nvSpPr>
        <p:spPr>
          <a:xfrm>
            <a:off x="6377099" y="3600370"/>
            <a:ext cx="4008755" cy="397510"/>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入职后的工作内容</a:t>
            </a:r>
          </a:p>
        </p:txBody>
      </p:sp>
      <p:sp>
        <p:nvSpPr>
          <p:cNvPr id="40" name="标题 10"/>
          <p:cNvSpPr>
            <a:spLocks noGrp="1"/>
          </p:cNvSpPr>
          <p:nvPr/>
        </p:nvSpPr>
        <p:spPr>
          <a:xfrm>
            <a:off x="6377099" y="1066482"/>
            <a:ext cx="4009390" cy="36893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a:lstStyle>
          <a:p>
            <a:pPr algn="l">
              <a:buClrTx/>
              <a:buSzTx/>
              <a:buFontTx/>
            </a:pPr>
            <a:r>
              <a:rPr lang="zh-CN" altLang="en-US" sz="2200" b="1" dirty="0"/>
              <a:t>自我介绍</a:t>
            </a:r>
          </a:p>
        </p:txBody>
      </p:sp>
      <p:sp>
        <p:nvSpPr>
          <p:cNvPr id="41" name="文本占位符 13"/>
          <p:cNvSpPr>
            <a:spLocks noGrp="1"/>
          </p:cNvSpPr>
          <p:nvPr/>
        </p:nvSpPr>
        <p:spPr>
          <a:xfrm>
            <a:off x="6260465" y="2384266"/>
            <a:ext cx="4008755" cy="398145"/>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入职前的工作经历</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1</a:t>
            </a:r>
            <a:r>
              <a:rPr lang="zh-CN" altLang="en-US" dirty="0">
                <a:sym typeface="+mn-ea"/>
              </a:rPr>
              <a:t>、自我介绍</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a:t>
            </a:fld>
            <a:endParaRPr lang="zh-CN" altLang="en-US"/>
          </a:p>
        </p:txBody>
      </p:sp>
      <p:sp>
        <p:nvSpPr>
          <p:cNvPr id="6" name="文本框 5">
            <a:extLst>
              <a:ext uri="{FF2B5EF4-FFF2-40B4-BE49-F238E27FC236}">
                <a16:creationId xmlns:a16="http://schemas.microsoft.com/office/drawing/2014/main" id="{0842C924-2B2F-43AC-B37E-A95A47E575A2}"/>
              </a:ext>
            </a:extLst>
          </p:cNvPr>
          <p:cNvSpPr txBox="1"/>
          <p:nvPr/>
        </p:nvSpPr>
        <p:spPr>
          <a:xfrm>
            <a:off x="1322926" y="1032757"/>
            <a:ext cx="7703977" cy="923330"/>
          </a:xfrm>
          <a:prstGeom prst="rect">
            <a:avLst/>
          </a:prstGeom>
          <a:noFill/>
        </p:spPr>
        <p:txBody>
          <a:bodyPr wrap="square">
            <a:spAutoFit/>
          </a:bodyPr>
          <a:lstStyle/>
          <a:p>
            <a:r>
              <a:rPr lang="zh-CN" altLang="en-US" sz="1800" dirty="0"/>
              <a:t>李世龙   </a:t>
            </a:r>
            <a:r>
              <a:rPr lang="en-US" altLang="zh-CN" sz="1800" dirty="0"/>
              <a:t>26</a:t>
            </a:r>
            <a:r>
              <a:rPr lang="zh-CN" altLang="en-US" sz="1800" dirty="0"/>
              <a:t>岁   本科   湖南农业大学</a:t>
            </a:r>
            <a:endParaRPr lang="en-US" altLang="zh-CN" sz="1800" dirty="0"/>
          </a:p>
          <a:p>
            <a:endParaRPr lang="en-US" altLang="zh-CN" sz="1800" dirty="0"/>
          </a:p>
          <a:p>
            <a:endParaRPr lang="zh-CN" altLang="en-US" sz="1800" dirty="0"/>
          </a:p>
        </p:txBody>
      </p:sp>
    </p:spTree>
    <p:extLst>
      <p:ext uri="{BB962C8B-B14F-4D97-AF65-F5344CB8AC3E}">
        <p14:creationId xmlns:p14="http://schemas.microsoft.com/office/powerpoint/2010/main" val="1845244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2</a:t>
            </a:r>
            <a:r>
              <a:rPr lang="zh-CN" altLang="en-US" dirty="0">
                <a:sym typeface="+mn-ea"/>
              </a:rPr>
              <a:t>、工作经历</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4</a:t>
            </a:fld>
            <a:endParaRPr lang="zh-CN" altLang="en-US"/>
          </a:p>
        </p:txBody>
      </p:sp>
      <p:sp>
        <p:nvSpPr>
          <p:cNvPr id="6" name="文本框 5">
            <a:extLst>
              <a:ext uri="{FF2B5EF4-FFF2-40B4-BE49-F238E27FC236}">
                <a16:creationId xmlns:a16="http://schemas.microsoft.com/office/drawing/2014/main" id="{EC205609-58E4-4249-8F4E-6C679E684BF2}"/>
              </a:ext>
            </a:extLst>
          </p:cNvPr>
          <p:cNvSpPr txBox="1"/>
          <p:nvPr/>
        </p:nvSpPr>
        <p:spPr>
          <a:xfrm>
            <a:off x="1511560" y="908470"/>
            <a:ext cx="9004040" cy="369332"/>
          </a:xfrm>
          <a:prstGeom prst="rect">
            <a:avLst/>
          </a:prstGeom>
          <a:noFill/>
        </p:spPr>
        <p:txBody>
          <a:bodyPr wrap="square">
            <a:spAutoFit/>
          </a:bodyPr>
          <a:lstStyle/>
          <a:p>
            <a:r>
              <a:rPr lang="zh-CN" altLang="en-US" sz="1800" dirty="0"/>
              <a:t>入职宝兰的之前的工作经历，包含但不限于公司、主要工作内容、项目经验等信息</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a:t>
            </a:r>
            <a:r>
              <a:rPr lang="zh-CN" altLang="en-US" dirty="0"/>
              <a:t>入职后的主要工作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5</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9" y="908470"/>
            <a:ext cx="6120880" cy="369332"/>
          </a:xfrm>
          <a:prstGeom prst="rect">
            <a:avLst/>
          </a:prstGeom>
          <a:noFill/>
        </p:spPr>
        <p:txBody>
          <a:bodyPr wrap="square">
            <a:spAutoFit/>
          </a:bodyPr>
          <a:lstStyle/>
          <a:p>
            <a:r>
              <a:rPr lang="zh-CN" altLang="en-US" sz="1800" dirty="0"/>
              <a:t>入职时间、担任的岗位、主要工作内容、项目情况等信息</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3.1</a:t>
            </a:r>
            <a:r>
              <a:rPr lang="zh-CN" altLang="en-US" dirty="0"/>
              <a:t> 主要工作成果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6</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9" y="908470"/>
            <a:ext cx="6120880" cy="369332"/>
          </a:xfrm>
          <a:prstGeom prst="rect">
            <a:avLst/>
          </a:prstGeom>
          <a:noFill/>
        </p:spPr>
        <p:txBody>
          <a:bodyPr wrap="square">
            <a:spAutoFit/>
          </a:bodyPr>
          <a:lstStyle/>
          <a:p>
            <a:r>
              <a:rPr lang="zh-CN" altLang="en-US" sz="1800" dirty="0"/>
              <a:t>入职以来的工作成绩、突出亮点，总结需要改进提升之处</a:t>
            </a:r>
          </a:p>
        </p:txBody>
      </p:sp>
    </p:spTree>
    <p:extLst>
      <p:ext uri="{BB962C8B-B14F-4D97-AF65-F5344CB8AC3E}">
        <p14:creationId xmlns:p14="http://schemas.microsoft.com/office/powerpoint/2010/main" val="9586199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7</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9" y="908470"/>
            <a:ext cx="6876660" cy="369332"/>
          </a:xfrm>
          <a:prstGeom prst="rect">
            <a:avLst/>
          </a:prstGeom>
          <a:noFill/>
        </p:spPr>
        <p:txBody>
          <a:bodyPr wrap="square">
            <a:spAutoFit/>
          </a:bodyPr>
          <a:lstStyle/>
          <a:p>
            <a:r>
              <a:rPr lang="zh-CN" altLang="en-US" sz="1800" dirty="0"/>
              <a:t>入职以来的用到的产品知识掌握情况，其他产品知识了解情况</a:t>
            </a:r>
          </a:p>
        </p:txBody>
      </p:sp>
    </p:spTree>
    <p:extLst>
      <p:ext uri="{BB962C8B-B14F-4D97-AF65-F5344CB8AC3E}">
        <p14:creationId xmlns:p14="http://schemas.microsoft.com/office/powerpoint/2010/main" val="2662118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3.3</a:t>
            </a:r>
            <a:r>
              <a:rPr lang="zh-CN" altLang="en-US" dirty="0"/>
              <a:t> 制度遵守</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8</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8" y="908470"/>
            <a:ext cx="8649477" cy="369332"/>
          </a:xfrm>
          <a:prstGeom prst="rect">
            <a:avLst/>
          </a:prstGeom>
          <a:noFill/>
        </p:spPr>
        <p:txBody>
          <a:bodyPr wrap="square">
            <a:spAutoFit/>
          </a:bodyPr>
          <a:lstStyle/>
          <a:p>
            <a:r>
              <a:rPr lang="zh-CN" altLang="en-US" sz="1800" dirty="0"/>
              <a:t>对内部协作组织架构的了解情况，工作规范要求的执行情况，工作流程执行的情况</a:t>
            </a:r>
          </a:p>
        </p:txBody>
      </p:sp>
    </p:spTree>
    <p:extLst>
      <p:ext uri="{BB962C8B-B14F-4D97-AF65-F5344CB8AC3E}">
        <p14:creationId xmlns:p14="http://schemas.microsoft.com/office/powerpoint/2010/main" val="3784672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4</a:t>
            </a:r>
            <a:r>
              <a:rPr lang="zh-CN" altLang="en-US" dirty="0">
                <a:sym typeface="+mn-ea"/>
              </a:rPr>
              <a:t>、工作的规划</a:t>
            </a:r>
            <a:r>
              <a:rPr lang="en-US" altLang="zh-CN" dirty="0">
                <a:sym typeface="+mn-ea"/>
              </a:rPr>
              <a:t>/</a:t>
            </a:r>
            <a:r>
              <a:rPr lang="zh-CN" altLang="en-US" dirty="0">
                <a:ea typeface="宋体" panose="02010600030101010101" pitchFamily="2" charset="-122"/>
                <a:sym typeface="+mn-ea"/>
              </a:rPr>
              <a:t>展望</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9</a:t>
            </a:fld>
            <a:endParaRPr lang="zh-CN" altLang="en-US"/>
          </a:p>
        </p:txBody>
      </p:sp>
      <p:sp>
        <p:nvSpPr>
          <p:cNvPr id="6" name="文本框 5">
            <a:extLst>
              <a:ext uri="{FF2B5EF4-FFF2-40B4-BE49-F238E27FC236}">
                <a16:creationId xmlns:a16="http://schemas.microsoft.com/office/drawing/2014/main" id="{603B0BE6-45D4-49E9-BE50-F7C6D79E2571}"/>
              </a:ext>
            </a:extLst>
          </p:cNvPr>
          <p:cNvSpPr txBox="1"/>
          <p:nvPr/>
        </p:nvSpPr>
        <p:spPr>
          <a:xfrm>
            <a:off x="1474237" y="908470"/>
            <a:ext cx="9171992" cy="369332"/>
          </a:xfrm>
          <a:prstGeom prst="rect">
            <a:avLst/>
          </a:prstGeom>
          <a:noFill/>
        </p:spPr>
        <p:txBody>
          <a:bodyPr wrap="square">
            <a:spAutoFit/>
          </a:bodyPr>
          <a:lstStyle/>
          <a:p>
            <a:r>
              <a:rPr lang="zh-CN" altLang="en-US" sz="1800" dirty="0"/>
              <a:t>后面</a:t>
            </a:r>
            <a:r>
              <a:rPr lang="en-US" altLang="zh-CN" sz="1800" dirty="0"/>
              <a:t>3-6</a:t>
            </a:r>
            <a:r>
              <a:rPr lang="zh-CN" altLang="en-US" sz="1800" dirty="0"/>
              <a:t>个月的工作计划，对后续个人发展的规划</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10</a:t>
            </a:fld>
            <a:endParaRPr lang="zh-CN" altLang="en-US"/>
          </a:p>
        </p:txBody>
      </p:sp>
      <p:sp>
        <p:nvSpPr>
          <p:cNvPr id="7" name="标题 6">
            <a:extLst>
              <a:ext uri="{FF2B5EF4-FFF2-40B4-BE49-F238E27FC236}">
                <a16:creationId xmlns:a16="http://schemas.microsoft.com/office/drawing/2014/main" id="{E04710D3-C34A-404F-9B72-C44462861EB4}"/>
              </a:ext>
            </a:extLst>
          </p:cNvPr>
          <p:cNvSpPr>
            <a:spLocks noGrp="1"/>
          </p:cNvSpPr>
          <p:nvPr>
            <p:ph type="title"/>
          </p:nvPr>
        </p:nvSpPr>
        <p:spPr/>
        <p:txBody>
          <a:bodyPr/>
          <a:lstStyle/>
          <a:p>
            <a:r>
              <a:rPr lang="en-US" altLang="zh-CN" dirty="0"/>
              <a:t>5</a:t>
            </a:r>
            <a:r>
              <a:rPr lang="zh-CN" altLang="en-US" dirty="0"/>
              <a:t>、对公司和部门的意见和建议</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形 8">
            <a:extLst>
              <a:ext uri="{FF2B5EF4-FFF2-40B4-BE49-F238E27FC236}">
                <a16:creationId xmlns:a16="http://schemas.microsoft.com/office/drawing/2014/main" id="{0ABC3076-E885-D848-AAF1-6B433CED924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204238" y="4271281"/>
            <a:ext cx="5783523" cy="278054"/>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 TOOLS.GUIDESSETTING" val="{&quot;Id&quot;:&quot;2d4375ee-8516-45e0-8956-45702a61a9b6&quot;,&quot;Name&quot;:&quot;iSlide&quot;,&quot;HeaderHeight&quot;:15.0,&quot;FooterHeight&quot;:9.0000000000000036,&quot;SideMargin&quot;:5.4999999999999982,&quot;TopMargin&quot;:0.0,&quot;BottomMargin&quot;:0.0,&quot;IntervalMargin&quot;:1.3999999999999997}"/>
  <p:tag name="ISLIDE.GUIDESSETTING" val="{&quot;Id&quot;:&quot;GuidesStyle_Normal&quot;,&quot;Name&quot;:&quot;正常&quot;,&quot;HeaderHeight&quot;:15.0,&quot;FooterHeight&quot;:9.0,&quot;SideMargin&quot;:5.5,&quot;TopMargin&quot;:0.0,&quot;BottomMargin&quot;:0.0,&quot;IntervalMargin&quot;:1.5}"/>
  <p:tag name="THINKCELLUNDODONOTDELETE" val="0"/>
  <p:tag name="ISLIDE.THEME" val="e36df2c5-b229-45ee-a5b1-3c8af6566644"/>
</p:tagLst>
</file>

<file path=ppt/tags/tag2.xml><?xml version="1.0" encoding="utf-8"?>
<p:tagLst xmlns:a="http://schemas.openxmlformats.org/drawingml/2006/main" xmlns:r="http://schemas.openxmlformats.org/officeDocument/2006/relationships" xmlns:p="http://schemas.openxmlformats.org/presentationml/2006/main">
  <p:tag name="ISLIDE.DIAGRAM" val="204291"/>
</p:tagLst>
</file>

<file path=ppt/tags/tag3.xml><?xml version="1.0" encoding="utf-8"?>
<p:tagLst xmlns:a="http://schemas.openxmlformats.org/drawingml/2006/main" xmlns:r="http://schemas.openxmlformats.org/officeDocument/2006/relationships" xmlns:p="http://schemas.openxmlformats.org/presentationml/2006/main">
  <p:tag name="ISLIDE.DIAGRAM" val="204291"/>
</p:tagLst>
</file>

<file path=ppt/tags/tag4.xml><?xml version="1.0" encoding="utf-8"?>
<p:tagLst xmlns:a="http://schemas.openxmlformats.org/drawingml/2006/main" xmlns:r="http://schemas.openxmlformats.org/officeDocument/2006/relationships" xmlns:p="http://schemas.openxmlformats.org/presentationml/2006/main">
  <p:tag name="ISLIDE.DIAGRAM" val="204291"/>
</p:tagLst>
</file>

<file path=ppt/tags/tag5.xml><?xml version="1.0" encoding="utf-8"?>
<p:tagLst xmlns:a="http://schemas.openxmlformats.org/drawingml/2006/main" xmlns:r="http://schemas.openxmlformats.org/officeDocument/2006/relationships" xmlns:p="http://schemas.openxmlformats.org/presentationml/2006/main">
  <p:tag name="ISLIDE.DIAGRAM" val="204291"/>
</p:tagLst>
</file>

<file path=ppt/tags/tag6.xml><?xml version="1.0" encoding="utf-8"?>
<p:tagLst xmlns:a="http://schemas.openxmlformats.org/drawingml/2006/main" xmlns:r="http://schemas.openxmlformats.org/officeDocument/2006/relationships" xmlns:p="http://schemas.openxmlformats.org/presentationml/2006/main">
  <p:tag name="ISLIDE.DIAGRAM" val="204291"/>
</p:tagLst>
</file>

<file path=ppt/theme/theme1.xml><?xml version="1.0" encoding="utf-8"?>
<a:theme xmlns:a="http://schemas.openxmlformats.org/drawingml/2006/main" name="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135</TotalTime>
  <Words>213</Words>
  <Application>Microsoft Office PowerPoint</Application>
  <PresentationFormat>宽屏</PresentationFormat>
  <Paragraphs>38</Paragraphs>
  <Slides>11</Slides>
  <Notes>1</Notes>
  <HiddenSlides>0</HiddenSlides>
  <MMClips>0</MMClips>
  <ScaleCrop>false</ScaleCrop>
  <HeadingPairs>
    <vt:vector size="6" baseType="variant">
      <vt:variant>
        <vt:lpstr>已用的字体</vt:lpstr>
      </vt:variant>
      <vt:variant>
        <vt:i4>7</vt:i4>
      </vt:variant>
      <vt:variant>
        <vt:lpstr>主题</vt:lpstr>
      </vt:variant>
      <vt:variant>
        <vt:i4>5</vt:i4>
      </vt:variant>
      <vt:variant>
        <vt:lpstr>幻灯片标题</vt:lpstr>
      </vt:variant>
      <vt:variant>
        <vt:i4>11</vt:i4>
      </vt:variant>
    </vt:vector>
  </HeadingPairs>
  <TitlesOfParts>
    <vt:vector size="23" baseType="lpstr">
      <vt:lpstr>思源黑体</vt:lpstr>
      <vt:lpstr>思源黑体 CN</vt:lpstr>
      <vt:lpstr>思源黑体 CN Normal</vt:lpstr>
      <vt:lpstr>宋体</vt:lpstr>
      <vt:lpstr>微软雅黑 Light</vt:lpstr>
      <vt:lpstr>Arial</vt:lpstr>
      <vt:lpstr>Calibri</vt:lpstr>
      <vt:lpstr>封面</vt:lpstr>
      <vt:lpstr>1_封面</vt:lpstr>
      <vt:lpstr>2_封面</vt:lpstr>
      <vt:lpstr>3_封面</vt:lpstr>
      <vt:lpstr>4_封面</vt:lpstr>
      <vt:lpstr>PowerPoint 演示文稿</vt:lpstr>
      <vt:lpstr>PowerPoint 演示文稿</vt:lpstr>
      <vt:lpstr>1、自我介绍</vt:lpstr>
      <vt:lpstr>2、工作经历</vt:lpstr>
      <vt:lpstr>3入职后的主要工作</vt:lpstr>
      <vt:lpstr>3.1 主要工作成果</vt:lpstr>
      <vt:lpstr>3.2 产品知识掌握情况</vt:lpstr>
      <vt:lpstr>3.3 制度遵守</vt:lpstr>
      <vt:lpstr>4、工作的规划/展望</vt:lpstr>
      <vt:lpstr>5、对公司和部门的意见和建议</vt:lpstr>
      <vt:lpstr>PowerPoint 演示文稿</vt:lpstr>
    </vt:vector>
  </TitlesOfParts>
  <Manager>iSlide</Manager>
  <Company>iSlide</Company>
  <LinksUpToDate>false</LinksUpToDate>
  <SharedDoc>false</SharedDoc>
  <HyperlinkBase>https://www.islide.cc</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iSlide</dc:creator>
  <cp:lastModifiedBy>che You</cp:lastModifiedBy>
  <cp:revision>424</cp:revision>
  <cp:lastPrinted>2018-04-12T16:00:00Z</cp:lastPrinted>
  <dcterms:created xsi:type="dcterms:W3CDTF">2018-04-12T16:00:00Z</dcterms:created>
  <dcterms:modified xsi:type="dcterms:W3CDTF">2026-03-10T12:57:04Z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48706f29-9ca0-418e-876d-de7b156ca083</vt:lpwstr>
  </property>
  <property fmtid="{D5CDD505-2E9C-101B-9397-08002B2CF9AE}" pid="3" name="KSOProductBuildVer">
    <vt:lpwstr>2052-11.1.0.10578</vt:lpwstr>
  </property>
  <property fmtid="{D5CDD505-2E9C-101B-9397-08002B2CF9AE}" pid="4" name="ICV">
    <vt:lpwstr>FCC6211B1AE34F619C95CBB8A7E3FB85</vt:lpwstr>
  </property>
</Properties>
</file>