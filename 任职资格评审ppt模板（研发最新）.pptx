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2.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charts/chart7.xml" ContentType="application/vnd.openxmlformats-officedocument.drawingml.chart+xml"/>
  <Override PartName="/ppt/charts/style4.xml" ContentType="application/vnd.ms-office.chartstyle+xml"/>
  <Override PartName="/ppt/charts/colors4.xml" ContentType="application/vnd.ms-office.chartcolorstyle+xml"/>
  <Override PartName="/ppt/charts/chart8.xml" ContentType="application/vnd.openxmlformats-officedocument.drawingml.chart+xml"/>
  <Override PartName="/ppt/charts/style5.xml" ContentType="application/vnd.ms-office.chartstyle+xml"/>
  <Override PartName="/ppt/charts/colors5.xml" ContentType="application/vnd.ms-office.chartcolorstyle+xml"/>
  <Override PartName="/ppt/charts/chart9.xml" ContentType="application/vnd.openxmlformats-officedocument.drawingml.chart+xml"/>
  <Override PartName="/ppt/charts/style6.xml" ContentType="application/vnd.ms-office.chartstyle+xml"/>
  <Override PartName="/ppt/charts/colors6.xml" ContentType="application/vnd.ms-office.chartcolorstyle+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charts/chart11.xml" ContentType="application/vnd.openxmlformats-officedocument.drawingml.chart+xml"/>
  <Override PartName="/ppt/charts/style8.xml" ContentType="application/vnd.ms-office.chartstyle+xml"/>
  <Override PartName="/ppt/charts/colors8.xml" ContentType="application/vnd.ms-office.chartcolorstyle+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9.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20.xml" ContentType="application/vnd.openxmlformats-officedocument.drawingml.chart+xml"/>
  <Override PartName="/ppt/charts/style14.xml" ContentType="application/vnd.ms-office.chartstyle+xml"/>
  <Override PartName="/ppt/charts/colors14.xml" ContentType="application/vnd.ms-office.chartcolorstyl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charts/chart21.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22.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27.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8.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9.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30.xml" ContentType="application/vnd.openxmlformats-officedocument.drawingml.chart+xml"/>
  <Override PartName="/ppt/charts/style21.xml" ContentType="application/vnd.ms-office.chartstyle+xml"/>
  <Override PartName="/ppt/charts/colors21.xml" ContentType="application/vnd.ms-office.chartcolorstyl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charts/chart31.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32.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37.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38.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39.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40.xml" ContentType="application/vnd.openxmlformats-officedocument.drawingml.chart+xml"/>
  <Override PartName="/ppt/charts/style28.xml" ContentType="application/vnd.ms-office.chartstyle+xml"/>
  <Override PartName="/ppt/charts/colors28.xml" ContentType="application/vnd.ms-office.chartcolorstyle+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charts/chart41.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42.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47.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48.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49.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50.xml" ContentType="application/vnd.openxmlformats-officedocument.drawingml.chart+xml"/>
  <Override PartName="/ppt/charts/style35.xml" ContentType="application/vnd.ms-office.chartstyle+xml"/>
  <Override PartName="/ppt/charts/colors35.xml" ContentType="application/vnd.ms-office.chartcolorstyl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78" r:id="rId2"/>
    <p:sldMasterId id="2147483708" r:id="rId3"/>
    <p:sldMasterId id="2147483738" r:id="rId4"/>
    <p:sldMasterId id="2147483768" r:id="rId5"/>
  </p:sldMasterIdLst>
  <p:notesMasterIdLst>
    <p:notesMasterId r:id="rId17"/>
  </p:notesMasterIdLst>
  <p:sldIdLst>
    <p:sldId id="352" r:id="rId6"/>
    <p:sldId id="284" r:id="rId7"/>
    <p:sldId id="397" r:id="rId8"/>
    <p:sldId id="385" r:id="rId9"/>
    <p:sldId id="386" r:id="rId10"/>
    <p:sldId id="394" r:id="rId11"/>
    <p:sldId id="395" r:id="rId12"/>
    <p:sldId id="396" r:id="rId13"/>
    <p:sldId id="387" r:id="rId14"/>
    <p:sldId id="393" r:id="rId15"/>
    <p:sldId id="346" r:id="rId16"/>
  </p:sldIdLst>
  <p:sldSz cx="12192000" cy="6858000"/>
  <p:notesSz cx="6858000" cy="9144000"/>
  <p:custDataLst>
    <p:tags r:id="rId1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A58"/>
    <a:srgbClr val="383736"/>
    <a:srgbClr val="FF6600"/>
    <a:srgbClr val="97AED1"/>
    <a:srgbClr val="124796"/>
    <a:srgbClr val="5C7FB7"/>
    <a:srgbClr val="FFA753"/>
    <a:srgbClr val="F3F6F5"/>
    <a:srgbClr val="4FBAFF"/>
    <a:srgbClr val="8FD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65" autoAdjust="0"/>
    <p:restoredTop sz="95406" autoAdjust="0"/>
  </p:normalViewPr>
  <p:slideViewPr>
    <p:cSldViewPr snapToGrid="0">
      <p:cViewPr varScale="1">
        <p:scale>
          <a:sx n="108" d="100"/>
          <a:sy n="108" d="100"/>
        </p:scale>
        <p:origin x="492" y="17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embeddings/oleObject1.bin"/></Relationships>
</file>

<file path=ppt/charts/_rels/chart4.xml.rels><?xml version="1.0" encoding="UTF-8" standalone="yes"?>
<Relationships xmlns="http://schemas.openxmlformats.org/package/2006/relationships"><Relationship Id="rId1" Type="http://schemas.openxmlformats.org/officeDocument/2006/relationships/oleObject" Target="../embeddings/oleObject2.bin"/></Relationships>
</file>

<file path=ppt/charts/_rels/chart5.xml.rels><?xml version="1.0" encoding="UTF-8" standalone="yes"?>
<Relationships xmlns="http://schemas.openxmlformats.org/package/2006/relationships"><Relationship Id="rId1" Type="http://schemas.openxmlformats.org/officeDocument/2006/relationships/oleObject" Target="../embeddings/oleObject3.bin"/></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3.xml.rels><?xml version="1.0" encoding="UTF-8" standalone="yes"?>
<Relationships xmlns="http://schemas.openxmlformats.org/package/2006/relationships"><Relationship Id="rId1" Type="http://schemas.openxmlformats.org/officeDocument/2006/relationships/oleObject" Target="../embeddings/oleObject4.bin"/></Relationships>
</file>

<file path=ppt/charts/_rels/chart14.xml.rels><?xml version="1.0" encoding="UTF-8" standalone="yes"?>
<Relationships xmlns="http://schemas.openxmlformats.org/package/2006/relationships"><Relationship Id="rId1" Type="http://schemas.openxmlformats.org/officeDocument/2006/relationships/oleObject" Target="../embeddings/oleObject5.bin"/></Relationships>
</file>

<file path=ppt/charts/_rels/chart15.xml.rels><?xml version="1.0" encoding="UTF-8" standalone="yes"?>
<Relationships xmlns="http://schemas.openxmlformats.org/package/2006/relationships"><Relationship Id="rId1" Type="http://schemas.openxmlformats.org/officeDocument/2006/relationships/oleObject" Target="../embeddings/oleObject6.bin"/></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23.xml.rels><?xml version="1.0" encoding="UTF-8" standalone="yes"?>
<Relationships xmlns="http://schemas.openxmlformats.org/package/2006/relationships"><Relationship Id="rId1" Type="http://schemas.openxmlformats.org/officeDocument/2006/relationships/oleObject" Target="../embeddings/oleObject7.bin"/></Relationships>
</file>

<file path=ppt/charts/_rels/chart24.xml.rels><?xml version="1.0" encoding="UTF-8" standalone="yes"?>
<Relationships xmlns="http://schemas.openxmlformats.org/package/2006/relationships"><Relationship Id="rId1" Type="http://schemas.openxmlformats.org/officeDocument/2006/relationships/oleObject" Target="../embeddings/oleObject8.bin"/></Relationships>
</file>

<file path=ppt/charts/_rels/chart25.xml.rels><?xml version="1.0" encoding="UTF-8" standalone="yes"?>
<Relationships xmlns="http://schemas.openxmlformats.org/package/2006/relationships"><Relationship Id="rId1" Type="http://schemas.openxmlformats.org/officeDocument/2006/relationships/oleObject" Target="../embeddings/oleObject9.bin"/></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33.xml.rels><?xml version="1.0" encoding="UTF-8" standalone="yes"?>
<Relationships xmlns="http://schemas.openxmlformats.org/package/2006/relationships"><Relationship Id="rId1" Type="http://schemas.openxmlformats.org/officeDocument/2006/relationships/oleObject" Target="../embeddings/oleObject10.bin"/></Relationships>
</file>

<file path=ppt/charts/_rels/chart34.xml.rels><?xml version="1.0" encoding="UTF-8" standalone="yes"?>
<Relationships xmlns="http://schemas.openxmlformats.org/package/2006/relationships"><Relationship Id="rId1" Type="http://schemas.openxmlformats.org/officeDocument/2006/relationships/oleObject" Target="../embeddings/oleObject11.bin"/></Relationships>
</file>

<file path=ppt/charts/_rels/chart35.xml.rels><?xml version="1.0" encoding="UTF-8" standalone="yes"?>
<Relationships xmlns="http://schemas.openxmlformats.org/package/2006/relationships"><Relationship Id="rId1" Type="http://schemas.openxmlformats.org/officeDocument/2006/relationships/oleObject" Target="../embeddings/oleObject12.bin"/></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s>
</file>

<file path=ppt/charts/_rels/chart43.xml.rels><?xml version="1.0" encoding="UTF-8" standalone="yes"?>
<Relationships xmlns="http://schemas.openxmlformats.org/package/2006/relationships"><Relationship Id="rId1" Type="http://schemas.openxmlformats.org/officeDocument/2006/relationships/oleObject" Target="../embeddings/oleObject13.bin"/></Relationships>
</file>

<file path=ppt/charts/_rels/chart44.xml.rels><?xml version="1.0" encoding="UTF-8" standalone="yes"?>
<Relationships xmlns="http://schemas.openxmlformats.org/package/2006/relationships"><Relationship Id="rId1" Type="http://schemas.openxmlformats.org/officeDocument/2006/relationships/oleObject" Target="../embeddings/oleObject14.bin"/></Relationships>
</file>

<file path=ppt/charts/_rels/chart45.xml.rels><?xml version="1.0" encoding="UTF-8" standalone="yes"?>
<Relationships xmlns="http://schemas.openxmlformats.org/package/2006/relationships"><Relationship Id="rId1" Type="http://schemas.openxmlformats.org/officeDocument/2006/relationships/oleObject" Target="../embeddings/oleObject15.bin"/></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1.xml"/><Relationship Id="rId1" Type="http://schemas.microsoft.com/office/2011/relationships/chartStyle" Target="style31.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2.xml"/><Relationship Id="rId1" Type="http://schemas.microsoft.com/office/2011/relationships/chartStyle" Target="style32.xml"/></Relationships>
</file>

<file path=ppt/charts/_rels/chart48.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3.xml"/><Relationship Id="rId1" Type="http://schemas.microsoft.com/office/2011/relationships/chartStyle" Target="style33.xml"/></Relationships>
</file>

<file path=ppt/charts/_rels/chart49.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4.xml"/><Relationship Id="rId1" Type="http://schemas.microsoft.com/office/2011/relationships/chartStyle" Target="style34.xml"/></Relationships>
</file>

<file path=ppt/charts/_rels/chart50.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5.xml"/><Relationship Id="rId1" Type="http://schemas.microsoft.com/office/2011/relationships/chartStyle" Target="style3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Lbl>
              <c:idx val="0"/>
              <c:layout>
                <c:manualLayout>
                  <c:x val="0"/>
                  <c:y val="-4.08199413495161E-3"/>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D4B1-499D-9473-C5784141F829}"/>
                </c:ext>
              </c:extLst>
            </c:dLbl>
            <c:dLbl>
              <c:idx val="1"/>
              <c:layout>
                <c:manualLayout>
                  <c:x val="-7.1784850042090901E-17"/>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4B1-499D-9473-C5784141F829}"/>
                </c:ext>
              </c:extLst>
            </c:dLbl>
            <c:dLbl>
              <c:idx val="2"/>
              <c:layout>
                <c:manualLayout>
                  <c:x val="-7.1784850042090901E-17"/>
                  <c:y val="4.728065149116609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4B1-499D-9473-C5784141F829}"/>
                </c:ext>
              </c:extLst>
            </c:dLbl>
            <c:dLbl>
              <c:idx val="3"/>
              <c:layout>
                <c:manualLayout>
                  <c:x val="1.95779125382193E-3"/>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4B1-499D-9473-C5784141F829}"/>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D4B1-499D-9473-C5784141F829}"/>
            </c:ext>
          </c:extLst>
        </c:ser>
        <c:ser>
          <c:idx val="1"/>
          <c:order val="1"/>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4B1-499D-9473-C5784141F829}"/>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4B1-499D-9473-C5784141F829}"/>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4B1-499D-9473-C5784141F829}"/>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4B1-499D-9473-C5784141F829}"/>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9-D4B1-499D-9473-C5784141F829}"/>
            </c:ext>
          </c:extLst>
        </c:ser>
        <c:ser>
          <c:idx val="2"/>
          <c:order val="2"/>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4B1-499D-9473-C5784141F829}"/>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D4B1-499D-9473-C5784141F829}"/>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D4B1-499D-9473-C5784141F829}"/>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D4B1-499D-9473-C5784141F829}"/>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E-D4B1-499D-9473-C5784141F829}"/>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1"/>
          <c:order val="0"/>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66B-4EFE-B06A-0C7DED66DBEB}"/>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66B-4EFE-B06A-0C7DED66DBEB}"/>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66B-4EFE-B06A-0C7DED66DBEB}"/>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66B-4EFE-B06A-0C7DED66DBEB}"/>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766B-4EFE-B06A-0C7DED66DBEB}"/>
            </c:ext>
          </c:extLst>
        </c:ser>
        <c:ser>
          <c:idx val="2"/>
          <c:order val="1"/>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66B-4EFE-B06A-0C7DED66DBEB}"/>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66B-4EFE-B06A-0C7DED66DBEB}"/>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66B-4EFE-B06A-0C7DED66DBEB}"/>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66B-4EFE-B06A-0C7DED66DBEB}"/>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9-766B-4EFE-B06A-0C7DED66DBEB}"/>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85F-4D00-97D7-F62718522D0F}"/>
            </c:ext>
          </c:extLst>
        </c:ser>
        <c:ser>
          <c:idx val="1"/>
          <c:order val="1"/>
          <c:tx>
            <c:strRef>
              <c:f>Sheet1!$C$1</c:f>
              <c:strCache>
                <c:ptCount val="1"/>
                <c:pt idx="0">
                  <c:v>Series 2</c:v>
                </c:pt>
              </c:strCache>
            </c:strRef>
          </c:tx>
          <c:spPr>
            <a:solidFill>
              <a:schemeClr val="accent2"/>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85F-4D00-97D7-F62718522D0F}"/>
            </c:ext>
          </c:extLst>
        </c:ser>
        <c:dLbls>
          <c:showLegendKey val="0"/>
          <c:showVal val="0"/>
          <c:showCatName val="0"/>
          <c:showSerName val="0"/>
          <c:showPercent val="0"/>
          <c:showBubbleSize val="0"/>
        </c:dLbls>
        <c:gapWidth val="150"/>
        <c:axId val="534021000"/>
        <c:axId val="534019432"/>
      </c:barChart>
      <c:catAx>
        <c:axId val="534021000"/>
        <c:scaling>
          <c:orientation val="minMax"/>
        </c:scaling>
        <c:delete val="1"/>
        <c:axPos val="b"/>
        <c:numFmt formatCode="General" sourceLinked="0"/>
        <c:majorTickMark val="out"/>
        <c:minorTickMark val="none"/>
        <c:tickLblPos val="nextTo"/>
        <c:crossAx val="534019432"/>
        <c:crosses val="autoZero"/>
        <c:auto val="1"/>
        <c:lblAlgn val="ctr"/>
        <c:lblOffset val="100"/>
        <c:noMultiLvlLbl val="0"/>
      </c:catAx>
      <c:valAx>
        <c:axId val="5340194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00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4"/>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c:v>
                </c:pt>
                <c:pt idx="1">
                  <c:v>2.5</c:v>
                </c:pt>
                <c:pt idx="2">
                  <c:v>3.5</c:v>
                </c:pt>
                <c:pt idx="3">
                  <c:v>4.5</c:v>
                </c:pt>
              </c:numCache>
            </c:numRef>
          </c:val>
          <c:extLst>
            <c:ext xmlns:c16="http://schemas.microsoft.com/office/drawing/2014/chart" uri="{C3380CC4-5D6E-409C-BE32-E72D297353CC}">
              <c16:uniqueId val="{00000000-1CE0-4715-89C1-5B08B32E22F6}"/>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4</c:v>
                </c:pt>
                <c:pt idx="1">
                  <c:v>4.4000000000000004</c:v>
                </c:pt>
                <c:pt idx="2">
                  <c:v>1.8</c:v>
                </c:pt>
                <c:pt idx="3">
                  <c:v>2.8</c:v>
                </c:pt>
              </c:numCache>
            </c:numRef>
          </c:val>
          <c:extLst>
            <c:ext xmlns:c16="http://schemas.microsoft.com/office/drawing/2014/chart" uri="{C3380CC4-5D6E-409C-BE32-E72D297353CC}">
              <c16:uniqueId val="{00000001-1CE0-4715-89C1-5B08B32E22F6}"/>
            </c:ext>
          </c:extLst>
        </c:ser>
        <c:dLbls>
          <c:showLegendKey val="0"/>
          <c:showVal val="0"/>
          <c:showCatName val="0"/>
          <c:showSerName val="0"/>
          <c:showPercent val="0"/>
          <c:showBubbleSize val="0"/>
        </c:dLbls>
        <c:gapWidth val="150"/>
        <c:axId val="534021784"/>
        <c:axId val="534019040"/>
      </c:barChart>
      <c:catAx>
        <c:axId val="534021784"/>
        <c:scaling>
          <c:orientation val="minMax"/>
        </c:scaling>
        <c:delete val="1"/>
        <c:axPos val="b"/>
        <c:numFmt formatCode="General" sourceLinked="0"/>
        <c:majorTickMark val="out"/>
        <c:minorTickMark val="none"/>
        <c:tickLblPos val="nextTo"/>
        <c:crossAx val="534019040"/>
        <c:crosses val="autoZero"/>
        <c:auto val="1"/>
        <c:lblAlgn val="ctr"/>
        <c:lblOffset val="100"/>
        <c:noMultiLvlLbl val="0"/>
      </c:catAx>
      <c:valAx>
        <c:axId val="534019040"/>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784"/>
        <c:crosses val="autoZero"/>
        <c:crossBetween val="between"/>
      </c:valAx>
      <c:spPr>
        <a:noFill/>
        <a:ln w="25400">
          <a:noFill/>
        </a:ln>
      </c:spPr>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4FBAFF"/>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3</c:v>
                </c:pt>
                <c:pt idx="2">
                  <c:v>3.5</c:v>
                </c:pt>
                <c:pt idx="3">
                  <c:v>4.5</c:v>
                </c:pt>
              </c:numCache>
            </c:numRef>
          </c:val>
          <c:extLst>
            <c:ext xmlns:c16="http://schemas.microsoft.com/office/drawing/2014/chart" uri="{C3380CC4-5D6E-409C-BE32-E72D297353CC}">
              <c16:uniqueId val="{00000000-E1BD-4B07-BFCF-A33138F33E54}"/>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c:v>
                </c:pt>
                <c:pt idx="2">
                  <c:v>1.8</c:v>
                </c:pt>
                <c:pt idx="3">
                  <c:v>2.8</c:v>
                </c:pt>
              </c:numCache>
            </c:numRef>
          </c:val>
          <c:extLst>
            <c:ext xmlns:c16="http://schemas.microsoft.com/office/drawing/2014/chart" uri="{C3380CC4-5D6E-409C-BE32-E72D297353CC}">
              <c16:uniqueId val="{00000001-E1BD-4B07-BFCF-A33138F33E54}"/>
            </c:ext>
          </c:extLst>
        </c:ser>
        <c:dLbls>
          <c:showLegendKey val="0"/>
          <c:showVal val="0"/>
          <c:showCatName val="0"/>
          <c:showSerName val="0"/>
          <c:showPercent val="0"/>
          <c:showBubbleSize val="0"/>
        </c:dLbls>
        <c:gapWidth val="150"/>
        <c:axId val="534017080"/>
        <c:axId val="534018256"/>
      </c:barChart>
      <c:catAx>
        <c:axId val="534017080"/>
        <c:scaling>
          <c:orientation val="minMax"/>
        </c:scaling>
        <c:delete val="1"/>
        <c:axPos val="b"/>
        <c:numFmt formatCode="General" sourceLinked="0"/>
        <c:majorTickMark val="out"/>
        <c:minorTickMark val="none"/>
        <c:tickLblPos val="nextTo"/>
        <c:crossAx val="534018256"/>
        <c:crosses val="autoZero"/>
        <c:auto val="1"/>
        <c:lblAlgn val="ctr"/>
        <c:lblOffset val="100"/>
        <c:noMultiLvlLbl val="0"/>
      </c:catAx>
      <c:valAx>
        <c:axId val="534018256"/>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1708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F8E1-4D2A-844A-157B3DA7774B}"/>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F8E1-4D2A-844A-157B3DA7774B}"/>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F8E1-4D2A-844A-157B3DA7774B}"/>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EBE1-4150-B1C4-5665F8D3D820}"/>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EBE1-4150-B1C4-5665F8D3D820}"/>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EBE1-4150-B1C4-5665F8D3D820}"/>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DD4D-4894-8AB0-AE24335BFFD6}"/>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DD4D-4894-8AB0-AE24335BFFD6}"/>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DD4D-4894-8AB0-AE24335BFFD6}"/>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23C-4C41-AF64-1B0B7229AD15}"/>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23C-4C41-AF64-1B0B7229AD15}"/>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4FBAFF"/>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B23C-4C41-AF64-1B0B7229AD15}"/>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rgbClr val="0089FF"/>
            </a:solidFill>
            <a:ln>
              <a:solidFill>
                <a:srgbClr val="0089FF"/>
              </a:solid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B4B-41E7-B8AD-3A2FD2DA0E07}"/>
            </c:ext>
          </c:extLst>
        </c:ser>
        <c:ser>
          <c:idx val="1"/>
          <c:order val="1"/>
          <c:tx>
            <c:strRef>
              <c:f>Sheet1!$C$1</c:f>
              <c:strCache>
                <c:ptCount val="1"/>
                <c:pt idx="0">
                  <c:v>系列 2</c:v>
                </c:pt>
              </c:strCache>
            </c:strRef>
          </c:tx>
          <c:spPr>
            <a:solidFill>
              <a:srgbClr val="8FD6FF"/>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B4B-41E7-B8AD-3A2FD2DA0E07}"/>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124796"/>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B4B-41E7-B8AD-3A2FD2DA0E07}"/>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Lbl>
              <c:idx val="0"/>
              <c:layout>
                <c:manualLayout>
                  <c:x val="0"/>
                  <c:y val="-4.08199413495161E-3"/>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3901-44AB-B299-99A34917A6BE}"/>
                </c:ext>
              </c:extLst>
            </c:dLbl>
            <c:dLbl>
              <c:idx val="1"/>
              <c:layout>
                <c:manualLayout>
                  <c:x val="-7.1784850042090901E-17"/>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901-44AB-B299-99A34917A6BE}"/>
                </c:ext>
              </c:extLst>
            </c:dLbl>
            <c:dLbl>
              <c:idx val="2"/>
              <c:layout>
                <c:manualLayout>
                  <c:x val="-7.1784850042090901E-17"/>
                  <c:y val="4.728065149116609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901-44AB-B299-99A34917A6BE}"/>
                </c:ext>
              </c:extLst>
            </c:dLbl>
            <c:dLbl>
              <c:idx val="3"/>
              <c:layout>
                <c:manualLayout>
                  <c:x val="1.95779125382193E-3"/>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901-44AB-B299-99A34917A6BE}"/>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3901-44AB-B299-99A34917A6BE}"/>
            </c:ext>
          </c:extLst>
        </c:ser>
        <c:ser>
          <c:idx val="1"/>
          <c:order val="1"/>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901-44AB-B299-99A34917A6BE}"/>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901-44AB-B299-99A34917A6BE}"/>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901-44AB-B299-99A34917A6BE}"/>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901-44AB-B299-99A34917A6BE}"/>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9-3901-44AB-B299-99A34917A6BE}"/>
            </c:ext>
          </c:extLst>
        </c:ser>
        <c:ser>
          <c:idx val="2"/>
          <c:order val="2"/>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901-44AB-B299-99A34917A6BE}"/>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901-44AB-B299-99A34917A6BE}"/>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901-44AB-B299-99A34917A6BE}"/>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901-44AB-B299-99A34917A6BE}"/>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E-3901-44AB-B299-99A34917A6BE}"/>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1"/>
          <c:order val="0"/>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189-4C58-937A-51A26F8EDF18}"/>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189-4C58-937A-51A26F8EDF18}"/>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189-4C58-937A-51A26F8EDF18}"/>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189-4C58-937A-51A26F8EDF1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D189-4C58-937A-51A26F8EDF18}"/>
            </c:ext>
          </c:extLst>
        </c:ser>
        <c:ser>
          <c:idx val="2"/>
          <c:order val="1"/>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189-4C58-937A-51A26F8EDF18}"/>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189-4C58-937A-51A26F8EDF18}"/>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189-4C58-937A-51A26F8EDF18}"/>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189-4C58-937A-51A26F8EDF1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9-D189-4C58-937A-51A26F8EDF18}"/>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D3D-4AB1-B5C0-6EBBD6CA0AA1}"/>
            </c:ext>
          </c:extLst>
        </c:ser>
        <c:ser>
          <c:idx val="1"/>
          <c:order val="1"/>
          <c:tx>
            <c:strRef>
              <c:f>Sheet1!$C$1</c:f>
              <c:strCache>
                <c:ptCount val="1"/>
                <c:pt idx="0">
                  <c:v>Series 2</c:v>
                </c:pt>
              </c:strCache>
            </c:strRef>
          </c:tx>
          <c:spPr>
            <a:solidFill>
              <a:schemeClr val="accent2"/>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D3D-4AB1-B5C0-6EBBD6CA0AA1}"/>
            </c:ext>
          </c:extLst>
        </c:ser>
        <c:dLbls>
          <c:showLegendKey val="0"/>
          <c:showVal val="0"/>
          <c:showCatName val="0"/>
          <c:showSerName val="0"/>
          <c:showPercent val="0"/>
          <c:showBubbleSize val="0"/>
        </c:dLbls>
        <c:gapWidth val="150"/>
        <c:axId val="534021000"/>
        <c:axId val="534019432"/>
      </c:barChart>
      <c:catAx>
        <c:axId val="534021000"/>
        <c:scaling>
          <c:orientation val="minMax"/>
        </c:scaling>
        <c:delete val="1"/>
        <c:axPos val="b"/>
        <c:numFmt formatCode="General" sourceLinked="0"/>
        <c:majorTickMark val="out"/>
        <c:minorTickMark val="none"/>
        <c:tickLblPos val="nextTo"/>
        <c:crossAx val="534019432"/>
        <c:crosses val="autoZero"/>
        <c:auto val="1"/>
        <c:lblAlgn val="ctr"/>
        <c:lblOffset val="100"/>
        <c:noMultiLvlLbl val="0"/>
      </c:catAx>
      <c:valAx>
        <c:axId val="5340194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00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4"/>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c:v>
                </c:pt>
                <c:pt idx="1">
                  <c:v>2.5</c:v>
                </c:pt>
                <c:pt idx="2">
                  <c:v>3.5</c:v>
                </c:pt>
                <c:pt idx="3">
                  <c:v>4.5</c:v>
                </c:pt>
              </c:numCache>
            </c:numRef>
          </c:val>
          <c:extLst>
            <c:ext xmlns:c16="http://schemas.microsoft.com/office/drawing/2014/chart" uri="{C3380CC4-5D6E-409C-BE32-E72D297353CC}">
              <c16:uniqueId val="{00000000-857C-442C-ABE3-ABE2604963B3}"/>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4</c:v>
                </c:pt>
                <c:pt idx="1">
                  <c:v>4.4000000000000004</c:v>
                </c:pt>
                <c:pt idx="2">
                  <c:v>1.8</c:v>
                </c:pt>
                <c:pt idx="3">
                  <c:v>2.8</c:v>
                </c:pt>
              </c:numCache>
            </c:numRef>
          </c:val>
          <c:extLst>
            <c:ext xmlns:c16="http://schemas.microsoft.com/office/drawing/2014/chart" uri="{C3380CC4-5D6E-409C-BE32-E72D297353CC}">
              <c16:uniqueId val="{00000001-857C-442C-ABE3-ABE2604963B3}"/>
            </c:ext>
          </c:extLst>
        </c:ser>
        <c:dLbls>
          <c:showLegendKey val="0"/>
          <c:showVal val="0"/>
          <c:showCatName val="0"/>
          <c:showSerName val="0"/>
          <c:showPercent val="0"/>
          <c:showBubbleSize val="0"/>
        </c:dLbls>
        <c:gapWidth val="150"/>
        <c:axId val="534021784"/>
        <c:axId val="534019040"/>
      </c:barChart>
      <c:catAx>
        <c:axId val="534021784"/>
        <c:scaling>
          <c:orientation val="minMax"/>
        </c:scaling>
        <c:delete val="1"/>
        <c:axPos val="b"/>
        <c:numFmt formatCode="General" sourceLinked="0"/>
        <c:majorTickMark val="out"/>
        <c:minorTickMark val="none"/>
        <c:tickLblPos val="nextTo"/>
        <c:crossAx val="534019040"/>
        <c:crosses val="autoZero"/>
        <c:auto val="1"/>
        <c:lblAlgn val="ctr"/>
        <c:lblOffset val="100"/>
        <c:noMultiLvlLbl val="0"/>
      </c:catAx>
      <c:valAx>
        <c:axId val="534019040"/>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784"/>
        <c:crosses val="autoZero"/>
        <c:crossBetween val="between"/>
      </c:valAx>
      <c:spPr>
        <a:noFill/>
        <a:ln w="25400">
          <a:noFill/>
        </a:ln>
      </c:spPr>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4FBAFF"/>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3</c:v>
                </c:pt>
                <c:pt idx="2">
                  <c:v>3.5</c:v>
                </c:pt>
                <c:pt idx="3">
                  <c:v>4.5</c:v>
                </c:pt>
              </c:numCache>
            </c:numRef>
          </c:val>
          <c:extLst>
            <c:ext xmlns:c16="http://schemas.microsoft.com/office/drawing/2014/chart" uri="{C3380CC4-5D6E-409C-BE32-E72D297353CC}">
              <c16:uniqueId val="{00000000-0E87-4A1B-8ABC-A464208288D1}"/>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c:v>
                </c:pt>
                <c:pt idx="2">
                  <c:v>1.8</c:v>
                </c:pt>
                <c:pt idx="3">
                  <c:v>2.8</c:v>
                </c:pt>
              </c:numCache>
            </c:numRef>
          </c:val>
          <c:extLst>
            <c:ext xmlns:c16="http://schemas.microsoft.com/office/drawing/2014/chart" uri="{C3380CC4-5D6E-409C-BE32-E72D297353CC}">
              <c16:uniqueId val="{00000001-0E87-4A1B-8ABC-A464208288D1}"/>
            </c:ext>
          </c:extLst>
        </c:ser>
        <c:dLbls>
          <c:showLegendKey val="0"/>
          <c:showVal val="0"/>
          <c:showCatName val="0"/>
          <c:showSerName val="0"/>
          <c:showPercent val="0"/>
          <c:showBubbleSize val="0"/>
        </c:dLbls>
        <c:gapWidth val="150"/>
        <c:axId val="534017080"/>
        <c:axId val="534018256"/>
      </c:barChart>
      <c:catAx>
        <c:axId val="534017080"/>
        <c:scaling>
          <c:orientation val="minMax"/>
        </c:scaling>
        <c:delete val="1"/>
        <c:axPos val="b"/>
        <c:numFmt formatCode="General" sourceLinked="0"/>
        <c:majorTickMark val="out"/>
        <c:minorTickMark val="none"/>
        <c:tickLblPos val="nextTo"/>
        <c:crossAx val="534018256"/>
        <c:crosses val="autoZero"/>
        <c:auto val="1"/>
        <c:lblAlgn val="ctr"/>
        <c:lblOffset val="100"/>
        <c:noMultiLvlLbl val="0"/>
      </c:catAx>
      <c:valAx>
        <c:axId val="534018256"/>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1708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1D7-44B4-9DCB-0B7E107C0B45}"/>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1D7-44B4-9DCB-0B7E107C0B45}"/>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1D7-44B4-9DCB-0B7E107C0B45}"/>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C94-4E8A-A791-96331BFBB570}"/>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C94-4E8A-A791-96331BFBB570}"/>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C94-4E8A-A791-96331BFBB570}"/>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73E-47C6-8713-AA2917F8C705}"/>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73E-47C6-8713-AA2917F8C705}"/>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73E-47C6-8713-AA2917F8C705}"/>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53B-4B74-A015-D9C252FBE869}"/>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53B-4B74-A015-D9C252FBE869}"/>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4FBAFF"/>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553B-4B74-A015-D9C252FBE869}"/>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rgbClr val="0089FF"/>
            </a:solidFill>
            <a:ln>
              <a:solidFill>
                <a:srgbClr val="0089FF"/>
              </a:solid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B28-4405-A84D-A4C19C5F4FC7}"/>
            </c:ext>
          </c:extLst>
        </c:ser>
        <c:ser>
          <c:idx val="1"/>
          <c:order val="1"/>
          <c:tx>
            <c:strRef>
              <c:f>Sheet1!$C$1</c:f>
              <c:strCache>
                <c:ptCount val="1"/>
                <c:pt idx="0">
                  <c:v>系列 2</c:v>
                </c:pt>
              </c:strCache>
            </c:strRef>
          </c:tx>
          <c:spPr>
            <a:solidFill>
              <a:srgbClr val="8FD6FF"/>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B28-4405-A84D-A4C19C5F4FC7}"/>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124796"/>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6B28-4405-A84D-A4C19C5F4FC7}"/>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Lbl>
              <c:idx val="0"/>
              <c:layout>
                <c:manualLayout>
                  <c:x val="0"/>
                  <c:y val="-4.08199413495161E-3"/>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77D0-4D9A-8A30-023D80856C50}"/>
                </c:ext>
              </c:extLst>
            </c:dLbl>
            <c:dLbl>
              <c:idx val="1"/>
              <c:layout>
                <c:manualLayout>
                  <c:x val="-7.1784850042090901E-17"/>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7D0-4D9A-8A30-023D80856C50}"/>
                </c:ext>
              </c:extLst>
            </c:dLbl>
            <c:dLbl>
              <c:idx val="2"/>
              <c:layout>
                <c:manualLayout>
                  <c:x val="-7.1784850042090901E-17"/>
                  <c:y val="4.728065149116609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7D0-4D9A-8A30-023D80856C50}"/>
                </c:ext>
              </c:extLst>
            </c:dLbl>
            <c:dLbl>
              <c:idx val="3"/>
              <c:layout>
                <c:manualLayout>
                  <c:x val="1.95779125382193E-3"/>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7D0-4D9A-8A30-023D80856C50}"/>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77D0-4D9A-8A30-023D80856C50}"/>
            </c:ext>
          </c:extLst>
        </c:ser>
        <c:ser>
          <c:idx val="1"/>
          <c:order val="1"/>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7D0-4D9A-8A30-023D80856C50}"/>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7D0-4D9A-8A30-023D80856C50}"/>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7D0-4D9A-8A30-023D80856C50}"/>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7D0-4D9A-8A30-023D80856C50}"/>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9-77D0-4D9A-8A30-023D80856C50}"/>
            </c:ext>
          </c:extLst>
        </c:ser>
        <c:ser>
          <c:idx val="2"/>
          <c:order val="2"/>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7D0-4D9A-8A30-023D80856C50}"/>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7D0-4D9A-8A30-023D80856C50}"/>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7D0-4D9A-8A30-023D80856C50}"/>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7D0-4D9A-8A30-023D80856C50}"/>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E-77D0-4D9A-8A30-023D80856C50}"/>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1"/>
          <c:order val="0"/>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7C-4315-90C2-F83E4C6D72D8}"/>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D7C-4315-90C2-F83E4C6D72D8}"/>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D7C-4315-90C2-F83E4C6D72D8}"/>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D7C-4315-90C2-F83E4C6D72D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3D7C-4315-90C2-F83E4C6D72D8}"/>
            </c:ext>
          </c:extLst>
        </c:ser>
        <c:ser>
          <c:idx val="2"/>
          <c:order val="1"/>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D7C-4315-90C2-F83E4C6D72D8}"/>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D7C-4315-90C2-F83E4C6D72D8}"/>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D7C-4315-90C2-F83E4C6D72D8}"/>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D7C-4315-90C2-F83E4C6D72D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9-3D7C-4315-90C2-F83E4C6D72D8}"/>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E6E-461B-8530-F4B1D7810510}"/>
            </c:ext>
          </c:extLst>
        </c:ser>
        <c:ser>
          <c:idx val="1"/>
          <c:order val="1"/>
          <c:tx>
            <c:strRef>
              <c:f>Sheet1!$C$1</c:f>
              <c:strCache>
                <c:ptCount val="1"/>
                <c:pt idx="0">
                  <c:v>Series 2</c:v>
                </c:pt>
              </c:strCache>
            </c:strRef>
          </c:tx>
          <c:spPr>
            <a:solidFill>
              <a:schemeClr val="accent2"/>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E6E-461B-8530-F4B1D7810510}"/>
            </c:ext>
          </c:extLst>
        </c:ser>
        <c:dLbls>
          <c:showLegendKey val="0"/>
          <c:showVal val="0"/>
          <c:showCatName val="0"/>
          <c:showSerName val="0"/>
          <c:showPercent val="0"/>
          <c:showBubbleSize val="0"/>
        </c:dLbls>
        <c:gapWidth val="150"/>
        <c:axId val="534021000"/>
        <c:axId val="534019432"/>
      </c:barChart>
      <c:catAx>
        <c:axId val="534021000"/>
        <c:scaling>
          <c:orientation val="minMax"/>
        </c:scaling>
        <c:delete val="1"/>
        <c:axPos val="b"/>
        <c:numFmt formatCode="General" sourceLinked="0"/>
        <c:majorTickMark val="out"/>
        <c:minorTickMark val="none"/>
        <c:tickLblPos val="nextTo"/>
        <c:crossAx val="534019432"/>
        <c:crosses val="autoZero"/>
        <c:auto val="1"/>
        <c:lblAlgn val="ctr"/>
        <c:lblOffset val="100"/>
        <c:noMultiLvlLbl val="0"/>
      </c:catAx>
      <c:valAx>
        <c:axId val="5340194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00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4"/>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c:v>
                </c:pt>
                <c:pt idx="1">
                  <c:v>2.5</c:v>
                </c:pt>
                <c:pt idx="2">
                  <c:v>3.5</c:v>
                </c:pt>
                <c:pt idx="3">
                  <c:v>4.5</c:v>
                </c:pt>
              </c:numCache>
            </c:numRef>
          </c:val>
          <c:extLst>
            <c:ext xmlns:c16="http://schemas.microsoft.com/office/drawing/2014/chart" uri="{C3380CC4-5D6E-409C-BE32-E72D297353CC}">
              <c16:uniqueId val="{00000000-B623-4046-8268-C44EB36BE931}"/>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4</c:v>
                </c:pt>
                <c:pt idx="1">
                  <c:v>4.4000000000000004</c:v>
                </c:pt>
                <c:pt idx="2">
                  <c:v>1.8</c:v>
                </c:pt>
                <c:pt idx="3">
                  <c:v>2.8</c:v>
                </c:pt>
              </c:numCache>
            </c:numRef>
          </c:val>
          <c:extLst>
            <c:ext xmlns:c16="http://schemas.microsoft.com/office/drawing/2014/chart" uri="{C3380CC4-5D6E-409C-BE32-E72D297353CC}">
              <c16:uniqueId val="{00000001-B623-4046-8268-C44EB36BE931}"/>
            </c:ext>
          </c:extLst>
        </c:ser>
        <c:dLbls>
          <c:showLegendKey val="0"/>
          <c:showVal val="0"/>
          <c:showCatName val="0"/>
          <c:showSerName val="0"/>
          <c:showPercent val="0"/>
          <c:showBubbleSize val="0"/>
        </c:dLbls>
        <c:gapWidth val="150"/>
        <c:axId val="534021784"/>
        <c:axId val="534019040"/>
      </c:barChart>
      <c:catAx>
        <c:axId val="534021784"/>
        <c:scaling>
          <c:orientation val="minMax"/>
        </c:scaling>
        <c:delete val="1"/>
        <c:axPos val="b"/>
        <c:numFmt formatCode="General" sourceLinked="0"/>
        <c:majorTickMark val="out"/>
        <c:minorTickMark val="none"/>
        <c:tickLblPos val="nextTo"/>
        <c:crossAx val="534019040"/>
        <c:crosses val="autoZero"/>
        <c:auto val="1"/>
        <c:lblAlgn val="ctr"/>
        <c:lblOffset val="100"/>
        <c:noMultiLvlLbl val="0"/>
      </c:catAx>
      <c:valAx>
        <c:axId val="534019040"/>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784"/>
        <c:crosses val="autoZero"/>
        <c:crossBetween val="between"/>
      </c:valAx>
      <c:spPr>
        <a:noFill/>
        <a:ln w="25400">
          <a:noFill/>
        </a:ln>
      </c:spPr>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4FBAFF"/>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3</c:v>
                </c:pt>
                <c:pt idx="2">
                  <c:v>3.5</c:v>
                </c:pt>
                <c:pt idx="3">
                  <c:v>4.5</c:v>
                </c:pt>
              </c:numCache>
            </c:numRef>
          </c:val>
          <c:extLst>
            <c:ext xmlns:c16="http://schemas.microsoft.com/office/drawing/2014/chart" uri="{C3380CC4-5D6E-409C-BE32-E72D297353CC}">
              <c16:uniqueId val="{00000000-AE98-436E-A6C7-337E9F9A6F3B}"/>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c:v>
                </c:pt>
                <c:pt idx="2">
                  <c:v>1.8</c:v>
                </c:pt>
                <c:pt idx="3">
                  <c:v>2.8</c:v>
                </c:pt>
              </c:numCache>
            </c:numRef>
          </c:val>
          <c:extLst>
            <c:ext xmlns:c16="http://schemas.microsoft.com/office/drawing/2014/chart" uri="{C3380CC4-5D6E-409C-BE32-E72D297353CC}">
              <c16:uniqueId val="{00000001-AE98-436E-A6C7-337E9F9A6F3B}"/>
            </c:ext>
          </c:extLst>
        </c:ser>
        <c:dLbls>
          <c:showLegendKey val="0"/>
          <c:showVal val="0"/>
          <c:showCatName val="0"/>
          <c:showSerName val="0"/>
          <c:showPercent val="0"/>
          <c:showBubbleSize val="0"/>
        </c:dLbls>
        <c:gapWidth val="150"/>
        <c:axId val="534017080"/>
        <c:axId val="534018256"/>
      </c:barChart>
      <c:catAx>
        <c:axId val="534017080"/>
        <c:scaling>
          <c:orientation val="minMax"/>
        </c:scaling>
        <c:delete val="1"/>
        <c:axPos val="b"/>
        <c:numFmt formatCode="General" sourceLinked="0"/>
        <c:majorTickMark val="out"/>
        <c:minorTickMark val="none"/>
        <c:tickLblPos val="nextTo"/>
        <c:crossAx val="534018256"/>
        <c:crosses val="autoZero"/>
        <c:auto val="1"/>
        <c:lblAlgn val="ctr"/>
        <c:lblOffset val="100"/>
        <c:noMultiLvlLbl val="0"/>
      </c:catAx>
      <c:valAx>
        <c:axId val="534018256"/>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1708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3623-4C62-A7D8-F230F68DD736}"/>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3623-4C62-A7D8-F230F68DD736}"/>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3623-4C62-A7D8-F230F68DD736}"/>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D904-4C4E-B800-9E56A9FC9B54}"/>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D904-4C4E-B800-9E56A9FC9B54}"/>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D904-4C4E-B800-9E56A9FC9B54}"/>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43E-4DC9-8CC5-210A0942E52D}"/>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43E-4DC9-8CC5-210A0942E52D}"/>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43E-4DC9-8CC5-210A0942E52D}"/>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929E-49CE-9221-1C6EF04F03E2}"/>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929E-49CE-9221-1C6EF04F03E2}"/>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4FBAFF"/>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929E-49CE-9221-1C6EF04F03E2}"/>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rgbClr val="0089FF"/>
            </a:solidFill>
            <a:ln>
              <a:solidFill>
                <a:srgbClr val="0089FF"/>
              </a:solid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2FB-4AB6-A3A5-6B5EDEB36482}"/>
            </c:ext>
          </c:extLst>
        </c:ser>
        <c:ser>
          <c:idx val="1"/>
          <c:order val="1"/>
          <c:tx>
            <c:strRef>
              <c:f>Sheet1!$C$1</c:f>
              <c:strCache>
                <c:ptCount val="1"/>
                <c:pt idx="0">
                  <c:v>系列 2</c:v>
                </c:pt>
              </c:strCache>
            </c:strRef>
          </c:tx>
          <c:spPr>
            <a:solidFill>
              <a:srgbClr val="8FD6FF"/>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2FB-4AB6-A3A5-6B5EDEB36482}"/>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124796"/>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82FB-4AB6-A3A5-6B5EDEB36482}"/>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Lbl>
              <c:idx val="0"/>
              <c:layout>
                <c:manualLayout>
                  <c:x val="0"/>
                  <c:y val="-4.08199413495161E-3"/>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4A03-4D5C-AD36-1CAF6A2098C1}"/>
                </c:ext>
              </c:extLst>
            </c:dLbl>
            <c:dLbl>
              <c:idx val="1"/>
              <c:layout>
                <c:manualLayout>
                  <c:x val="-7.1784850042090901E-17"/>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A03-4D5C-AD36-1CAF6A2098C1}"/>
                </c:ext>
              </c:extLst>
            </c:dLbl>
            <c:dLbl>
              <c:idx val="2"/>
              <c:layout>
                <c:manualLayout>
                  <c:x val="-7.1784850042090901E-17"/>
                  <c:y val="4.728065149116609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A03-4D5C-AD36-1CAF6A2098C1}"/>
                </c:ext>
              </c:extLst>
            </c:dLbl>
            <c:dLbl>
              <c:idx val="3"/>
              <c:layout>
                <c:manualLayout>
                  <c:x val="1.95779125382193E-3"/>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A03-4D5C-AD36-1CAF6A2098C1}"/>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4A03-4D5C-AD36-1CAF6A2098C1}"/>
            </c:ext>
          </c:extLst>
        </c:ser>
        <c:ser>
          <c:idx val="1"/>
          <c:order val="1"/>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A03-4D5C-AD36-1CAF6A2098C1}"/>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A03-4D5C-AD36-1CAF6A2098C1}"/>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A03-4D5C-AD36-1CAF6A2098C1}"/>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A03-4D5C-AD36-1CAF6A2098C1}"/>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9-4A03-4D5C-AD36-1CAF6A2098C1}"/>
            </c:ext>
          </c:extLst>
        </c:ser>
        <c:ser>
          <c:idx val="2"/>
          <c:order val="2"/>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A03-4D5C-AD36-1CAF6A2098C1}"/>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A03-4D5C-AD36-1CAF6A2098C1}"/>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A03-4D5C-AD36-1CAF6A2098C1}"/>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A03-4D5C-AD36-1CAF6A2098C1}"/>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E-4A03-4D5C-AD36-1CAF6A2098C1}"/>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1"/>
          <c:order val="0"/>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E9C-47AA-82E7-50E1D95AA973}"/>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E9C-47AA-82E7-50E1D95AA973}"/>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E9C-47AA-82E7-50E1D95AA973}"/>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E9C-47AA-82E7-50E1D95AA973}"/>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EE9C-47AA-82E7-50E1D95AA973}"/>
            </c:ext>
          </c:extLst>
        </c:ser>
        <c:ser>
          <c:idx val="2"/>
          <c:order val="1"/>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E9C-47AA-82E7-50E1D95AA973}"/>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E9C-47AA-82E7-50E1D95AA973}"/>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E9C-47AA-82E7-50E1D95AA973}"/>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E9C-47AA-82E7-50E1D95AA973}"/>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9-EE9C-47AA-82E7-50E1D95AA973}"/>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A00-4F55-998A-232D7957F6D4}"/>
            </c:ext>
          </c:extLst>
        </c:ser>
        <c:ser>
          <c:idx val="1"/>
          <c:order val="1"/>
          <c:tx>
            <c:strRef>
              <c:f>Sheet1!$C$1</c:f>
              <c:strCache>
                <c:ptCount val="1"/>
                <c:pt idx="0">
                  <c:v>Series 2</c:v>
                </c:pt>
              </c:strCache>
            </c:strRef>
          </c:tx>
          <c:spPr>
            <a:solidFill>
              <a:schemeClr val="accent2"/>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A00-4F55-998A-232D7957F6D4}"/>
            </c:ext>
          </c:extLst>
        </c:ser>
        <c:dLbls>
          <c:showLegendKey val="0"/>
          <c:showVal val="0"/>
          <c:showCatName val="0"/>
          <c:showSerName val="0"/>
          <c:showPercent val="0"/>
          <c:showBubbleSize val="0"/>
        </c:dLbls>
        <c:gapWidth val="150"/>
        <c:axId val="534021000"/>
        <c:axId val="534019432"/>
      </c:barChart>
      <c:catAx>
        <c:axId val="534021000"/>
        <c:scaling>
          <c:orientation val="minMax"/>
        </c:scaling>
        <c:delete val="1"/>
        <c:axPos val="b"/>
        <c:numFmt formatCode="General" sourceLinked="0"/>
        <c:majorTickMark val="out"/>
        <c:minorTickMark val="none"/>
        <c:tickLblPos val="nextTo"/>
        <c:crossAx val="534019432"/>
        <c:crosses val="autoZero"/>
        <c:auto val="1"/>
        <c:lblAlgn val="ctr"/>
        <c:lblOffset val="100"/>
        <c:noMultiLvlLbl val="0"/>
      </c:catAx>
      <c:valAx>
        <c:axId val="5340194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00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4"/>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c:v>
                </c:pt>
                <c:pt idx="1">
                  <c:v>2.5</c:v>
                </c:pt>
                <c:pt idx="2">
                  <c:v>3.5</c:v>
                </c:pt>
                <c:pt idx="3">
                  <c:v>4.5</c:v>
                </c:pt>
              </c:numCache>
            </c:numRef>
          </c:val>
          <c:extLst>
            <c:ext xmlns:c16="http://schemas.microsoft.com/office/drawing/2014/chart" uri="{C3380CC4-5D6E-409C-BE32-E72D297353CC}">
              <c16:uniqueId val="{00000000-11E7-4108-A3C9-C6702E5B963F}"/>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4</c:v>
                </c:pt>
                <c:pt idx="1">
                  <c:v>4.4000000000000004</c:v>
                </c:pt>
                <c:pt idx="2">
                  <c:v>1.8</c:v>
                </c:pt>
                <c:pt idx="3">
                  <c:v>2.8</c:v>
                </c:pt>
              </c:numCache>
            </c:numRef>
          </c:val>
          <c:extLst>
            <c:ext xmlns:c16="http://schemas.microsoft.com/office/drawing/2014/chart" uri="{C3380CC4-5D6E-409C-BE32-E72D297353CC}">
              <c16:uniqueId val="{00000001-11E7-4108-A3C9-C6702E5B963F}"/>
            </c:ext>
          </c:extLst>
        </c:ser>
        <c:dLbls>
          <c:showLegendKey val="0"/>
          <c:showVal val="0"/>
          <c:showCatName val="0"/>
          <c:showSerName val="0"/>
          <c:showPercent val="0"/>
          <c:showBubbleSize val="0"/>
        </c:dLbls>
        <c:gapWidth val="150"/>
        <c:axId val="534021784"/>
        <c:axId val="534019040"/>
      </c:barChart>
      <c:catAx>
        <c:axId val="534021784"/>
        <c:scaling>
          <c:orientation val="minMax"/>
        </c:scaling>
        <c:delete val="1"/>
        <c:axPos val="b"/>
        <c:numFmt formatCode="General" sourceLinked="0"/>
        <c:majorTickMark val="out"/>
        <c:minorTickMark val="none"/>
        <c:tickLblPos val="nextTo"/>
        <c:crossAx val="534019040"/>
        <c:crosses val="autoZero"/>
        <c:auto val="1"/>
        <c:lblAlgn val="ctr"/>
        <c:lblOffset val="100"/>
        <c:noMultiLvlLbl val="0"/>
      </c:catAx>
      <c:valAx>
        <c:axId val="534019040"/>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784"/>
        <c:crosses val="autoZero"/>
        <c:crossBetween val="between"/>
      </c:valAx>
      <c:spPr>
        <a:noFill/>
        <a:ln w="25400">
          <a:noFill/>
        </a:ln>
      </c:spPr>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4FBAFF"/>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3</c:v>
                </c:pt>
                <c:pt idx="2">
                  <c:v>3.5</c:v>
                </c:pt>
                <c:pt idx="3">
                  <c:v>4.5</c:v>
                </c:pt>
              </c:numCache>
            </c:numRef>
          </c:val>
          <c:extLst>
            <c:ext xmlns:c16="http://schemas.microsoft.com/office/drawing/2014/chart" uri="{C3380CC4-5D6E-409C-BE32-E72D297353CC}">
              <c16:uniqueId val="{00000000-C92F-4DC5-803F-22C22EB9B1F2}"/>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c:v>
                </c:pt>
                <c:pt idx="2">
                  <c:v>1.8</c:v>
                </c:pt>
                <c:pt idx="3">
                  <c:v>2.8</c:v>
                </c:pt>
              </c:numCache>
            </c:numRef>
          </c:val>
          <c:extLst>
            <c:ext xmlns:c16="http://schemas.microsoft.com/office/drawing/2014/chart" uri="{C3380CC4-5D6E-409C-BE32-E72D297353CC}">
              <c16:uniqueId val="{00000001-C92F-4DC5-803F-22C22EB9B1F2}"/>
            </c:ext>
          </c:extLst>
        </c:ser>
        <c:dLbls>
          <c:showLegendKey val="0"/>
          <c:showVal val="0"/>
          <c:showCatName val="0"/>
          <c:showSerName val="0"/>
          <c:showPercent val="0"/>
          <c:showBubbleSize val="0"/>
        </c:dLbls>
        <c:gapWidth val="150"/>
        <c:axId val="534017080"/>
        <c:axId val="534018256"/>
      </c:barChart>
      <c:catAx>
        <c:axId val="534017080"/>
        <c:scaling>
          <c:orientation val="minMax"/>
        </c:scaling>
        <c:delete val="1"/>
        <c:axPos val="b"/>
        <c:numFmt formatCode="General" sourceLinked="0"/>
        <c:majorTickMark val="out"/>
        <c:minorTickMark val="none"/>
        <c:tickLblPos val="nextTo"/>
        <c:crossAx val="534018256"/>
        <c:crosses val="autoZero"/>
        <c:auto val="1"/>
        <c:lblAlgn val="ctr"/>
        <c:lblOffset val="100"/>
        <c:noMultiLvlLbl val="0"/>
      </c:catAx>
      <c:valAx>
        <c:axId val="534018256"/>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1708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263-4EED-9ACF-11C7F554FFB0}"/>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263-4EED-9ACF-11C7F554FFB0}"/>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263-4EED-9ACF-11C7F554FFB0}"/>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9422-4C2C-A4A8-E6DAC27056D0}"/>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9422-4C2C-A4A8-E6DAC27056D0}"/>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9422-4C2C-A4A8-E6DAC27056D0}"/>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5F3-43EF-8A3C-196D2DE6D6B9}"/>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5F3-43EF-8A3C-196D2DE6D6B9}"/>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5F3-43EF-8A3C-196D2DE6D6B9}"/>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BE3-4C4F-8848-85A46697FC07}"/>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BE3-4C4F-8848-85A46697FC07}"/>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4FBAFF"/>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0BE3-4C4F-8848-85A46697FC07}"/>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rgbClr val="0089FF"/>
            </a:solidFill>
            <a:ln>
              <a:solidFill>
                <a:srgbClr val="0089FF"/>
              </a:solid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09C-45F6-83BB-9DA921BBA94A}"/>
            </c:ext>
          </c:extLst>
        </c:ser>
        <c:ser>
          <c:idx val="1"/>
          <c:order val="1"/>
          <c:tx>
            <c:strRef>
              <c:f>Sheet1!$C$1</c:f>
              <c:strCache>
                <c:ptCount val="1"/>
                <c:pt idx="0">
                  <c:v>系列 2</c:v>
                </c:pt>
              </c:strCache>
            </c:strRef>
          </c:tx>
          <c:spPr>
            <a:solidFill>
              <a:srgbClr val="8FD6FF"/>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09C-45F6-83BB-9DA921BBA94A}"/>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124796"/>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409C-45F6-83BB-9DA921BBA94A}"/>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Lbl>
              <c:idx val="0"/>
              <c:layout>
                <c:manualLayout>
                  <c:x val="0"/>
                  <c:y val="-4.08199413495161E-3"/>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1721-405C-9E8E-64029A62059C}"/>
                </c:ext>
              </c:extLst>
            </c:dLbl>
            <c:dLbl>
              <c:idx val="1"/>
              <c:layout>
                <c:manualLayout>
                  <c:x val="-7.1784850042090901E-17"/>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721-405C-9E8E-64029A62059C}"/>
                </c:ext>
              </c:extLst>
            </c:dLbl>
            <c:dLbl>
              <c:idx val="2"/>
              <c:layout>
                <c:manualLayout>
                  <c:x val="-7.1784850042090901E-17"/>
                  <c:y val="4.728065149116609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721-405C-9E8E-64029A62059C}"/>
                </c:ext>
              </c:extLst>
            </c:dLbl>
            <c:dLbl>
              <c:idx val="3"/>
              <c:layout>
                <c:manualLayout>
                  <c:x val="1.95779125382193E-3"/>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721-405C-9E8E-64029A62059C}"/>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1721-405C-9E8E-64029A62059C}"/>
            </c:ext>
          </c:extLst>
        </c:ser>
        <c:ser>
          <c:idx val="1"/>
          <c:order val="1"/>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721-405C-9E8E-64029A62059C}"/>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721-405C-9E8E-64029A62059C}"/>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721-405C-9E8E-64029A62059C}"/>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721-405C-9E8E-64029A62059C}"/>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9-1721-405C-9E8E-64029A62059C}"/>
            </c:ext>
          </c:extLst>
        </c:ser>
        <c:ser>
          <c:idx val="2"/>
          <c:order val="2"/>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721-405C-9E8E-64029A62059C}"/>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1721-405C-9E8E-64029A62059C}"/>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721-405C-9E8E-64029A62059C}"/>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1721-405C-9E8E-64029A62059C}"/>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E-1721-405C-9E8E-64029A62059C}"/>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1"/>
          <c:order val="0"/>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C66-4CC6-A7AA-71CBCED60818}"/>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C66-4CC6-A7AA-71CBCED60818}"/>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C66-4CC6-A7AA-71CBCED60818}"/>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C66-4CC6-A7AA-71CBCED6081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3C66-4CC6-A7AA-71CBCED60818}"/>
            </c:ext>
          </c:extLst>
        </c:ser>
        <c:ser>
          <c:idx val="2"/>
          <c:order val="1"/>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C66-4CC6-A7AA-71CBCED60818}"/>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C66-4CC6-A7AA-71CBCED60818}"/>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C66-4CC6-A7AA-71CBCED60818}"/>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C66-4CC6-A7AA-71CBCED6081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9-3C66-4CC6-A7AA-71CBCED60818}"/>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647-45CB-9E2C-A2C396DB0B19}"/>
            </c:ext>
          </c:extLst>
        </c:ser>
        <c:ser>
          <c:idx val="1"/>
          <c:order val="1"/>
          <c:tx>
            <c:strRef>
              <c:f>Sheet1!$C$1</c:f>
              <c:strCache>
                <c:ptCount val="1"/>
                <c:pt idx="0">
                  <c:v>Series 2</c:v>
                </c:pt>
              </c:strCache>
            </c:strRef>
          </c:tx>
          <c:spPr>
            <a:solidFill>
              <a:schemeClr val="accent2"/>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647-45CB-9E2C-A2C396DB0B19}"/>
            </c:ext>
          </c:extLst>
        </c:ser>
        <c:dLbls>
          <c:showLegendKey val="0"/>
          <c:showVal val="0"/>
          <c:showCatName val="0"/>
          <c:showSerName val="0"/>
          <c:showPercent val="0"/>
          <c:showBubbleSize val="0"/>
        </c:dLbls>
        <c:gapWidth val="150"/>
        <c:axId val="534021000"/>
        <c:axId val="534019432"/>
      </c:barChart>
      <c:catAx>
        <c:axId val="534021000"/>
        <c:scaling>
          <c:orientation val="minMax"/>
        </c:scaling>
        <c:delete val="1"/>
        <c:axPos val="b"/>
        <c:numFmt formatCode="General" sourceLinked="0"/>
        <c:majorTickMark val="out"/>
        <c:minorTickMark val="none"/>
        <c:tickLblPos val="nextTo"/>
        <c:crossAx val="534019432"/>
        <c:crosses val="autoZero"/>
        <c:auto val="1"/>
        <c:lblAlgn val="ctr"/>
        <c:lblOffset val="100"/>
        <c:noMultiLvlLbl val="0"/>
      </c:catAx>
      <c:valAx>
        <c:axId val="5340194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00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4"/>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c:v>
                </c:pt>
                <c:pt idx="1">
                  <c:v>2.5</c:v>
                </c:pt>
                <c:pt idx="2">
                  <c:v>3.5</c:v>
                </c:pt>
                <c:pt idx="3">
                  <c:v>4.5</c:v>
                </c:pt>
              </c:numCache>
            </c:numRef>
          </c:val>
          <c:extLst>
            <c:ext xmlns:c16="http://schemas.microsoft.com/office/drawing/2014/chart" uri="{C3380CC4-5D6E-409C-BE32-E72D297353CC}">
              <c16:uniqueId val="{00000000-D0F8-4C75-94BF-A9E4EA850972}"/>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4</c:v>
                </c:pt>
                <c:pt idx="1">
                  <c:v>4.4000000000000004</c:v>
                </c:pt>
                <c:pt idx="2">
                  <c:v>1.8</c:v>
                </c:pt>
                <c:pt idx="3">
                  <c:v>2.8</c:v>
                </c:pt>
              </c:numCache>
            </c:numRef>
          </c:val>
          <c:extLst>
            <c:ext xmlns:c16="http://schemas.microsoft.com/office/drawing/2014/chart" uri="{C3380CC4-5D6E-409C-BE32-E72D297353CC}">
              <c16:uniqueId val="{00000001-D0F8-4C75-94BF-A9E4EA850972}"/>
            </c:ext>
          </c:extLst>
        </c:ser>
        <c:dLbls>
          <c:showLegendKey val="0"/>
          <c:showVal val="0"/>
          <c:showCatName val="0"/>
          <c:showSerName val="0"/>
          <c:showPercent val="0"/>
          <c:showBubbleSize val="0"/>
        </c:dLbls>
        <c:gapWidth val="150"/>
        <c:axId val="534021784"/>
        <c:axId val="534019040"/>
      </c:barChart>
      <c:catAx>
        <c:axId val="534021784"/>
        <c:scaling>
          <c:orientation val="minMax"/>
        </c:scaling>
        <c:delete val="1"/>
        <c:axPos val="b"/>
        <c:numFmt formatCode="General" sourceLinked="0"/>
        <c:majorTickMark val="out"/>
        <c:minorTickMark val="none"/>
        <c:tickLblPos val="nextTo"/>
        <c:crossAx val="534019040"/>
        <c:crosses val="autoZero"/>
        <c:auto val="1"/>
        <c:lblAlgn val="ctr"/>
        <c:lblOffset val="100"/>
        <c:noMultiLvlLbl val="0"/>
      </c:catAx>
      <c:valAx>
        <c:axId val="534019040"/>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784"/>
        <c:crosses val="autoZero"/>
        <c:crossBetween val="between"/>
      </c:valAx>
      <c:spPr>
        <a:noFill/>
        <a:ln w="25400">
          <a:noFill/>
        </a:ln>
      </c:spPr>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4FBAFF"/>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3</c:v>
                </c:pt>
                <c:pt idx="2">
                  <c:v>3.5</c:v>
                </c:pt>
                <c:pt idx="3">
                  <c:v>4.5</c:v>
                </c:pt>
              </c:numCache>
            </c:numRef>
          </c:val>
          <c:extLst>
            <c:ext xmlns:c16="http://schemas.microsoft.com/office/drawing/2014/chart" uri="{C3380CC4-5D6E-409C-BE32-E72D297353CC}">
              <c16:uniqueId val="{00000000-5544-4B6A-A889-3034504492BA}"/>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c:v>
                </c:pt>
                <c:pt idx="2">
                  <c:v>1.8</c:v>
                </c:pt>
                <c:pt idx="3">
                  <c:v>2.8</c:v>
                </c:pt>
              </c:numCache>
            </c:numRef>
          </c:val>
          <c:extLst>
            <c:ext xmlns:c16="http://schemas.microsoft.com/office/drawing/2014/chart" uri="{C3380CC4-5D6E-409C-BE32-E72D297353CC}">
              <c16:uniqueId val="{00000001-5544-4B6A-A889-3034504492BA}"/>
            </c:ext>
          </c:extLst>
        </c:ser>
        <c:dLbls>
          <c:showLegendKey val="0"/>
          <c:showVal val="0"/>
          <c:showCatName val="0"/>
          <c:showSerName val="0"/>
          <c:showPercent val="0"/>
          <c:showBubbleSize val="0"/>
        </c:dLbls>
        <c:gapWidth val="150"/>
        <c:axId val="534017080"/>
        <c:axId val="534018256"/>
      </c:barChart>
      <c:catAx>
        <c:axId val="534017080"/>
        <c:scaling>
          <c:orientation val="minMax"/>
        </c:scaling>
        <c:delete val="1"/>
        <c:axPos val="b"/>
        <c:numFmt formatCode="General" sourceLinked="0"/>
        <c:majorTickMark val="out"/>
        <c:minorTickMark val="none"/>
        <c:tickLblPos val="nextTo"/>
        <c:crossAx val="534018256"/>
        <c:crosses val="autoZero"/>
        <c:auto val="1"/>
        <c:lblAlgn val="ctr"/>
        <c:lblOffset val="100"/>
        <c:noMultiLvlLbl val="0"/>
      </c:catAx>
      <c:valAx>
        <c:axId val="534018256"/>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1708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1A56-4045-B7C0-0406A6D2CDA7}"/>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1A56-4045-B7C0-0406A6D2CDA7}"/>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1A56-4045-B7C0-0406A6D2CDA7}"/>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4D22-4611-9B54-FE1F53220561}"/>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4D22-4611-9B54-FE1F53220561}"/>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4D22-4611-9B54-FE1F53220561}"/>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9B46-4860-898B-31C759875D3E}"/>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9B46-4860-898B-31C759875D3E}"/>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9B46-4860-898B-31C759875D3E}"/>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EFA-4549-80DA-059ED84C391E}"/>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EFA-4549-80DA-059ED84C391E}"/>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4FBAFF"/>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6EFA-4549-80DA-059ED84C391E}"/>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rgbClr val="0089FF"/>
            </a:solidFill>
            <a:ln>
              <a:solidFill>
                <a:srgbClr val="0089FF"/>
              </a:solid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558-4179-AFC5-874636C9BF6A}"/>
            </c:ext>
          </c:extLst>
        </c:ser>
        <c:ser>
          <c:idx val="1"/>
          <c:order val="1"/>
          <c:tx>
            <c:strRef>
              <c:f>Sheet1!$C$1</c:f>
              <c:strCache>
                <c:ptCount val="1"/>
                <c:pt idx="0">
                  <c:v>系列 2</c:v>
                </c:pt>
              </c:strCache>
            </c:strRef>
          </c:tx>
          <c:spPr>
            <a:solidFill>
              <a:srgbClr val="8FD6FF"/>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558-4179-AFC5-874636C9BF6A}"/>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124796"/>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0558-4179-AFC5-874636C9BF6A}"/>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2026/2/27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Master" Target="../slideMasters/slideMaster1.xml"/><Relationship Id="rId4" Type="http://schemas.openxmlformats.org/officeDocument/2006/relationships/chart" Target="../charts/chart5.xml"/></Relationships>
</file>

<file path=ppt/slideLayouts/_rels/slideLayout2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Master" Target="../slideMasters/slideMaster2.xml"/><Relationship Id="rId4" Type="http://schemas.openxmlformats.org/officeDocument/2006/relationships/chart" Target="../charts/chart15.xml"/></Relationships>
</file>

<file path=ppt/slideLayouts/_rels/slideLayout53.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Master" Target="../slideMasters/slideMaster3.xml"/><Relationship Id="rId4" Type="http://schemas.openxmlformats.org/officeDocument/2006/relationships/chart" Target="../charts/chart25.xml"/></Relationships>
</file>

<file path=ppt/slideLayouts/_rels/slideLayout82.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chart" Target="../charts/chart27.xml"/><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chart" Target="../charts/chart31.xml"/><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chart" Target="../charts/chart33.xml"/><Relationship Id="rId1" Type="http://schemas.openxmlformats.org/officeDocument/2006/relationships/slideMaster" Target="../slideMasters/slideMaster4.xml"/><Relationship Id="rId4" Type="http://schemas.openxmlformats.org/officeDocument/2006/relationships/chart" Target="../charts/chart35.xml"/></Relationships>
</file>

<file path=ppt/slideLayouts/_rels/slideLayout111.xml.rels><?xml version="1.0" encoding="UTF-8" standalone="yes"?>
<Relationships xmlns="http://schemas.openxmlformats.org/package/2006/relationships"><Relationship Id="rId2" Type="http://schemas.openxmlformats.org/officeDocument/2006/relationships/chart" Target="../charts/chart36.xml"/><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chart" Target="../charts/chart37.xml"/><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chart" Target="../charts/chart40.xml"/><Relationship Id="rId2" Type="http://schemas.openxmlformats.org/officeDocument/2006/relationships/chart" Target="../charts/chart39.xml"/><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chart" Target="../charts/chart41.xml"/><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chart" Target="../charts/chart44.xml"/><Relationship Id="rId2" Type="http://schemas.openxmlformats.org/officeDocument/2006/relationships/chart" Target="../charts/chart43.xml"/><Relationship Id="rId1" Type="http://schemas.openxmlformats.org/officeDocument/2006/relationships/slideMaster" Target="../slideMasters/slideMaster5.xml"/><Relationship Id="rId4" Type="http://schemas.openxmlformats.org/officeDocument/2006/relationships/chart" Target="../charts/chart45.xml"/></Relationships>
</file>

<file path=ppt/slideLayouts/_rels/slideLayout139.xml.rels><?xml version="1.0" encoding="UTF-8" standalone="yes"?>
<Relationships xmlns="http://schemas.openxmlformats.org/package/2006/relationships"><Relationship Id="rId2" Type="http://schemas.openxmlformats.org/officeDocument/2006/relationships/chart" Target="../charts/chart46.xml"/><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3" Type="http://schemas.openxmlformats.org/officeDocument/2006/relationships/chart" Target="../charts/chart48.xml"/><Relationship Id="rId2" Type="http://schemas.openxmlformats.org/officeDocument/2006/relationships/chart" Target="../charts/chart47.xml"/><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3" Type="http://schemas.openxmlformats.org/officeDocument/2006/relationships/chart" Target="../charts/chart50.xml"/><Relationship Id="rId2" Type="http://schemas.openxmlformats.org/officeDocument/2006/relationships/chart" Target="../charts/chart49.xml"/><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5.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241" y="-359049"/>
            <a:ext cx="12426393" cy="7721750"/>
          </a:xfrm>
          <a:prstGeom prst="rect">
            <a:avLst/>
          </a:prstGeom>
        </p:spPr>
      </p:pic>
      <p:pic>
        <p:nvPicPr>
          <p:cNvPr id="39" name="图片 38"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9"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
        <p:nvSpPr>
          <p:cNvPr id="18" name="文本占位符 30"/>
          <p:cNvSpPr>
            <a:spLocks noGrp="1"/>
          </p:cNvSpPr>
          <p:nvPr>
            <p:ph type="body" sz="quarter" idx="17" hasCustomPrompt="1"/>
          </p:nvPr>
        </p:nvSpPr>
        <p:spPr>
          <a:xfrm>
            <a:off x="3503042" y="3188690"/>
            <a:ext cx="5419184" cy="5318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2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ogo+标题">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logo-无标题">
    <p:spTree>
      <p:nvGrpSpPr>
        <p:cNvPr id="1" name=""/>
        <p:cNvGrpSpPr/>
        <p:nvPr/>
      </p:nvGrpSpPr>
      <p:grpSpPr>
        <a:xfrm>
          <a:off x="0" y="0"/>
          <a:ext cx="0" cy="0"/>
          <a:chOff x="0" y="0"/>
          <a:chExt cx="0" cy="0"/>
        </a:xfrm>
      </p:grpSpPr>
      <p:pic>
        <p:nvPicPr>
          <p:cNvPr id="13" name="图片 12" descr="logo"/>
          <p:cNvPicPr>
            <a:picLocks noChangeAspect="1"/>
          </p:cNvPicPr>
          <p:nvPr userDrawn="1"/>
        </p:nvPicPr>
        <p:blipFill>
          <a:blip r:embed="rId2"/>
          <a:stretch>
            <a:fillRect/>
          </a:stretch>
        </p:blipFill>
        <p:spPr>
          <a:xfrm>
            <a:off x="9628603" y="418510"/>
            <a:ext cx="1989632" cy="60902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目录-3">
    <p:spTree>
      <p:nvGrpSpPr>
        <p:cNvPr id="1" name=""/>
        <p:cNvGrpSpPr/>
        <p:nvPr/>
      </p:nvGrpSpPr>
      <p:grpSpPr>
        <a:xfrm>
          <a:off x="0" y="0"/>
          <a:ext cx="0" cy="0"/>
          <a:chOff x="0" y="0"/>
          <a:chExt cx="0" cy="0"/>
        </a:xfrm>
      </p:grpSpPr>
      <p:cxnSp>
        <p:nvCxnSpPr>
          <p:cNvPr id="24"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logo"/>
          <p:cNvPicPr>
            <a:picLocks noChangeAspect="1"/>
          </p:cNvPicPr>
          <p:nvPr userDrawn="1"/>
        </p:nvPicPr>
        <p:blipFill>
          <a:blip r:embed="rId2"/>
          <a:stretch>
            <a:fillRect/>
          </a:stretch>
        </p:blipFill>
        <p:spPr>
          <a:xfrm>
            <a:off x="9628603" y="418510"/>
            <a:ext cx="1989632" cy="609029"/>
          </a:xfrm>
          <a:prstGeom prst="rect">
            <a:avLst/>
          </a:prstGeom>
        </p:spPr>
      </p:pic>
      <p:sp>
        <p:nvSpPr>
          <p:cNvPr id="19" name="标题 1"/>
          <p:cNvSpPr>
            <a:spLocks noGrp="1"/>
          </p:cNvSpPr>
          <p:nvPr>
            <p:ph type="title" hasCustomPrompt="1"/>
          </p:nvPr>
        </p:nvSpPr>
        <p:spPr>
          <a:xfrm>
            <a:off x="6274805" y="1845063"/>
            <a:ext cx="4009526" cy="368433"/>
          </a:xfrm>
        </p:spPr>
        <p:txBody>
          <a:bodyPr/>
          <a:lstStyle>
            <a:lvl1pPr>
              <a:defRPr sz="2200" b="1"/>
            </a:lvl1pPr>
          </a:lstStyle>
          <a:p>
            <a:r>
              <a:rPr kumimoji="1" lang="zh-CN" altLang="en-US" dirty="0"/>
              <a:t>标题名称</a:t>
            </a:r>
          </a:p>
        </p:txBody>
      </p:sp>
      <p:sp>
        <p:nvSpPr>
          <p:cNvPr id="31" name="文本占位符 30"/>
          <p:cNvSpPr>
            <a:spLocks noGrp="1"/>
          </p:cNvSpPr>
          <p:nvPr>
            <p:ph type="body" sz="quarter" idx="10" hasCustomPrompt="1"/>
          </p:nvPr>
        </p:nvSpPr>
        <p:spPr>
          <a:xfrm>
            <a:off x="6275388" y="22983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274805" y="35658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275388" y="3070958"/>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274805" y="481436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275388" y="4334183"/>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5" name="iṣ1idé"/>
          <p:cNvSpPr/>
          <p:nvPr userDrawn="1"/>
        </p:nvSpPr>
        <p:spPr bwMode="auto">
          <a:xfrm>
            <a:off x="5274386" y="190991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6" name="ïṣlídé"/>
          <p:cNvSpPr/>
          <p:nvPr userDrawn="1"/>
        </p:nvSpPr>
        <p:spPr bwMode="auto">
          <a:xfrm>
            <a:off x="5292622" y="3122048"/>
            <a:ext cx="814372" cy="814373"/>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7" name="ïṥlíḋe"/>
          <p:cNvSpPr/>
          <p:nvPr userDrawn="1"/>
        </p:nvSpPr>
        <p:spPr bwMode="auto">
          <a:xfrm>
            <a:off x="5292622" y="433418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文本占位符 30"/>
          <p:cNvSpPr>
            <a:spLocks noGrp="1"/>
          </p:cNvSpPr>
          <p:nvPr>
            <p:ph type="body" sz="quarter" idx="18" hasCustomPrompt="1"/>
          </p:nvPr>
        </p:nvSpPr>
        <p:spPr>
          <a:xfrm>
            <a:off x="5519738" y="2151918"/>
            <a:ext cx="323668" cy="3227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0" name="文本占位符 30"/>
          <p:cNvSpPr>
            <a:spLocks noGrp="1"/>
          </p:cNvSpPr>
          <p:nvPr>
            <p:ph type="body" sz="quarter" idx="19" hasCustomPrompt="1"/>
          </p:nvPr>
        </p:nvSpPr>
        <p:spPr>
          <a:xfrm>
            <a:off x="5537974" y="3373201"/>
            <a:ext cx="323668" cy="322764"/>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1" name="文本占位符 30"/>
          <p:cNvSpPr>
            <a:spLocks noGrp="1"/>
          </p:cNvSpPr>
          <p:nvPr>
            <p:ph type="body" sz="quarter" idx="20" hasCustomPrompt="1"/>
          </p:nvPr>
        </p:nvSpPr>
        <p:spPr>
          <a:xfrm>
            <a:off x="5537974" y="4582582"/>
            <a:ext cx="323668" cy="32832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目录-4">
    <p:spTree>
      <p:nvGrpSpPr>
        <p:cNvPr id="1" name=""/>
        <p:cNvGrpSpPr/>
        <p:nvPr/>
      </p:nvGrpSpPr>
      <p:grpSpPr>
        <a:xfrm>
          <a:off x="0" y="0"/>
          <a:ext cx="0" cy="0"/>
          <a:chOff x="0" y="0"/>
          <a:chExt cx="0" cy="0"/>
        </a:xfrm>
      </p:grpSpPr>
      <p:pic>
        <p:nvPicPr>
          <p:cNvPr id="27" name="图片 26" descr="logo"/>
          <p:cNvPicPr>
            <a:picLocks noChangeAspect="1"/>
          </p:cNvPicPr>
          <p:nvPr userDrawn="1"/>
        </p:nvPicPr>
        <p:blipFill>
          <a:blip r:embed="rId2"/>
          <a:stretch>
            <a:fillRect/>
          </a:stretch>
        </p:blipFill>
        <p:spPr>
          <a:xfrm>
            <a:off x="9628603" y="418510"/>
            <a:ext cx="1989632" cy="609029"/>
          </a:xfrm>
          <a:prstGeom prst="rect">
            <a:avLst/>
          </a:prstGeom>
        </p:spPr>
      </p:pic>
      <p:cxnSp>
        <p:nvCxnSpPr>
          <p:cNvPr id="21"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标题 1"/>
          <p:cNvSpPr>
            <a:spLocks noGrp="1"/>
          </p:cNvSpPr>
          <p:nvPr>
            <p:ph type="title" hasCustomPrompt="1"/>
          </p:nvPr>
        </p:nvSpPr>
        <p:spPr>
          <a:xfrm>
            <a:off x="6300316" y="1340768"/>
            <a:ext cx="4009526" cy="368433"/>
          </a:xfrm>
        </p:spPr>
        <p:txBody>
          <a:bodyPr/>
          <a:lstStyle>
            <a:lvl1pPr>
              <a:defRPr sz="2200" b="1"/>
            </a:lvl1pPr>
          </a:lstStyle>
          <a:p>
            <a:r>
              <a:rPr kumimoji="1" lang="zh-CN" altLang="en-US" dirty="0"/>
              <a:t>标题名称</a:t>
            </a:r>
          </a:p>
        </p:txBody>
      </p:sp>
      <p:sp>
        <p:nvSpPr>
          <p:cNvPr id="32" name="文本占位符 30"/>
          <p:cNvSpPr>
            <a:spLocks noGrp="1"/>
          </p:cNvSpPr>
          <p:nvPr>
            <p:ph type="body" sz="quarter" idx="10" hasCustomPrompt="1"/>
          </p:nvPr>
        </p:nvSpPr>
        <p:spPr>
          <a:xfrm>
            <a:off x="6300899" y="179403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300316" y="302159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300899" y="2526726"/>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300316" y="4212497"/>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300899" y="3732319"/>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5" hasCustomPrompt="1"/>
          </p:nvPr>
        </p:nvSpPr>
        <p:spPr>
          <a:xfrm>
            <a:off x="6300316" y="540483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8" name="文本占位符 30"/>
          <p:cNvSpPr>
            <a:spLocks noGrp="1"/>
          </p:cNvSpPr>
          <p:nvPr>
            <p:ph type="body" sz="quarter" idx="16" hasCustomPrompt="1"/>
          </p:nvPr>
        </p:nvSpPr>
        <p:spPr>
          <a:xfrm>
            <a:off x="6300899" y="4924656"/>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9"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8" name="iṣ1idé"/>
          <p:cNvSpPr/>
          <p:nvPr userDrawn="1"/>
        </p:nvSpPr>
        <p:spPr bwMode="auto">
          <a:xfrm>
            <a:off x="5249672" y="134076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9" name="îslïdè"/>
          <p:cNvSpPr/>
          <p:nvPr userDrawn="1"/>
        </p:nvSpPr>
        <p:spPr bwMode="auto">
          <a:xfrm>
            <a:off x="5249672" y="4924656"/>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0" name="ïṣlídé"/>
          <p:cNvSpPr/>
          <p:nvPr userDrawn="1"/>
        </p:nvSpPr>
        <p:spPr bwMode="auto">
          <a:xfrm>
            <a:off x="5267908" y="2552903"/>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2" name="ïṥlíḋe"/>
          <p:cNvSpPr/>
          <p:nvPr userDrawn="1"/>
        </p:nvSpPr>
        <p:spPr bwMode="auto">
          <a:xfrm>
            <a:off x="5267908" y="376503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23" name="文本占位符 30"/>
          <p:cNvSpPr>
            <a:spLocks noGrp="1"/>
          </p:cNvSpPr>
          <p:nvPr>
            <p:ph type="body" sz="quarter" idx="18" hasCustomPrompt="1"/>
          </p:nvPr>
        </p:nvSpPr>
        <p:spPr>
          <a:xfrm>
            <a:off x="5495242" y="1604531"/>
            <a:ext cx="323668" cy="29984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4" name="文本占位符 30"/>
          <p:cNvSpPr>
            <a:spLocks noGrp="1"/>
          </p:cNvSpPr>
          <p:nvPr>
            <p:ph type="body" sz="quarter" idx="19" hasCustomPrompt="1"/>
          </p:nvPr>
        </p:nvSpPr>
        <p:spPr>
          <a:xfrm>
            <a:off x="5517913" y="2834539"/>
            <a:ext cx="323668" cy="33941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5" name="文本占位符 30"/>
          <p:cNvSpPr>
            <a:spLocks noGrp="1"/>
          </p:cNvSpPr>
          <p:nvPr>
            <p:ph type="body" sz="quarter" idx="20" hasCustomPrompt="1"/>
          </p:nvPr>
        </p:nvSpPr>
        <p:spPr>
          <a:xfrm>
            <a:off x="5509097" y="4017522"/>
            <a:ext cx="323668" cy="32776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
        <p:nvSpPr>
          <p:cNvPr id="28" name="文本占位符 30"/>
          <p:cNvSpPr>
            <a:spLocks noGrp="1"/>
          </p:cNvSpPr>
          <p:nvPr>
            <p:ph type="body" sz="quarter" idx="21" hasCustomPrompt="1"/>
          </p:nvPr>
        </p:nvSpPr>
        <p:spPr>
          <a:xfrm>
            <a:off x="5496823" y="5192581"/>
            <a:ext cx="323668" cy="32465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版式-3">
    <p:bg>
      <p:bgPr>
        <a:solidFill>
          <a:schemeClr val="bg1"/>
        </a:solidFill>
        <a:effectLst/>
      </p:bgPr>
    </p:bg>
    <p:spTree>
      <p:nvGrpSpPr>
        <p:cNvPr id="1" name=""/>
        <p:cNvGrpSpPr/>
        <p:nvPr/>
      </p:nvGrpSpPr>
      <p:grpSpPr>
        <a:xfrm>
          <a:off x="0" y="0"/>
          <a:ext cx="0" cy="0"/>
          <a:chOff x="0" y="0"/>
          <a:chExt cx="0" cy="0"/>
        </a:xfrm>
      </p:grpSpPr>
      <p:cxnSp>
        <p:nvCxnSpPr>
          <p:cNvPr id="6" name="直接连接符 20"/>
          <p:cNvCxnSpPr/>
          <p:nvPr/>
        </p:nvCxnSpPr>
        <p:spPr>
          <a:xfrm>
            <a:off x="7155815" y="218884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0" name="直接连接符 6"/>
          <p:cNvCxnSpPr/>
          <p:nvPr/>
        </p:nvCxnSpPr>
        <p:spPr>
          <a:xfrm>
            <a:off x="7155815" y="373062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4" name="直接连接符 16"/>
          <p:cNvCxnSpPr/>
          <p:nvPr/>
        </p:nvCxnSpPr>
        <p:spPr>
          <a:xfrm>
            <a:off x="7155815" y="527240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sp>
        <p:nvSpPr>
          <p:cNvPr id="16" name="文本占位符 30"/>
          <p:cNvSpPr>
            <a:spLocks noGrp="1"/>
          </p:cNvSpPr>
          <p:nvPr>
            <p:ph type="body" sz="quarter" idx="15" hasCustomPrompt="1"/>
          </p:nvPr>
        </p:nvSpPr>
        <p:spPr>
          <a:xfrm>
            <a:off x="7649210" y="1974006"/>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7" name="文本占位符 30"/>
          <p:cNvSpPr>
            <a:spLocks noGrp="1"/>
          </p:cNvSpPr>
          <p:nvPr>
            <p:ph type="body" sz="quarter" idx="16" hasCustomPrompt="1"/>
          </p:nvPr>
        </p:nvSpPr>
        <p:spPr>
          <a:xfrm>
            <a:off x="7649210" y="3479700"/>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7" hasCustomPrompt="1"/>
          </p:nvPr>
        </p:nvSpPr>
        <p:spPr>
          <a:xfrm>
            <a:off x="7649210" y="4985394"/>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7087" y="2054216"/>
            <a:ext cx="5952468" cy="3968311"/>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版式-3">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rgbClr val="D9D9D9"/>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201097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5821637" y="3287183"/>
            <a:ext cx="548728" cy="548732"/>
          </a:xfrm>
          <a:prstGeom prst="ellipse">
            <a:avLst/>
          </a:prstGeom>
          <a:solidFill>
            <a:srgbClr val="828D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9610482" y="3287183"/>
            <a:ext cx="548728" cy="548732"/>
          </a:xfrm>
          <a:prstGeom prst="ellipse">
            <a:avLst/>
          </a:prstGeom>
          <a:solidFill>
            <a:srgbClr val="3396F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404140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812877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4" name="文本占位符 30"/>
          <p:cNvSpPr>
            <a:spLocks noGrp="1"/>
          </p:cNvSpPr>
          <p:nvPr>
            <p:ph type="body" sz="quarter" idx="16" hasCustomPrompt="1"/>
          </p:nvPr>
        </p:nvSpPr>
        <p:spPr>
          <a:xfrm>
            <a:off x="763255"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5" name="文本占位符 30"/>
          <p:cNvSpPr>
            <a:spLocks noGrp="1"/>
          </p:cNvSpPr>
          <p:nvPr>
            <p:ph type="body" sz="quarter" idx="18" hasCustomPrompt="1"/>
          </p:nvPr>
        </p:nvSpPr>
        <p:spPr>
          <a:xfrm>
            <a:off x="1187962"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6" name="文本占位符 30"/>
          <p:cNvSpPr>
            <a:spLocks noGrp="1"/>
          </p:cNvSpPr>
          <p:nvPr>
            <p:ph type="body" sz="quarter" idx="19" hasCustomPrompt="1"/>
          </p:nvPr>
        </p:nvSpPr>
        <p:spPr>
          <a:xfrm>
            <a:off x="4636769"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7" name="文本占位符 30"/>
          <p:cNvSpPr>
            <a:spLocks noGrp="1"/>
          </p:cNvSpPr>
          <p:nvPr>
            <p:ph type="body" sz="quarter" idx="20" hasCustomPrompt="1"/>
          </p:nvPr>
        </p:nvSpPr>
        <p:spPr>
          <a:xfrm>
            <a:off x="5061476"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8" name="文本占位符 30"/>
          <p:cNvSpPr>
            <a:spLocks noGrp="1"/>
          </p:cNvSpPr>
          <p:nvPr>
            <p:ph type="body" sz="quarter" idx="21" hasCustomPrompt="1"/>
          </p:nvPr>
        </p:nvSpPr>
        <p:spPr>
          <a:xfrm>
            <a:off x="8495953"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9" name="文本占位符 30"/>
          <p:cNvSpPr>
            <a:spLocks noGrp="1"/>
          </p:cNvSpPr>
          <p:nvPr>
            <p:ph type="body" sz="quarter" idx="22" hasCustomPrompt="1"/>
          </p:nvPr>
        </p:nvSpPr>
        <p:spPr>
          <a:xfrm>
            <a:off x="8920660"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1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版式-4">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175378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4529902" y="3286208"/>
            <a:ext cx="548728" cy="548732"/>
          </a:xfrm>
          <a:prstGeom prst="ellipse">
            <a:avLst/>
          </a:prstGeom>
          <a:solidFill>
            <a:srgbClr val="008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10005709" y="3287183"/>
            <a:ext cx="548728" cy="548732"/>
          </a:xfrm>
          <a:prstGeom prst="ellipse">
            <a:avLst/>
          </a:prstGeom>
          <a:solidFill>
            <a:srgbClr val="4FB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3428916"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617961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1" name="îṩḻïḓè"/>
          <p:cNvSpPr/>
          <p:nvPr userDrawn="1"/>
        </p:nvSpPr>
        <p:spPr>
          <a:xfrm>
            <a:off x="7278619" y="3286208"/>
            <a:ext cx="548728" cy="548732"/>
          </a:xfrm>
          <a:prstGeom prst="ellipse">
            <a:avLst/>
          </a:prstGeom>
          <a:solidFill>
            <a:srgbClr val="5D7FB7"/>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22" name="直接连接符 15"/>
          <p:cNvCxnSpPr/>
          <p:nvPr userDrawn="1"/>
        </p:nvCxnSpPr>
        <p:spPr>
          <a:xfrm>
            <a:off x="893962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7" name="文本占位符 30"/>
          <p:cNvSpPr>
            <a:spLocks noGrp="1"/>
          </p:cNvSpPr>
          <p:nvPr>
            <p:ph type="body" sz="quarter" idx="16" hasCustomPrompt="1"/>
          </p:nvPr>
        </p:nvSpPr>
        <p:spPr>
          <a:xfrm>
            <a:off x="739030"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8" name="文本占位符 30"/>
          <p:cNvSpPr>
            <a:spLocks noGrp="1"/>
          </p:cNvSpPr>
          <p:nvPr>
            <p:ph type="body" sz="quarter" idx="18" hasCustomPrompt="1"/>
          </p:nvPr>
        </p:nvSpPr>
        <p:spPr>
          <a:xfrm>
            <a:off x="980228"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9" name="文本占位符 30"/>
          <p:cNvSpPr>
            <a:spLocks noGrp="1"/>
          </p:cNvSpPr>
          <p:nvPr>
            <p:ph type="body" sz="quarter" idx="19" hasCustomPrompt="1"/>
          </p:nvPr>
        </p:nvSpPr>
        <p:spPr>
          <a:xfrm>
            <a:off x="3525746"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0" name="文本占位符 30"/>
          <p:cNvSpPr>
            <a:spLocks noGrp="1"/>
          </p:cNvSpPr>
          <p:nvPr>
            <p:ph type="body" sz="quarter" idx="20" hasCustomPrompt="1"/>
          </p:nvPr>
        </p:nvSpPr>
        <p:spPr>
          <a:xfrm>
            <a:off x="3766944"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1" name="文本占位符 30"/>
          <p:cNvSpPr>
            <a:spLocks noGrp="1"/>
          </p:cNvSpPr>
          <p:nvPr>
            <p:ph type="body" sz="quarter" idx="21" hasCustomPrompt="1"/>
          </p:nvPr>
        </p:nvSpPr>
        <p:spPr>
          <a:xfrm>
            <a:off x="6282098"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2" name="文本占位符 30"/>
          <p:cNvSpPr>
            <a:spLocks noGrp="1"/>
          </p:cNvSpPr>
          <p:nvPr>
            <p:ph type="body" sz="quarter" idx="22" hasCustomPrompt="1"/>
          </p:nvPr>
        </p:nvSpPr>
        <p:spPr>
          <a:xfrm>
            <a:off x="6523296"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3" name="文本占位符 30"/>
          <p:cNvSpPr>
            <a:spLocks noGrp="1"/>
          </p:cNvSpPr>
          <p:nvPr>
            <p:ph type="body" sz="quarter" idx="23" hasCustomPrompt="1"/>
          </p:nvPr>
        </p:nvSpPr>
        <p:spPr>
          <a:xfrm>
            <a:off x="9026191"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43" name="文本占位符 30"/>
          <p:cNvSpPr>
            <a:spLocks noGrp="1"/>
          </p:cNvSpPr>
          <p:nvPr>
            <p:ph type="body" sz="quarter" idx="24" hasCustomPrompt="1"/>
          </p:nvPr>
        </p:nvSpPr>
        <p:spPr>
          <a:xfrm>
            <a:off x="9267389"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版式-1">
    <p:bg>
      <p:bgPr>
        <a:solidFill>
          <a:schemeClr val="bg1"/>
        </a:solidFill>
        <a:effectLst/>
      </p:bgPr>
    </p:bg>
    <p:spTree>
      <p:nvGrpSpPr>
        <p:cNvPr id="1" name=""/>
        <p:cNvGrpSpPr/>
        <p:nvPr/>
      </p:nvGrpSpPr>
      <p:grpSpPr>
        <a:xfrm>
          <a:off x="0" y="0"/>
          <a:ext cx="0" cy="0"/>
          <a:chOff x="0" y="0"/>
          <a:chExt cx="0" cy="0"/>
        </a:xfrm>
      </p:grpSpPr>
      <p:grpSp>
        <p:nvGrpSpPr>
          <p:cNvPr id="20" name="그룹 25"/>
          <p:cNvGrpSpPr/>
          <p:nvPr/>
        </p:nvGrpSpPr>
        <p:grpSpPr>
          <a:xfrm>
            <a:off x="4243676" y="2442355"/>
            <a:ext cx="3899442" cy="1895123"/>
            <a:chOff x="1115616" y="2498780"/>
            <a:chExt cx="3029712" cy="1472436"/>
          </a:xfrm>
        </p:grpSpPr>
        <p:cxnSp>
          <p:nvCxnSpPr>
            <p:cNvPr id="2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2" name="원호 6"/>
          <p:cNvSpPr/>
          <p:nvPr userDrawn="1"/>
        </p:nvSpPr>
        <p:spPr>
          <a:xfrm>
            <a:off x="4841856" y="301729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33" name="원호 7"/>
          <p:cNvSpPr/>
          <p:nvPr userDrawn="1"/>
        </p:nvSpPr>
        <p:spPr>
          <a:xfrm>
            <a:off x="4837628" y="301729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40" name="Straight Connector 79"/>
          <p:cNvCxnSpPr/>
          <p:nvPr userDrawn="1"/>
        </p:nvCxnSpPr>
        <p:spPr>
          <a:xfrm>
            <a:off x="4662338" y="5293389"/>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占位符 30"/>
          <p:cNvSpPr>
            <a:spLocks noGrp="1"/>
          </p:cNvSpPr>
          <p:nvPr>
            <p:ph type="body" sz="quarter" idx="15" hasCustomPrompt="1"/>
          </p:nvPr>
        </p:nvSpPr>
        <p:spPr>
          <a:xfrm>
            <a:off x="615059" y="1338522"/>
            <a:ext cx="10939432" cy="67996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1" name="文本占位符 30"/>
          <p:cNvSpPr>
            <a:spLocks noGrp="1"/>
          </p:cNvSpPr>
          <p:nvPr>
            <p:ph type="body" sz="quarter" idx="18" hasCustomPrompt="1"/>
          </p:nvPr>
        </p:nvSpPr>
        <p:spPr>
          <a:xfrm>
            <a:off x="5187849" y="489540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2" name="文本占位符 30"/>
          <p:cNvSpPr>
            <a:spLocks noGrp="1"/>
          </p:cNvSpPr>
          <p:nvPr>
            <p:ph type="body" sz="quarter" idx="16" hasCustomPrompt="1"/>
          </p:nvPr>
        </p:nvSpPr>
        <p:spPr>
          <a:xfrm>
            <a:off x="3601157" y="5328426"/>
            <a:ext cx="5384800"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5" name="文本占位符 30"/>
          <p:cNvSpPr>
            <a:spLocks noGrp="1"/>
          </p:cNvSpPr>
          <p:nvPr>
            <p:ph type="body" sz="quarter" idx="19" hasCustomPrompt="1"/>
          </p:nvPr>
        </p:nvSpPr>
        <p:spPr>
          <a:xfrm>
            <a:off x="5582927" y="390966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38" name="文本占位符 30"/>
          <p:cNvSpPr>
            <a:spLocks noGrp="1"/>
          </p:cNvSpPr>
          <p:nvPr>
            <p:ph type="body" sz="quarter" idx="20" hasCustomPrompt="1"/>
          </p:nvPr>
        </p:nvSpPr>
        <p:spPr>
          <a:xfrm>
            <a:off x="3510253" y="420367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39" name="文本占位符 30"/>
          <p:cNvSpPr>
            <a:spLocks noGrp="1"/>
          </p:cNvSpPr>
          <p:nvPr>
            <p:ph type="body" sz="quarter" idx="21" hasCustomPrompt="1"/>
          </p:nvPr>
        </p:nvSpPr>
        <p:spPr>
          <a:xfrm>
            <a:off x="4200720" y="271616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43" name="文本占位符 30"/>
          <p:cNvSpPr>
            <a:spLocks noGrp="1"/>
          </p:cNvSpPr>
          <p:nvPr>
            <p:ph type="body" sz="quarter" idx="22" hasCustomPrompt="1"/>
          </p:nvPr>
        </p:nvSpPr>
        <p:spPr>
          <a:xfrm>
            <a:off x="5908348" y="206359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44" name="文本占位符 30"/>
          <p:cNvSpPr>
            <a:spLocks noGrp="1"/>
          </p:cNvSpPr>
          <p:nvPr>
            <p:ph type="body" sz="quarter" idx="23" hasCustomPrompt="1"/>
          </p:nvPr>
        </p:nvSpPr>
        <p:spPr>
          <a:xfrm>
            <a:off x="7608046" y="273811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45" name="文本占位符 30"/>
          <p:cNvSpPr>
            <a:spLocks noGrp="1"/>
          </p:cNvSpPr>
          <p:nvPr>
            <p:ph type="body" sz="quarter" idx="24" hasCustomPrompt="1"/>
          </p:nvPr>
        </p:nvSpPr>
        <p:spPr>
          <a:xfrm>
            <a:off x="8258380" y="4153245"/>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2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版式-2">
    <p:bg>
      <p:bgPr>
        <a:solidFill>
          <a:schemeClr val="bg1"/>
        </a:solidFill>
        <a:effectLst/>
      </p:bgPr>
    </p:bg>
    <p:spTree>
      <p:nvGrpSpPr>
        <p:cNvPr id="1" name=""/>
        <p:cNvGrpSpPr/>
        <p:nvPr/>
      </p:nvGrpSpPr>
      <p:grpSpPr>
        <a:xfrm>
          <a:off x="0" y="0"/>
          <a:ext cx="0" cy="0"/>
          <a:chOff x="0" y="0"/>
          <a:chExt cx="0" cy="0"/>
        </a:xfrm>
      </p:grpSpPr>
      <p:cxnSp>
        <p:nvCxnSpPr>
          <p:cNvPr id="40" name="Straight Connector 79"/>
          <p:cNvCxnSpPr/>
          <p:nvPr userDrawn="1"/>
        </p:nvCxnSpPr>
        <p:spPr>
          <a:xfrm>
            <a:off x="1931670"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86"/>
          <p:cNvCxnSpPr/>
          <p:nvPr userDrawn="1"/>
        </p:nvCxnSpPr>
        <p:spPr>
          <a:xfrm>
            <a:off x="7162800" y="5234068"/>
            <a:ext cx="306641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6" name="文本占位符 30"/>
          <p:cNvSpPr>
            <a:spLocks noGrp="1"/>
          </p:cNvSpPr>
          <p:nvPr>
            <p:ph type="body" sz="quarter" idx="15" hasCustomPrompt="1"/>
          </p:nvPr>
        </p:nvSpPr>
        <p:spPr>
          <a:xfrm>
            <a:off x="615059" y="1338523"/>
            <a:ext cx="10939432" cy="608398"/>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7" name="文本占位符 30"/>
          <p:cNvSpPr>
            <a:spLocks noGrp="1"/>
          </p:cNvSpPr>
          <p:nvPr>
            <p:ph type="body" sz="quarter" idx="18" hasCustomPrompt="1"/>
          </p:nvPr>
        </p:nvSpPr>
        <p:spPr>
          <a:xfrm>
            <a:off x="2471212" y="481550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8" name="文本占位符 30"/>
          <p:cNvSpPr>
            <a:spLocks noGrp="1"/>
          </p:cNvSpPr>
          <p:nvPr>
            <p:ph type="body" sz="quarter" idx="16" hasCustomPrompt="1"/>
          </p:nvPr>
        </p:nvSpPr>
        <p:spPr>
          <a:xfrm>
            <a:off x="1840231"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50" name="文本占位符 30"/>
          <p:cNvSpPr>
            <a:spLocks noGrp="1"/>
          </p:cNvSpPr>
          <p:nvPr>
            <p:ph type="body" sz="quarter" idx="20" hasCustomPrompt="1"/>
          </p:nvPr>
        </p:nvSpPr>
        <p:spPr>
          <a:xfrm>
            <a:off x="7216030"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grpSp>
        <p:nvGrpSpPr>
          <p:cNvPr id="44" name="그룹 25"/>
          <p:cNvGrpSpPr/>
          <p:nvPr userDrawn="1"/>
        </p:nvGrpSpPr>
        <p:grpSpPr>
          <a:xfrm>
            <a:off x="1529344" y="2383034"/>
            <a:ext cx="3899442" cy="1895123"/>
            <a:chOff x="1115616" y="2498780"/>
            <a:chExt cx="3029712" cy="1472436"/>
          </a:xfrm>
        </p:grpSpPr>
        <p:cxnSp>
          <p:nvCxnSpPr>
            <p:cNvPr id="51"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6" name="원호 6"/>
          <p:cNvSpPr/>
          <p:nvPr userDrawn="1"/>
        </p:nvSpPr>
        <p:spPr>
          <a:xfrm>
            <a:off x="2127524" y="2957975"/>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57" name="원호 7"/>
          <p:cNvSpPr/>
          <p:nvPr userDrawn="1"/>
        </p:nvSpPr>
        <p:spPr>
          <a:xfrm>
            <a:off x="2123296" y="2957975"/>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58" name="Straight Connector 79"/>
          <p:cNvCxnSpPr/>
          <p:nvPr userDrawn="1"/>
        </p:nvCxnSpPr>
        <p:spPr>
          <a:xfrm>
            <a:off x="1948006"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文本占位符 30"/>
          <p:cNvSpPr>
            <a:spLocks noGrp="1"/>
          </p:cNvSpPr>
          <p:nvPr>
            <p:ph type="body" sz="quarter" idx="22" hasCustomPrompt="1"/>
          </p:nvPr>
        </p:nvSpPr>
        <p:spPr>
          <a:xfrm>
            <a:off x="2868595" y="3850341"/>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61" name="文本占位符 30"/>
          <p:cNvSpPr>
            <a:spLocks noGrp="1"/>
          </p:cNvSpPr>
          <p:nvPr>
            <p:ph type="body" sz="quarter" idx="23" hasCustomPrompt="1"/>
          </p:nvPr>
        </p:nvSpPr>
        <p:spPr>
          <a:xfrm>
            <a:off x="849711" y="414435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62" name="文本占位符 30"/>
          <p:cNvSpPr>
            <a:spLocks noGrp="1"/>
          </p:cNvSpPr>
          <p:nvPr>
            <p:ph type="body" sz="quarter" idx="24" hasCustomPrompt="1"/>
          </p:nvPr>
        </p:nvSpPr>
        <p:spPr>
          <a:xfrm>
            <a:off x="1486388" y="2656842"/>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63" name="文本占位符 30"/>
          <p:cNvSpPr>
            <a:spLocks noGrp="1"/>
          </p:cNvSpPr>
          <p:nvPr>
            <p:ph type="body" sz="quarter" idx="25" hasCustomPrompt="1"/>
          </p:nvPr>
        </p:nvSpPr>
        <p:spPr>
          <a:xfrm>
            <a:off x="3194016" y="2004276"/>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64" name="文本占位符 30"/>
          <p:cNvSpPr>
            <a:spLocks noGrp="1"/>
          </p:cNvSpPr>
          <p:nvPr>
            <p:ph type="body" sz="quarter" idx="26" hasCustomPrompt="1"/>
          </p:nvPr>
        </p:nvSpPr>
        <p:spPr>
          <a:xfrm>
            <a:off x="4893714" y="2678794"/>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65" name="文本占位符 30"/>
          <p:cNvSpPr>
            <a:spLocks noGrp="1"/>
          </p:cNvSpPr>
          <p:nvPr>
            <p:ph type="body" sz="quarter" idx="27" hasCustomPrompt="1"/>
          </p:nvPr>
        </p:nvSpPr>
        <p:spPr>
          <a:xfrm>
            <a:off x="5469019" y="414435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grpSp>
        <p:nvGrpSpPr>
          <p:cNvPr id="66" name="그룹 25"/>
          <p:cNvGrpSpPr/>
          <p:nvPr userDrawn="1"/>
        </p:nvGrpSpPr>
        <p:grpSpPr>
          <a:xfrm>
            <a:off x="6855236" y="2374435"/>
            <a:ext cx="3899442" cy="1895123"/>
            <a:chOff x="1115616" y="2498780"/>
            <a:chExt cx="3029712" cy="1472436"/>
          </a:xfrm>
        </p:grpSpPr>
        <p:cxnSp>
          <p:nvCxnSpPr>
            <p:cNvPr id="6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72" name="원호 6"/>
          <p:cNvSpPr/>
          <p:nvPr userDrawn="1"/>
        </p:nvSpPr>
        <p:spPr>
          <a:xfrm>
            <a:off x="7453416" y="294937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3" name="원호 7"/>
          <p:cNvSpPr/>
          <p:nvPr userDrawn="1"/>
        </p:nvSpPr>
        <p:spPr>
          <a:xfrm>
            <a:off x="7449188" y="294937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5" name="文本占位符 30"/>
          <p:cNvSpPr>
            <a:spLocks noGrp="1"/>
          </p:cNvSpPr>
          <p:nvPr>
            <p:ph type="body" sz="quarter" idx="28" hasCustomPrompt="1"/>
          </p:nvPr>
        </p:nvSpPr>
        <p:spPr>
          <a:xfrm>
            <a:off x="7799409" y="482748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76" name="文本占位符 30"/>
          <p:cNvSpPr>
            <a:spLocks noGrp="1"/>
          </p:cNvSpPr>
          <p:nvPr>
            <p:ph type="body" sz="quarter" idx="19" hasCustomPrompt="1"/>
          </p:nvPr>
        </p:nvSpPr>
        <p:spPr>
          <a:xfrm>
            <a:off x="8194487" y="384174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77" name="文本占位符 30"/>
          <p:cNvSpPr>
            <a:spLocks noGrp="1"/>
          </p:cNvSpPr>
          <p:nvPr>
            <p:ph type="body" sz="quarter" idx="29" hasCustomPrompt="1"/>
          </p:nvPr>
        </p:nvSpPr>
        <p:spPr>
          <a:xfrm>
            <a:off x="6182329" y="413575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78" name="文本占位符 30"/>
          <p:cNvSpPr>
            <a:spLocks noGrp="1"/>
          </p:cNvSpPr>
          <p:nvPr>
            <p:ph type="body" sz="quarter" idx="21" hasCustomPrompt="1"/>
          </p:nvPr>
        </p:nvSpPr>
        <p:spPr>
          <a:xfrm>
            <a:off x="6812280" y="264824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79" name="文本占位符 30"/>
          <p:cNvSpPr>
            <a:spLocks noGrp="1"/>
          </p:cNvSpPr>
          <p:nvPr>
            <p:ph type="body" sz="quarter" idx="30" hasCustomPrompt="1"/>
          </p:nvPr>
        </p:nvSpPr>
        <p:spPr>
          <a:xfrm>
            <a:off x="8519908" y="199567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80" name="文本占位符 30"/>
          <p:cNvSpPr>
            <a:spLocks noGrp="1"/>
          </p:cNvSpPr>
          <p:nvPr>
            <p:ph type="body" sz="quarter" idx="31" hasCustomPrompt="1"/>
          </p:nvPr>
        </p:nvSpPr>
        <p:spPr>
          <a:xfrm>
            <a:off x="10219606" y="267019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81" name="文本占位符 30"/>
          <p:cNvSpPr>
            <a:spLocks noGrp="1"/>
          </p:cNvSpPr>
          <p:nvPr>
            <p:ph type="body" sz="quarter" idx="32" hasCustomPrompt="1"/>
          </p:nvPr>
        </p:nvSpPr>
        <p:spPr>
          <a:xfrm>
            <a:off x="10834080" y="412996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4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版式-3">
    <p:bg>
      <p:bgPr>
        <a:solidFill>
          <a:schemeClr val="bg1"/>
        </a:solidFill>
        <a:effectLst/>
      </p:bgPr>
    </p:bg>
    <p:spTree>
      <p:nvGrpSpPr>
        <p:cNvPr id="1" name=""/>
        <p:cNvGrpSpPr/>
        <p:nvPr/>
      </p:nvGrpSpPr>
      <p:grpSpPr>
        <a:xfrm>
          <a:off x="0" y="0"/>
          <a:ext cx="0" cy="0"/>
          <a:chOff x="0" y="0"/>
          <a:chExt cx="0" cy="0"/>
        </a:xfrm>
      </p:grpSpPr>
      <p:sp>
        <p:nvSpPr>
          <p:cNvPr id="45" name="ïṡ1íḓé"/>
          <p:cNvSpPr/>
          <p:nvPr userDrawn="1"/>
        </p:nvSpPr>
        <p:spPr>
          <a:xfrm>
            <a:off x="2409190" y="2855866"/>
            <a:ext cx="7373620" cy="1152128"/>
          </a:xfrm>
          <a:prstGeom prst="ellipse">
            <a:avLst/>
          </a:prstGeom>
          <a:solidFill>
            <a:schemeClr val="bg1">
              <a:lumMod val="95000"/>
            </a:schemeClr>
          </a:solidFill>
          <a:ln>
            <a:solidFill>
              <a:schemeClr val="tx1">
                <a:lumMod val="20000"/>
                <a:lumOff val="8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6" name="ïṣľîḑe"/>
          <p:cNvSpPr/>
          <p:nvPr userDrawn="1"/>
        </p:nvSpPr>
        <p:spPr>
          <a:xfrm>
            <a:off x="3804131" y="3071890"/>
            <a:ext cx="4608512" cy="720080"/>
          </a:xfrm>
          <a:prstGeom prst="ellipse">
            <a:avLst/>
          </a:prstGeom>
          <a:solidFill>
            <a:schemeClr val="bg1"/>
          </a:solidFill>
          <a:ln>
            <a:solidFill>
              <a:schemeClr val="tx1">
                <a:lumMod val="40000"/>
                <a:lumOff val="60000"/>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7" name="íṣļîḑê"/>
          <p:cNvSpPr/>
          <p:nvPr userDrawn="1"/>
        </p:nvSpPr>
        <p:spPr>
          <a:xfrm rot="8100000">
            <a:off x="3180524" y="2893835"/>
            <a:ext cx="577564" cy="577564"/>
          </a:xfrm>
          <a:prstGeom prst="teardrop">
            <a:avLst>
              <a:gd name="adj" fmla="val 13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48" name="iŝ1iḋe"/>
          <p:cNvSpPr/>
          <p:nvPr userDrawn="1"/>
        </p:nvSpPr>
        <p:spPr>
          <a:xfrm rot="8100000">
            <a:off x="8722321" y="2710690"/>
            <a:ext cx="577564" cy="577564"/>
          </a:xfrm>
          <a:prstGeom prst="teardrop">
            <a:avLst>
              <a:gd name="adj" fmla="val 13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49" name="íşlíďè"/>
          <p:cNvSpPr/>
          <p:nvPr userDrawn="1"/>
        </p:nvSpPr>
        <p:spPr>
          <a:xfrm rot="8100000">
            <a:off x="5891613" y="2158684"/>
            <a:ext cx="577564" cy="577564"/>
          </a:xfrm>
          <a:prstGeom prst="teardrop">
            <a:avLst>
              <a:gd name="adj" fmla="val 133968"/>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50" name="直接连接符 6"/>
          <p:cNvCxnSpPr/>
          <p:nvPr userDrawn="1"/>
        </p:nvCxnSpPr>
        <p:spPr>
          <a:xfrm>
            <a:off x="4298478"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7"/>
          <p:cNvCxnSpPr/>
          <p:nvPr userDrawn="1"/>
        </p:nvCxnSpPr>
        <p:spPr>
          <a:xfrm>
            <a:off x="7918296"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2" name="文本占位符 30"/>
          <p:cNvSpPr>
            <a:spLocks noGrp="1"/>
          </p:cNvSpPr>
          <p:nvPr>
            <p:ph type="body" sz="quarter" idx="15" hasCustomPrompt="1"/>
          </p:nvPr>
        </p:nvSpPr>
        <p:spPr>
          <a:xfrm>
            <a:off x="615059" y="1338522"/>
            <a:ext cx="10939432" cy="66357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3" name="文本占位符 30"/>
          <p:cNvSpPr>
            <a:spLocks noGrp="1"/>
          </p:cNvSpPr>
          <p:nvPr>
            <p:ph type="body" sz="quarter" idx="18" hasCustomPrompt="1"/>
          </p:nvPr>
        </p:nvSpPr>
        <p:spPr>
          <a:xfrm>
            <a:off x="1471998"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4" name="文本占位符 30"/>
          <p:cNvSpPr>
            <a:spLocks noGrp="1"/>
          </p:cNvSpPr>
          <p:nvPr>
            <p:ph type="body" sz="quarter" idx="16" hasCustomPrompt="1"/>
          </p:nvPr>
        </p:nvSpPr>
        <p:spPr>
          <a:xfrm>
            <a:off x="1025531"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5" name="文本占位符 30"/>
          <p:cNvSpPr>
            <a:spLocks noGrp="1"/>
          </p:cNvSpPr>
          <p:nvPr>
            <p:ph type="body" sz="quarter" idx="19" hasCustomPrompt="1"/>
          </p:nvPr>
        </p:nvSpPr>
        <p:spPr>
          <a:xfrm>
            <a:off x="5091816"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6" name="文本占位符 30"/>
          <p:cNvSpPr>
            <a:spLocks noGrp="1"/>
          </p:cNvSpPr>
          <p:nvPr>
            <p:ph type="body" sz="quarter" idx="20" hasCustomPrompt="1"/>
          </p:nvPr>
        </p:nvSpPr>
        <p:spPr>
          <a:xfrm>
            <a:off x="4645349"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7" name="文本占位符 30"/>
          <p:cNvSpPr>
            <a:spLocks noGrp="1"/>
          </p:cNvSpPr>
          <p:nvPr>
            <p:ph type="body" sz="quarter" idx="21" hasCustomPrompt="1"/>
          </p:nvPr>
        </p:nvSpPr>
        <p:spPr>
          <a:xfrm>
            <a:off x="8716654" y="454718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8" name="文本占位符 30"/>
          <p:cNvSpPr>
            <a:spLocks noGrp="1"/>
          </p:cNvSpPr>
          <p:nvPr>
            <p:ph type="body" sz="quarter" idx="22" hasCustomPrompt="1"/>
          </p:nvPr>
        </p:nvSpPr>
        <p:spPr>
          <a:xfrm>
            <a:off x="8270187" y="4980204"/>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8"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版式-3">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1097694"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1134206"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497302"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5067753"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5104266"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6467362"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8965963"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002476"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365572"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22301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1249383"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1249383"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5247889" y="37996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5247889" y="4232682"/>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9132341"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9132341"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23" hasCustomPrompt="1"/>
          </p:nvPr>
        </p:nvSpPr>
        <p:spPr>
          <a:xfrm rot="19044237">
            <a:off x="1152054" y="305074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28" name="文本占位符 30"/>
          <p:cNvSpPr>
            <a:spLocks noGrp="1"/>
          </p:cNvSpPr>
          <p:nvPr>
            <p:ph type="body" sz="quarter" idx="24" hasCustomPrompt="1"/>
          </p:nvPr>
        </p:nvSpPr>
        <p:spPr>
          <a:xfrm rot="19044237">
            <a:off x="5135658"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30" name="文本占位符 30"/>
          <p:cNvSpPr>
            <a:spLocks noGrp="1"/>
          </p:cNvSpPr>
          <p:nvPr>
            <p:ph type="body" sz="quarter" idx="25" hasCustomPrompt="1"/>
          </p:nvPr>
        </p:nvSpPr>
        <p:spPr>
          <a:xfrm rot="19044237">
            <a:off x="9059584"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23"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版式-4">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685576"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722088"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085184"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ïṥḻïdé"/>
          <p:cNvSpPr/>
          <p:nvPr/>
        </p:nvSpPr>
        <p:spPr>
          <a:xfrm>
            <a:off x="3513743" y="2958232"/>
            <a:ext cx="2345839" cy="3024336"/>
          </a:xfrm>
          <a:prstGeom prst="rect">
            <a:avLst/>
          </a:prstGeom>
          <a:no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14" name="îṣļiḋê"/>
          <p:cNvSpPr/>
          <p:nvPr/>
        </p:nvSpPr>
        <p:spPr>
          <a:xfrm rot="5400000">
            <a:off x="3550256" y="2921719"/>
            <a:ext cx="840739" cy="91376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slíḑé"/>
          <p:cNvSpPr/>
          <p:nvPr/>
        </p:nvSpPr>
        <p:spPr>
          <a:xfrm rot="16200000">
            <a:off x="4913352" y="5036338"/>
            <a:ext cx="906847" cy="98561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6341910"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6378423"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7741519"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9170077"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206590"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569686"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03775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853874"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853874"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3670226"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3670226"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6499407"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6499407"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40" name="文本占位符 30"/>
          <p:cNvSpPr>
            <a:spLocks noGrp="1"/>
          </p:cNvSpPr>
          <p:nvPr>
            <p:ph type="body" sz="quarter" idx="23" hasCustomPrompt="1"/>
          </p:nvPr>
        </p:nvSpPr>
        <p:spPr>
          <a:xfrm>
            <a:off x="9337732"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4" hasCustomPrompt="1"/>
          </p:nvPr>
        </p:nvSpPr>
        <p:spPr>
          <a:xfrm>
            <a:off x="9337732"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0" name="文本占位符 30"/>
          <p:cNvSpPr>
            <a:spLocks noGrp="1"/>
          </p:cNvSpPr>
          <p:nvPr>
            <p:ph type="body" sz="quarter" idx="25" hasCustomPrompt="1"/>
          </p:nvPr>
        </p:nvSpPr>
        <p:spPr>
          <a:xfrm rot="19044237">
            <a:off x="752121" y="3067474"/>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31" name="文本占位符 30"/>
          <p:cNvSpPr>
            <a:spLocks noGrp="1"/>
          </p:cNvSpPr>
          <p:nvPr>
            <p:ph type="body" sz="quarter" idx="26" hasCustomPrompt="1"/>
          </p:nvPr>
        </p:nvSpPr>
        <p:spPr>
          <a:xfrm rot="19044237">
            <a:off x="3587842" y="306523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42" name="文本占位符 30"/>
          <p:cNvSpPr>
            <a:spLocks noGrp="1"/>
          </p:cNvSpPr>
          <p:nvPr>
            <p:ph type="body" sz="quarter" idx="27" hasCustomPrompt="1"/>
          </p:nvPr>
        </p:nvSpPr>
        <p:spPr>
          <a:xfrm rot="19044237">
            <a:off x="6423562" y="3065229"/>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43" name="文本占位符 30"/>
          <p:cNvSpPr>
            <a:spLocks noGrp="1"/>
          </p:cNvSpPr>
          <p:nvPr>
            <p:ph type="body" sz="quarter" idx="28" hasCustomPrompt="1"/>
          </p:nvPr>
        </p:nvSpPr>
        <p:spPr>
          <a:xfrm rot="19044237">
            <a:off x="9283849" y="3026201"/>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04</a:t>
            </a:r>
            <a:endParaRPr kumimoji="1" lang="zh-CN" altLang="en-US" dirty="0"/>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版式-3">
    <p:bg>
      <p:bgPr>
        <a:solidFill>
          <a:schemeClr val="bg1"/>
        </a:solidFill>
        <a:effectLst/>
      </p:bgPr>
    </p:bg>
    <p:spTree>
      <p:nvGrpSpPr>
        <p:cNvPr id="1" name=""/>
        <p:cNvGrpSpPr/>
        <p:nvPr/>
      </p:nvGrpSpPr>
      <p:grpSpPr>
        <a:xfrm>
          <a:off x="0" y="0"/>
          <a:ext cx="0" cy="0"/>
          <a:chOff x="0" y="0"/>
          <a:chExt cx="0" cy="0"/>
        </a:xfrm>
      </p:grpSpPr>
      <p:sp>
        <p:nvSpPr>
          <p:cNvPr id="32" name="稻壳儿小白白(http://dwz.cn/Wu2UP)"/>
          <p:cNvSpPr>
            <a:spLocks noChangeArrowheads="1"/>
          </p:cNvSpPr>
          <p:nvPr userDrawn="1"/>
        </p:nvSpPr>
        <p:spPr bwMode="auto">
          <a:xfrm>
            <a:off x="2201637" y="2789321"/>
            <a:ext cx="862013" cy="862012"/>
          </a:xfrm>
          <a:prstGeom prst="pentagon">
            <a:avLst/>
          </a:prstGeom>
          <a:solidFill>
            <a:srgbClr val="0089FF"/>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800">
              <a:latin typeface="+mn-lt"/>
              <a:ea typeface="+mn-ea"/>
              <a:cs typeface="+mn-ea"/>
              <a:sym typeface="+mn-lt"/>
            </a:endParaRPr>
          </a:p>
        </p:txBody>
      </p:sp>
      <p:sp>
        <p:nvSpPr>
          <p:cNvPr id="33" name="稻壳儿小白白(http://dwz.cn/Wu2UP)"/>
          <p:cNvSpPr>
            <a:spLocks noChangeArrowheads="1"/>
          </p:cNvSpPr>
          <p:nvPr userDrawn="1"/>
        </p:nvSpPr>
        <p:spPr bwMode="auto">
          <a:xfrm>
            <a:off x="5729367" y="2789321"/>
            <a:ext cx="862013" cy="862012"/>
          </a:xfrm>
          <a:prstGeom prst="pentagon">
            <a:avLst/>
          </a:prstGeom>
          <a:solidFill>
            <a:schemeClr val="accent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34" name="稻壳儿小白白(http://dwz.cn/Wu2UP)"/>
          <p:cNvSpPr>
            <a:spLocks noChangeArrowheads="1"/>
          </p:cNvSpPr>
          <p:nvPr userDrawn="1"/>
        </p:nvSpPr>
        <p:spPr bwMode="auto">
          <a:xfrm>
            <a:off x="9171321" y="2789321"/>
            <a:ext cx="860425" cy="862012"/>
          </a:xfrm>
          <a:prstGeom prst="pentagon">
            <a:avLst/>
          </a:prstGeom>
          <a:solidFill>
            <a:schemeClr val="tx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400">
              <a:latin typeface="+mn-lt"/>
              <a:ea typeface="+mn-ea"/>
              <a:cs typeface="+mn-ea"/>
              <a:sym typeface="+mn-lt"/>
            </a:endParaRPr>
          </a:p>
        </p:txBody>
      </p:sp>
      <p:cxnSp>
        <p:nvCxnSpPr>
          <p:cNvPr id="39" name="直接连接符 13"/>
          <p:cNvCxnSpPr/>
          <p:nvPr userDrawn="1"/>
        </p:nvCxnSpPr>
        <p:spPr>
          <a:xfrm>
            <a:off x="4415985"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14"/>
          <p:cNvCxnSpPr/>
          <p:nvPr userDrawn="1"/>
        </p:nvCxnSpPr>
        <p:spPr>
          <a:xfrm>
            <a:off x="7978726"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2" name="文本占位符 30"/>
          <p:cNvSpPr>
            <a:spLocks noGrp="1"/>
          </p:cNvSpPr>
          <p:nvPr>
            <p:ph type="body" sz="quarter" idx="18" hasCustomPrompt="1"/>
          </p:nvPr>
        </p:nvSpPr>
        <p:spPr>
          <a:xfrm>
            <a:off x="1676258"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3" name="文本占位符 30"/>
          <p:cNvSpPr>
            <a:spLocks noGrp="1"/>
          </p:cNvSpPr>
          <p:nvPr>
            <p:ph type="body" sz="quarter" idx="16" hasCustomPrompt="1"/>
          </p:nvPr>
        </p:nvSpPr>
        <p:spPr>
          <a:xfrm>
            <a:off x="1222630"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19" hasCustomPrompt="1"/>
          </p:nvPr>
        </p:nvSpPr>
        <p:spPr>
          <a:xfrm>
            <a:off x="519770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5" name="文本占位符 30"/>
          <p:cNvSpPr>
            <a:spLocks noGrp="1"/>
          </p:cNvSpPr>
          <p:nvPr>
            <p:ph type="body" sz="quarter" idx="20" hasCustomPrompt="1"/>
          </p:nvPr>
        </p:nvSpPr>
        <p:spPr>
          <a:xfrm>
            <a:off x="4779933"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6" name="文本占位符 30"/>
          <p:cNvSpPr>
            <a:spLocks noGrp="1"/>
          </p:cNvSpPr>
          <p:nvPr>
            <p:ph type="body" sz="quarter" idx="21" hasCustomPrompt="1"/>
          </p:nvPr>
        </p:nvSpPr>
        <p:spPr>
          <a:xfrm>
            <a:off x="864176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7" name="文本占位符 30"/>
          <p:cNvSpPr>
            <a:spLocks noGrp="1"/>
          </p:cNvSpPr>
          <p:nvPr>
            <p:ph type="body" sz="quarter" idx="22" hasCustomPrompt="1"/>
          </p:nvPr>
        </p:nvSpPr>
        <p:spPr>
          <a:xfrm>
            <a:off x="8313638"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版式-4">
    <p:bg>
      <p:bgPr>
        <a:solidFill>
          <a:schemeClr val="bg1"/>
        </a:solidFill>
        <a:effectLst/>
      </p:bgPr>
    </p:bg>
    <p:spTree>
      <p:nvGrpSpPr>
        <p:cNvPr id="1" name=""/>
        <p:cNvGrpSpPr/>
        <p:nvPr/>
      </p:nvGrpSpPr>
      <p:grpSpPr>
        <a:xfrm>
          <a:off x="0" y="0"/>
          <a:ext cx="0" cy="0"/>
          <a:chOff x="0" y="0"/>
          <a:chExt cx="0" cy="0"/>
        </a:xfrm>
      </p:grpSpPr>
      <p:sp>
        <p:nvSpPr>
          <p:cNvPr id="19" name="îSḻíḑê"/>
          <p:cNvSpPr/>
          <p:nvPr userDrawn="1"/>
        </p:nvSpPr>
        <p:spPr bwMode="auto">
          <a:xfrm>
            <a:off x="4092055" y="1321080"/>
            <a:ext cx="3997173" cy="4020490"/>
          </a:xfrm>
          <a:prstGeom prst="rect">
            <a:avLst/>
          </a:prstGeom>
          <a:noFill/>
          <a:ln w="9525">
            <a:noFill/>
            <a:miter lim="800000"/>
          </a:ln>
        </p:spPr>
        <p:txBody>
          <a:bodyPr wrap="square" lIns="91440" tIns="45720" rIns="91440" bIns="45720" anchor="ctr">
            <a:normAutofit/>
          </a:bodyPr>
          <a:lstStyle/>
          <a:p>
            <a:pPr algn="ctr"/>
            <a:endParaRPr/>
          </a:p>
        </p:txBody>
      </p:sp>
      <p:sp>
        <p:nvSpPr>
          <p:cNvPr id="20" name="îṡ1îḍé"/>
          <p:cNvSpPr/>
          <p:nvPr userDrawn="1"/>
        </p:nvSpPr>
        <p:spPr bwMode="auto">
          <a:xfrm>
            <a:off x="6125617" y="3013217"/>
            <a:ext cx="907691" cy="1172504"/>
          </a:xfrm>
          <a:custGeom>
            <a:avLst/>
            <a:gdLst/>
            <a:ahLst/>
            <a:cxnLst>
              <a:cxn ang="0">
                <a:pos x="222" y="0"/>
              </a:cxn>
              <a:cxn ang="0">
                <a:pos x="0" y="223"/>
              </a:cxn>
              <a:cxn ang="0">
                <a:pos x="222" y="446"/>
              </a:cxn>
              <a:cxn ang="0">
                <a:pos x="222" y="0"/>
              </a:cxn>
            </a:cxnLst>
            <a:rect l="0" t="0" r="r" b="b"/>
            <a:pathLst>
              <a:path w="345" h="446">
                <a:moveTo>
                  <a:pt x="222" y="0"/>
                </a:moveTo>
                <a:cubicBezTo>
                  <a:pt x="0" y="223"/>
                  <a:pt x="0" y="223"/>
                  <a:pt x="0" y="223"/>
                </a:cubicBezTo>
                <a:cubicBezTo>
                  <a:pt x="222" y="446"/>
                  <a:pt x="222" y="446"/>
                  <a:pt x="222" y="446"/>
                </a:cubicBezTo>
                <a:cubicBezTo>
                  <a:pt x="345" y="323"/>
                  <a:pt x="345" y="123"/>
                  <a:pt x="222" y="0"/>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1" name="iṣlîďé"/>
          <p:cNvSpPr/>
          <p:nvPr userDrawn="1"/>
        </p:nvSpPr>
        <p:spPr bwMode="auto">
          <a:xfrm>
            <a:off x="5501058" y="3651099"/>
            <a:ext cx="1169173" cy="909357"/>
          </a:xfrm>
          <a:custGeom>
            <a:avLst/>
            <a:gdLst/>
            <a:ahLst/>
            <a:cxnLst>
              <a:cxn ang="0">
                <a:pos x="445" y="223"/>
              </a:cxn>
              <a:cxn ang="0">
                <a:pos x="222" y="0"/>
              </a:cxn>
              <a:cxn ang="0">
                <a:pos x="0" y="223"/>
              </a:cxn>
              <a:cxn ang="0">
                <a:pos x="445" y="223"/>
              </a:cxn>
            </a:cxnLst>
            <a:rect l="0" t="0" r="r" b="b"/>
            <a:pathLst>
              <a:path w="445" h="346">
                <a:moveTo>
                  <a:pt x="445" y="223"/>
                </a:moveTo>
                <a:cubicBezTo>
                  <a:pt x="222" y="0"/>
                  <a:pt x="222" y="0"/>
                  <a:pt x="222" y="0"/>
                </a:cubicBezTo>
                <a:cubicBezTo>
                  <a:pt x="0" y="223"/>
                  <a:pt x="0" y="223"/>
                  <a:pt x="0" y="223"/>
                </a:cubicBezTo>
                <a:cubicBezTo>
                  <a:pt x="123" y="346"/>
                  <a:pt x="322" y="346"/>
                  <a:pt x="445" y="2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2" name="íŝḻîḍe"/>
          <p:cNvSpPr/>
          <p:nvPr userDrawn="1"/>
        </p:nvSpPr>
        <p:spPr bwMode="auto">
          <a:xfrm>
            <a:off x="5141313" y="3013217"/>
            <a:ext cx="909357" cy="1172504"/>
          </a:xfrm>
          <a:custGeom>
            <a:avLst/>
            <a:gdLst/>
            <a:ahLst/>
            <a:cxnLst>
              <a:cxn ang="0">
                <a:pos x="123" y="446"/>
              </a:cxn>
              <a:cxn ang="0">
                <a:pos x="346" y="223"/>
              </a:cxn>
              <a:cxn ang="0">
                <a:pos x="123" y="0"/>
              </a:cxn>
              <a:cxn ang="0">
                <a:pos x="123" y="446"/>
              </a:cxn>
            </a:cxnLst>
            <a:rect l="0" t="0" r="r" b="b"/>
            <a:pathLst>
              <a:path w="346" h="446">
                <a:moveTo>
                  <a:pt x="123" y="446"/>
                </a:moveTo>
                <a:cubicBezTo>
                  <a:pt x="346" y="223"/>
                  <a:pt x="346" y="223"/>
                  <a:pt x="346" y="223"/>
                </a:cubicBezTo>
                <a:cubicBezTo>
                  <a:pt x="123" y="0"/>
                  <a:pt x="123" y="0"/>
                  <a:pt x="123" y="0"/>
                </a:cubicBezTo>
                <a:cubicBezTo>
                  <a:pt x="0" y="123"/>
                  <a:pt x="0" y="323"/>
                  <a:pt x="123" y="446"/>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3" name="ïṧļídè"/>
          <p:cNvSpPr/>
          <p:nvPr userDrawn="1"/>
        </p:nvSpPr>
        <p:spPr bwMode="auto">
          <a:xfrm>
            <a:off x="5501058" y="2636816"/>
            <a:ext cx="1169173" cy="909357"/>
          </a:xfrm>
          <a:custGeom>
            <a:avLst/>
            <a:gdLst/>
            <a:ahLst/>
            <a:cxnLst>
              <a:cxn ang="0">
                <a:pos x="0" y="123"/>
              </a:cxn>
              <a:cxn ang="0">
                <a:pos x="222" y="346"/>
              </a:cxn>
              <a:cxn ang="0">
                <a:pos x="445" y="123"/>
              </a:cxn>
              <a:cxn ang="0">
                <a:pos x="0" y="123"/>
              </a:cxn>
            </a:cxnLst>
            <a:rect l="0" t="0" r="r" b="b"/>
            <a:pathLst>
              <a:path w="445" h="346">
                <a:moveTo>
                  <a:pt x="0" y="123"/>
                </a:moveTo>
                <a:cubicBezTo>
                  <a:pt x="222" y="346"/>
                  <a:pt x="222" y="346"/>
                  <a:pt x="222" y="346"/>
                </a:cubicBezTo>
                <a:cubicBezTo>
                  <a:pt x="445" y="123"/>
                  <a:pt x="445" y="123"/>
                  <a:pt x="445" y="123"/>
                </a:cubicBezTo>
                <a:cubicBezTo>
                  <a:pt x="322" y="0"/>
                  <a:pt x="123" y="0"/>
                  <a:pt x="0" y="1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4" name="ís1ïďè"/>
          <p:cNvSpPr/>
          <p:nvPr userDrawn="1"/>
        </p:nvSpPr>
        <p:spPr bwMode="auto">
          <a:xfrm>
            <a:off x="4338547" y="4400569"/>
            <a:ext cx="936005" cy="937670"/>
          </a:xfrm>
          <a:custGeom>
            <a:avLst/>
            <a:gdLst/>
            <a:ahLst/>
            <a:cxnLst>
              <a:cxn ang="0">
                <a:pos x="355" y="357"/>
              </a:cxn>
              <a:cxn ang="0">
                <a:pos x="0" y="1"/>
              </a:cxn>
              <a:cxn ang="0">
                <a:pos x="2" y="0"/>
              </a:cxn>
              <a:cxn ang="0">
                <a:pos x="356" y="354"/>
              </a:cxn>
              <a:cxn ang="0">
                <a:pos x="355" y="357"/>
              </a:cxn>
            </a:cxnLst>
            <a:rect l="0" t="0" r="r" b="b"/>
            <a:pathLst>
              <a:path w="356" h="357">
                <a:moveTo>
                  <a:pt x="355" y="357"/>
                </a:moveTo>
                <a:cubicBezTo>
                  <a:pt x="199" y="284"/>
                  <a:pt x="73" y="158"/>
                  <a:pt x="0" y="1"/>
                </a:cubicBezTo>
                <a:cubicBezTo>
                  <a:pt x="2" y="0"/>
                  <a:pt x="2" y="0"/>
                  <a:pt x="2" y="0"/>
                </a:cubicBezTo>
                <a:cubicBezTo>
                  <a:pt x="75" y="156"/>
                  <a:pt x="201" y="282"/>
                  <a:pt x="356" y="354"/>
                </a:cubicBezTo>
                <a:lnTo>
                  <a:pt x="355" y="357"/>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5" name="îśļîdè"/>
          <p:cNvSpPr/>
          <p:nvPr userDrawn="1"/>
        </p:nvSpPr>
        <p:spPr bwMode="auto">
          <a:xfrm>
            <a:off x="6893407" y="1845709"/>
            <a:ext cx="937670" cy="936005"/>
          </a:xfrm>
          <a:custGeom>
            <a:avLst/>
            <a:gdLst/>
            <a:ahLst/>
            <a:cxnLst>
              <a:cxn ang="0">
                <a:pos x="354" y="356"/>
              </a:cxn>
              <a:cxn ang="0">
                <a:pos x="0" y="2"/>
              </a:cxn>
              <a:cxn ang="0">
                <a:pos x="1" y="0"/>
              </a:cxn>
              <a:cxn ang="0">
                <a:pos x="357" y="355"/>
              </a:cxn>
              <a:cxn ang="0">
                <a:pos x="354" y="356"/>
              </a:cxn>
            </a:cxnLst>
            <a:rect l="0" t="0" r="r" b="b"/>
            <a:pathLst>
              <a:path w="357" h="356">
                <a:moveTo>
                  <a:pt x="354" y="356"/>
                </a:moveTo>
                <a:cubicBezTo>
                  <a:pt x="282" y="201"/>
                  <a:pt x="156" y="75"/>
                  <a:pt x="0" y="2"/>
                </a:cubicBezTo>
                <a:cubicBezTo>
                  <a:pt x="1" y="0"/>
                  <a:pt x="1" y="0"/>
                  <a:pt x="1" y="0"/>
                </a:cubicBezTo>
                <a:cubicBezTo>
                  <a:pt x="158" y="73"/>
                  <a:pt x="284" y="199"/>
                  <a:pt x="357" y="355"/>
                </a:cubicBezTo>
                <a:lnTo>
                  <a:pt x="354" y="356"/>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6" name="íŝ1iḋé"/>
          <p:cNvSpPr/>
          <p:nvPr userDrawn="1"/>
        </p:nvSpPr>
        <p:spPr bwMode="auto">
          <a:xfrm>
            <a:off x="6893407" y="4400569"/>
            <a:ext cx="937670" cy="937670"/>
          </a:xfrm>
          <a:custGeom>
            <a:avLst/>
            <a:gdLst/>
            <a:ahLst/>
            <a:cxnLst>
              <a:cxn ang="0">
                <a:pos x="1" y="357"/>
              </a:cxn>
              <a:cxn ang="0">
                <a:pos x="0" y="354"/>
              </a:cxn>
              <a:cxn ang="0">
                <a:pos x="354" y="0"/>
              </a:cxn>
              <a:cxn ang="0">
                <a:pos x="357" y="1"/>
              </a:cxn>
              <a:cxn ang="0">
                <a:pos x="1" y="357"/>
              </a:cxn>
            </a:cxnLst>
            <a:rect l="0" t="0" r="r" b="b"/>
            <a:pathLst>
              <a:path w="357" h="357">
                <a:moveTo>
                  <a:pt x="1" y="357"/>
                </a:moveTo>
                <a:cubicBezTo>
                  <a:pt x="0" y="354"/>
                  <a:pt x="0" y="354"/>
                  <a:pt x="0" y="354"/>
                </a:cubicBezTo>
                <a:cubicBezTo>
                  <a:pt x="156" y="282"/>
                  <a:pt x="282" y="156"/>
                  <a:pt x="354" y="0"/>
                </a:cubicBezTo>
                <a:cubicBezTo>
                  <a:pt x="357" y="1"/>
                  <a:pt x="357" y="1"/>
                  <a:pt x="357" y="1"/>
                </a:cubicBezTo>
                <a:cubicBezTo>
                  <a:pt x="284" y="158"/>
                  <a:pt x="158" y="284"/>
                  <a:pt x="1" y="35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7" name="ïs1ïḋè"/>
          <p:cNvSpPr/>
          <p:nvPr userDrawn="1"/>
        </p:nvSpPr>
        <p:spPr bwMode="auto">
          <a:xfrm>
            <a:off x="4383516" y="1890677"/>
            <a:ext cx="912688" cy="912688"/>
          </a:xfrm>
          <a:custGeom>
            <a:avLst/>
            <a:gdLst/>
            <a:ahLst/>
            <a:cxnLst>
              <a:cxn ang="0">
                <a:pos x="2" y="347"/>
              </a:cxn>
              <a:cxn ang="0">
                <a:pos x="0" y="346"/>
              </a:cxn>
              <a:cxn ang="0">
                <a:pos x="346" y="0"/>
              </a:cxn>
              <a:cxn ang="0">
                <a:pos x="347" y="2"/>
              </a:cxn>
              <a:cxn ang="0">
                <a:pos x="2" y="347"/>
              </a:cxn>
            </a:cxnLst>
            <a:rect l="0" t="0" r="r" b="b"/>
            <a:pathLst>
              <a:path w="347" h="347">
                <a:moveTo>
                  <a:pt x="2" y="347"/>
                </a:moveTo>
                <a:cubicBezTo>
                  <a:pt x="0" y="346"/>
                  <a:pt x="0" y="346"/>
                  <a:pt x="0" y="346"/>
                </a:cubicBezTo>
                <a:cubicBezTo>
                  <a:pt x="71" y="194"/>
                  <a:pt x="194" y="71"/>
                  <a:pt x="346" y="0"/>
                </a:cubicBezTo>
                <a:cubicBezTo>
                  <a:pt x="347" y="2"/>
                  <a:pt x="347" y="2"/>
                  <a:pt x="347" y="2"/>
                </a:cubicBezTo>
                <a:cubicBezTo>
                  <a:pt x="196" y="73"/>
                  <a:pt x="73" y="195"/>
                  <a:pt x="2" y="34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53" name="iŝ1iḓê"/>
          <p:cNvSpPr/>
          <p:nvPr userDrawn="1"/>
        </p:nvSpPr>
        <p:spPr>
          <a:xfrm>
            <a:off x="728291"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3" name="文本占位符 30"/>
          <p:cNvSpPr>
            <a:spLocks noGrp="1"/>
          </p:cNvSpPr>
          <p:nvPr>
            <p:ph type="body" sz="quarter" idx="18" hasCustomPrompt="1"/>
          </p:nvPr>
        </p:nvSpPr>
        <p:spPr>
          <a:xfrm>
            <a:off x="902381" y="176383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4" name="文本占位符 30"/>
          <p:cNvSpPr>
            <a:spLocks noGrp="1"/>
          </p:cNvSpPr>
          <p:nvPr>
            <p:ph type="body" sz="quarter" idx="16" hasCustomPrompt="1"/>
          </p:nvPr>
        </p:nvSpPr>
        <p:spPr>
          <a:xfrm>
            <a:off x="902381"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6" name="iŝ1iḓê"/>
          <p:cNvSpPr/>
          <p:nvPr userDrawn="1"/>
        </p:nvSpPr>
        <p:spPr>
          <a:xfrm>
            <a:off x="728291" y="4219783"/>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7" name="文本占位符 30"/>
          <p:cNvSpPr>
            <a:spLocks noGrp="1"/>
          </p:cNvSpPr>
          <p:nvPr>
            <p:ph type="body" sz="quarter" idx="19" hasCustomPrompt="1"/>
          </p:nvPr>
        </p:nvSpPr>
        <p:spPr>
          <a:xfrm>
            <a:off x="902381" y="4369329"/>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8" name="文本占位符 30"/>
          <p:cNvSpPr>
            <a:spLocks noGrp="1"/>
          </p:cNvSpPr>
          <p:nvPr>
            <p:ph type="body" sz="quarter" idx="20" hasCustomPrompt="1"/>
          </p:nvPr>
        </p:nvSpPr>
        <p:spPr>
          <a:xfrm>
            <a:off x="902381" y="4822638"/>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9" name="iŝ1iḓê"/>
          <p:cNvSpPr/>
          <p:nvPr userDrawn="1"/>
        </p:nvSpPr>
        <p:spPr>
          <a:xfrm>
            <a:off x="8335720" y="4223682"/>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0" name="文本占位符 30"/>
          <p:cNvSpPr>
            <a:spLocks noGrp="1"/>
          </p:cNvSpPr>
          <p:nvPr>
            <p:ph type="body" sz="quarter" idx="21" hasCustomPrompt="1"/>
          </p:nvPr>
        </p:nvSpPr>
        <p:spPr>
          <a:xfrm>
            <a:off x="8509810" y="4373228"/>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2" hasCustomPrompt="1"/>
          </p:nvPr>
        </p:nvSpPr>
        <p:spPr>
          <a:xfrm>
            <a:off x="8509810" y="4826537"/>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2" name="iŝ1iḓê"/>
          <p:cNvSpPr/>
          <p:nvPr userDrawn="1"/>
        </p:nvSpPr>
        <p:spPr>
          <a:xfrm>
            <a:off x="8335720"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3" name="文本占位符 30"/>
          <p:cNvSpPr>
            <a:spLocks noGrp="1"/>
          </p:cNvSpPr>
          <p:nvPr>
            <p:ph type="body" sz="quarter" idx="23" hasCustomPrompt="1"/>
          </p:nvPr>
        </p:nvSpPr>
        <p:spPr>
          <a:xfrm>
            <a:off x="8509810" y="1763830"/>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4" name="文本占位符 30"/>
          <p:cNvSpPr>
            <a:spLocks noGrp="1"/>
          </p:cNvSpPr>
          <p:nvPr>
            <p:ph type="body" sz="quarter" idx="24" hasCustomPrompt="1"/>
          </p:nvPr>
        </p:nvSpPr>
        <p:spPr>
          <a:xfrm>
            <a:off x="8509810"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5" name="文本占位符 30"/>
          <p:cNvSpPr>
            <a:spLocks noGrp="1"/>
          </p:cNvSpPr>
          <p:nvPr>
            <p:ph type="body" sz="quarter" idx="25" hasCustomPrompt="1"/>
          </p:nvPr>
        </p:nvSpPr>
        <p:spPr>
          <a:xfrm>
            <a:off x="5766555" y="533823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6" name="文本占位符 30"/>
          <p:cNvSpPr>
            <a:spLocks noGrp="1"/>
          </p:cNvSpPr>
          <p:nvPr>
            <p:ph type="body" sz="quarter" idx="26" hasCustomPrompt="1"/>
          </p:nvPr>
        </p:nvSpPr>
        <p:spPr>
          <a:xfrm>
            <a:off x="5766555" y="169111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59" name="文本占位符 30"/>
          <p:cNvSpPr>
            <a:spLocks noGrp="1"/>
          </p:cNvSpPr>
          <p:nvPr>
            <p:ph type="body" sz="quarter" idx="27" hasCustomPrompt="1"/>
          </p:nvPr>
        </p:nvSpPr>
        <p:spPr>
          <a:xfrm>
            <a:off x="754340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0" name="文本占位符 30"/>
          <p:cNvSpPr>
            <a:spLocks noGrp="1"/>
          </p:cNvSpPr>
          <p:nvPr>
            <p:ph type="body" sz="quarter" idx="28" hasCustomPrompt="1"/>
          </p:nvPr>
        </p:nvSpPr>
        <p:spPr>
          <a:xfrm>
            <a:off x="397433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2" name="文本占位符 30"/>
          <p:cNvSpPr>
            <a:spLocks noGrp="1"/>
          </p:cNvSpPr>
          <p:nvPr>
            <p:ph type="body" sz="quarter" idx="29" hasCustomPrompt="1"/>
          </p:nvPr>
        </p:nvSpPr>
        <p:spPr>
          <a:xfrm>
            <a:off x="5777758" y="2814227"/>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3" name="文本占位符 30"/>
          <p:cNvSpPr>
            <a:spLocks noGrp="1"/>
          </p:cNvSpPr>
          <p:nvPr>
            <p:ph type="body" sz="quarter" idx="30" hasCustomPrompt="1"/>
          </p:nvPr>
        </p:nvSpPr>
        <p:spPr>
          <a:xfrm>
            <a:off x="5766555" y="3966816"/>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4" name="文本占位符 30"/>
          <p:cNvSpPr>
            <a:spLocks noGrp="1"/>
          </p:cNvSpPr>
          <p:nvPr>
            <p:ph type="body" sz="quarter" idx="31" hasCustomPrompt="1"/>
          </p:nvPr>
        </p:nvSpPr>
        <p:spPr>
          <a:xfrm>
            <a:off x="5229118" y="341099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5" name="文本占位符 30"/>
          <p:cNvSpPr>
            <a:spLocks noGrp="1"/>
          </p:cNvSpPr>
          <p:nvPr>
            <p:ph type="body" sz="quarter" idx="32" hasCustomPrompt="1"/>
          </p:nvPr>
        </p:nvSpPr>
        <p:spPr>
          <a:xfrm>
            <a:off x="6278271" y="3401368"/>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4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版式-3">
    <p:bg>
      <p:bgPr>
        <a:solidFill>
          <a:schemeClr val="bg1"/>
        </a:solidFill>
        <a:effectLst/>
      </p:bgPr>
    </p:bg>
    <p:spTree>
      <p:nvGrpSpPr>
        <p:cNvPr id="1" name=""/>
        <p:cNvGrpSpPr/>
        <p:nvPr/>
      </p:nvGrpSpPr>
      <p:grpSpPr>
        <a:xfrm>
          <a:off x="0" y="0"/>
          <a:ext cx="0" cy="0"/>
          <a:chOff x="0" y="0"/>
          <a:chExt cx="0" cy="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425360" y="3327134"/>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137360" y="3327134"/>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sp>
        <p:nvSpPr>
          <p:cNvPr id="42"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4" name="文本占位符 30"/>
          <p:cNvSpPr>
            <a:spLocks noGrp="1"/>
          </p:cNvSpPr>
          <p:nvPr>
            <p:ph type="body" sz="quarter" idx="19" hasCustomPrompt="1"/>
          </p:nvPr>
        </p:nvSpPr>
        <p:spPr>
          <a:xfrm>
            <a:off x="4388478" y="1554544"/>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0" hasCustomPrompt="1"/>
          </p:nvPr>
        </p:nvSpPr>
        <p:spPr>
          <a:xfrm>
            <a:off x="4388477" y="2007852"/>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1" hasCustomPrompt="1"/>
          </p:nvPr>
        </p:nvSpPr>
        <p:spPr>
          <a:xfrm>
            <a:off x="4811993" y="3423065"/>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2" hasCustomPrompt="1"/>
          </p:nvPr>
        </p:nvSpPr>
        <p:spPr>
          <a:xfrm>
            <a:off x="4811992" y="3876373"/>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3" hasCustomPrompt="1"/>
          </p:nvPr>
        </p:nvSpPr>
        <p:spPr>
          <a:xfrm>
            <a:off x="4388477" y="5311572"/>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4" hasCustomPrompt="1"/>
          </p:nvPr>
        </p:nvSpPr>
        <p:spPr>
          <a:xfrm>
            <a:off x="4388476" y="5764881"/>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1版式-4">
    <p:bg>
      <p:bgPr>
        <a:solidFill>
          <a:schemeClr val="bg1"/>
        </a:solidFill>
        <a:effectLst/>
      </p:bgPr>
    </p:bg>
    <p:spTree>
      <p:nvGrpSpPr>
        <p:cNvPr id="1" name=""/>
        <p:cNvGrpSpPr/>
        <p:nvPr/>
      </p:nvGrpSpPr>
      <p:grpSpPr>
        <a:xfrm>
          <a:off x="0" y="0"/>
          <a:ext cx="0" cy="0"/>
          <a:chOff x="0" y="0"/>
          <a:chExt cx="0" cy="0"/>
        </a:xfrm>
      </p:grpSpPr>
      <p:grpSp>
        <p:nvGrpSpPr>
          <p:cNvPr id="4" name="20429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2254651" y="1474850"/>
            <a:ext cx="9265837" cy="4327400"/>
            <a:chOff x="2254651" y="1474850"/>
            <a:chExt cx="9265837" cy="432740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9" name="直接连接符 8"/>
            <p:cNvCxnSpPr>
              <a:stCxn id="19" idx="0"/>
            </p:cNvCxnSpPr>
            <p:nvPr/>
          </p:nvCxnSpPr>
          <p:spPr>
            <a:xfrm>
              <a:off x="4316502" y="3965649"/>
              <a:ext cx="7203986"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316502" y="2720249"/>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3" name="ïşļiďé"/>
            <p:cNvGrpSpPr/>
            <p:nvPr/>
          </p:nvGrpSpPr>
          <p:grpSpPr>
            <a:xfrm>
              <a:off x="7761155" y="2188828"/>
              <a:ext cx="952304" cy="623435"/>
              <a:chOff x="6349908" y="2695299"/>
              <a:chExt cx="952304" cy="623435"/>
            </a:xfrm>
          </p:grpSpPr>
          <p:sp>
            <p:nvSpPr>
              <p:cNvPr id="29" name="iş1îďé"/>
              <p:cNvSpPr txBox="1"/>
              <p:nvPr/>
            </p:nvSpPr>
            <p:spPr>
              <a:xfrm>
                <a:off x="6349908" y="2980180"/>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Apr-Jun</a:t>
                </a:r>
              </a:p>
            </p:txBody>
          </p:sp>
          <p:grpSp>
            <p:nvGrpSpPr>
              <p:cNvPr id="30" name="ïṩḻíḍé"/>
              <p:cNvGrpSpPr>
                <a:grpSpLocks noChangeAspect="1"/>
              </p:cNvGrpSpPr>
              <p:nvPr/>
            </p:nvGrpSpPr>
            <p:grpSpPr>
              <a:xfrm>
                <a:off x="6700714" y="2695299"/>
                <a:ext cx="250681" cy="252001"/>
                <a:chOff x="1547813" y="3240088"/>
                <a:chExt cx="301626" cy="303213"/>
              </a:xfrm>
              <a:solidFill>
                <a:sysClr val="window" lastClr="FFFFFF"/>
              </a:solidFill>
            </p:grpSpPr>
            <p:sp>
              <p:nvSpPr>
                <p:cNvPr id="31" name="íṥlïḍè"/>
                <p:cNvSpPr/>
                <p:nvPr/>
              </p:nvSpPr>
              <p:spPr bwMode="auto">
                <a:xfrm>
                  <a:off x="1611313" y="3392488"/>
                  <a:ext cx="85725" cy="87313"/>
                </a:xfrm>
                <a:custGeom>
                  <a:avLst/>
                  <a:gdLst>
                    <a:gd name="T0" fmla="*/ 92 w 218"/>
                    <a:gd name="T1" fmla="*/ 191 h 219"/>
                    <a:gd name="T2" fmla="*/ 70 w 218"/>
                    <a:gd name="T3" fmla="*/ 183 h 219"/>
                    <a:gd name="T4" fmla="*/ 50 w 218"/>
                    <a:gd name="T5" fmla="*/ 168 h 219"/>
                    <a:gd name="T6" fmla="*/ 35 w 218"/>
                    <a:gd name="T7" fmla="*/ 149 h 219"/>
                    <a:gd name="T8" fmla="*/ 27 w 218"/>
                    <a:gd name="T9" fmla="*/ 125 h 219"/>
                    <a:gd name="T10" fmla="*/ 26 w 218"/>
                    <a:gd name="T11" fmla="*/ 101 h 219"/>
                    <a:gd name="T12" fmla="*/ 32 w 218"/>
                    <a:gd name="T13" fmla="*/ 77 h 219"/>
                    <a:gd name="T14" fmla="*/ 45 w 218"/>
                    <a:gd name="T15" fmla="*/ 56 h 219"/>
                    <a:gd name="T16" fmla="*/ 62 w 218"/>
                    <a:gd name="T17" fmla="*/ 40 h 219"/>
                    <a:gd name="T18" fmla="*/ 85 w 218"/>
                    <a:gd name="T19" fmla="*/ 29 h 219"/>
                    <a:gd name="T20" fmla="*/ 109 w 218"/>
                    <a:gd name="T21" fmla="*/ 26 h 219"/>
                    <a:gd name="T22" fmla="*/ 134 w 218"/>
                    <a:gd name="T23" fmla="*/ 29 h 219"/>
                    <a:gd name="T24" fmla="*/ 155 w 218"/>
                    <a:gd name="T25" fmla="*/ 40 h 219"/>
                    <a:gd name="T26" fmla="*/ 174 w 218"/>
                    <a:gd name="T27" fmla="*/ 56 h 219"/>
                    <a:gd name="T28" fmla="*/ 186 w 218"/>
                    <a:gd name="T29" fmla="*/ 77 h 219"/>
                    <a:gd name="T30" fmla="*/ 192 w 218"/>
                    <a:gd name="T31" fmla="*/ 101 h 219"/>
                    <a:gd name="T32" fmla="*/ 191 w 218"/>
                    <a:gd name="T33" fmla="*/ 125 h 219"/>
                    <a:gd name="T34" fmla="*/ 182 w 218"/>
                    <a:gd name="T35" fmla="*/ 149 h 219"/>
                    <a:gd name="T36" fmla="*/ 168 w 218"/>
                    <a:gd name="T37" fmla="*/ 168 h 219"/>
                    <a:gd name="T38" fmla="*/ 149 w 218"/>
                    <a:gd name="T39" fmla="*/ 183 h 219"/>
                    <a:gd name="T40" fmla="*/ 125 w 218"/>
                    <a:gd name="T41" fmla="*/ 191 h 219"/>
                    <a:gd name="T42" fmla="*/ 109 w 218"/>
                    <a:gd name="T43" fmla="*/ 0 h 219"/>
                    <a:gd name="T44" fmla="*/ 77 w 218"/>
                    <a:gd name="T45" fmla="*/ 4 h 219"/>
                    <a:gd name="T46" fmla="*/ 48 w 218"/>
                    <a:gd name="T47" fmla="*/ 18 h 219"/>
                    <a:gd name="T48" fmla="*/ 25 w 218"/>
                    <a:gd name="T49" fmla="*/ 40 h 219"/>
                    <a:gd name="T50" fmla="*/ 8 w 218"/>
                    <a:gd name="T51" fmla="*/ 66 h 219"/>
                    <a:gd name="T52" fmla="*/ 1 w 218"/>
                    <a:gd name="T53" fmla="*/ 98 h 219"/>
                    <a:gd name="T54" fmla="*/ 2 w 218"/>
                    <a:gd name="T55" fmla="*/ 131 h 219"/>
                    <a:gd name="T56" fmla="*/ 13 w 218"/>
                    <a:gd name="T57" fmla="*/ 161 h 219"/>
                    <a:gd name="T58" fmla="*/ 32 w 218"/>
                    <a:gd name="T59" fmla="*/ 187 h 219"/>
                    <a:gd name="T60" fmla="*/ 57 w 218"/>
                    <a:gd name="T61" fmla="*/ 205 h 219"/>
                    <a:gd name="T62" fmla="*/ 87 w 218"/>
                    <a:gd name="T63" fmla="*/ 217 h 219"/>
                    <a:gd name="T64" fmla="*/ 120 w 218"/>
                    <a:gd name="T65" fmla="*/ 218 h 219"/>
                    <a:gd name="T66" fmla="*/ 151 w 218"/>
                    <a:gd name="T67" fmla="*/ 210 h 219"/>
                    <a:gd name="T68" fmla="*/ 178 w 218"/>
                    <a:gd name="T69" fmla="*/ 193 h 219"/>
                    <a:gd name="T70" fmla="*/ 200 w 218"/>
                    <a:gd name="T71" fmla="*/ 171 h 219"/>
                    <a:gd name="T72" fmla="*/ 213 w 218"/>
                    <a:gd name="T73" fmla="*/ 142 h 219"/>
                    <a:gd name="T74" fmla="*/ 218 w 218"/>
                    <a:gd name="T75" fmla="*/ 109 h 219"/>
                    <a:gd name="T76" fmla="*/ 213 w 218"/>
                    <a:gd name="T77" fmla="*/ 77 h 219"/>
                    <a:gd name="T78" fmla="*/ 200 w 218"/>
                    <a:gd name="T79" fmla="*/ 48 h 219"/>
                    <a:gd name="T80" fmla="*/ 178 w 218"/>
                    <a:gd name="T81" fmla="*/ 25 h 219"/>
                    <a:gd name="T82" fmla="*/ 151 w 218"/>
                    <a:gd name="T83" fmla="*/ 8 h 219"/>
                    <a:gd name="T84" fmla="*/ 120 w 218"/>
                    <a:gd name="T85"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8" h="219">
                      <a:moveTo>
                        <a:pt x="109" y="193"/>
                      </a:moveTo>
                      <a:lnTo>
                        <a:pt x="101" y="193"/>
                      </a:lnTo>
                      <a:lnTo>
                        <a:pt x="92" y="191"/>
                      </a:lnTo>
                      <a:lnTo>
                        <a:pt x="85" y="190"/>
                      </a:lnTo>
                      <a:lnTo>
                        <a:pt x="76" y="187"/>
                      </a:lnTo>
                      <a:lnTo>
                        <a:pt x="70" y="183"/>
                      </a:lnTo>
                      <a:lnTo>
                        <a:pt x="62" y="179"/>
                      </a:lnTo>
                      <a:lnTo>
                        <a:pt x="56" y="174"/>
                      </a:lnTo>
                      <a:lnTo>
                        <a:pt x="50" y="168"/>
                      </a:lnTo>
                      <a:lnTo>
                        <a:pt x="45" y="162"/>
                      </a:lnTo>
                      <a:lnTo>
                        <a:pt x="40" y="156"/>
                      </a:lnTo>
                      <a:lnTo>
                        <a:pt x="35" y="149"/>
                      </a:lnTo>
                      <a:lnTo>
                        <a:pt x="32" y="142"/>
                      </a:lnTo>
                      <a:lnTo>
                        <a:pt x="29" y="134"/>
                      </a:lnTo>
                      <a:lnTo>
                        <a:pt x="27" y="125"/>
                      </a:lnTo>
                      <a:lnTo>
                        <a:pt x="26" y="118"/>
                      </a:lnTo>
                      <a:lnTo>
                        <a:pt x="26" y="109"/>
                      </a:lnTo>
                      <a:lnTo>
                        <a:pt x="26" y="101"/>
                      </a:lnTo>
                      <a:lnTo>
                        <a:pt x="27" y="92"/>
                      </a:lnTo>
                      <a:lnTo>
                        <a:pt x="29" y="85"/>
                      </a:lnTo>
                      <a:lnTo>
                        <a:pt x="32" y="77"/>
                      </a:lnTo>
                      <a:lnTo>
                        <a:pt x="35" y="70"/>
                      </a:lnTo>
                      <a:lnTo>
                        <a:pt x="40" y="62"/>
                      </a:lnTo>
                      <a:lnTo>
                        <a:pt x="45" y="56"/>
                      </a:lnTo>
                      <a:lnTo>
                        <a:pt x="50" y="50"/>
                      </a:lnTo>
                      <a:lnTo>
                        <a:pt x="56" y="45"/>
                      </a:lnTo>
                      <a:lnTo>
                        <a:pt x="62" y="40"/>
                      </a:lnTo>
                      <a:lnTo>
                        <a:pt x="70" y="35"/>
                      </a:lnTo>
                      <a:lnTo>
                        <a:pt x="76" y="32"/>
                      </a:lnTo>
                      <a:lnTo>
                        <a:pt x="85" y="29"/>
                      </a:lnTo>
                      <a:lnTo>
                        <a:pt x="92" y="27"/>
                      </a:lnTo>
                      <a:lnTo>
                        <a:pt x="101" y="26"/>
                      </a:lnTo>
                      <a:lnTo>
                        <a:pt x="109" y="26"/>
                      </a:lnTo>
                      <a:lnTo>
                        <a:pt x="118" y="26"/>
                      </a:lnTo>
                      <a:lnTo>
                        <a:pt x="125" y="27"/>
                      </a:lnTo>
                      <a:lnTo>
                        <a:pt x="134" y="29"/>
                      </a:lnTo>
                      <a:lnTo>
                        <a:pt x="142" y="32"/>
                      </a:lnTo>
                      <a:lnTo>
                        <a:pt x="149" y="35"/>
                      </a:lnTo>
                      <a:lnTo>
                        <a:pt x="155" y="40"/>
                      </a:lnTo>
                      <a:lnTo>
                        <a:pt x="162" y="45"/>
                      </a:lnTo>
                      <a:lnTo>
                        <a:pt x="168" y="50"/>
                      </a:lnTo>
                      <a:lnTo>
                        <a:pt x="174" y="56"/>
                      </a:lnTo>
                      <a:lnTo>
                        <a:pt x="178" y="62"/>
                      </a:lnTo>
                      <a:lnTo>
                        <a:pt x="182" y="70"/>
                      </a:lnTo>
                      <a:lnTo>
                        <a:pt x="186" y="77"/>
                      </a:lnTo>
                      <a:lnTo>
                        <a:pt x="189" y="85"/>
                      </a:lnTo>
                      <a:lnTo>
                        <a:pt x="191" y="92"/>
                      </a:lnTo>
                      <a:lnTo>
                        <a:pt x="192" y="101"/>
                      </a:lnTo>
                      <a:lnTo>
                        <a:pt x="193" y="109"/>
                      </a:lnTo>
                      <a:lnTo>
                        <a:pt x="192" y="118"/>
                      </a:lnTo>
                      <a:lnTo>
                        <a:pt x="191" y="125"/>
                      </a:lnTo>
                      <a:lnTo>
                        <a:pt x="189" y="134"/>
                      </a:lnTo>
                      <a:lnTo>
                        <a:pt x="186" y="142"/>
                      </a:lnTo>
                      <a:lnTo>
                        <a:pt x="182" y="149"/>
                      </a:lnTo>
                      <a:lnTo>
                        <a:pt x="178" y="156"/>
                      </a:lnTo>
                      <a:lnTo>
                        <a:pt x="174" y="162"/>
                      </a:lnTo>
                      <a:lnTo>
                        <a:pt x="168" y="168"/>
                      </a:lnTo>
                      <a:lnTo>
                        <a:pt x="162" y="174"/>
                      </a:lnTo>
                      <a:lnTo>
                        <a:pt x="155" y="179"/>
                      </a:lnTo>
                      <a:lnTo>
                        <a:pt x="149" y="183"/>
                      </a:lnTo>
                      <a:lnTo>
                        <a:pt x="142" y="187"/>
                      </a:lnTo>
                      <a:lnTo>
                        <a:pt x="134" y="190"/>
                      </a:lnTo>
                      <a:lnTo>
                        <a:pt x="125" y="191"/>
                      </a:lnTo>
                      <a:lnTo>
                        <a:pt x="118" y="193"/>
                      </a:lnTo>
                      <a:lnTo>
                        <a:pt x="109" y="193"/>
                      </a:lnTo>
                      <a:close/>
                      <a:moveTo>
                        <a:pt x="109" y="0"/>
                      </a:moveTo>
                      <a:lnTo>
                        <a:pt x="98" y="0"/>
                      </a:lnTo>
                      <a:lnTo>
                        <a:pt x="87" y="2"/>
                      </a:lnTo>
                      <a:lnTo>
                        <a:pt x="77" y="4"/>
                      </a:lnTo>
                      <a:lnTo>
                        <a:pt x="66" y="8"/>
                      </a:lnTo>
                      <a:lnTo>
                        <a:pt x="57" y="13"/>
                      </a:lnTo>
                      <a:lnTo>
                        <a:pt x="48" y="18"/>
                      </a:lnTo>
                      <a:lnTo>
                        <a:pt x="40" y="25"/>
                      </a:lnTo>
                      <a:lnTo>
                        <a:pt x="32" y="32"/>
                      </a:lnTo>
                      <a:lnTo>
                        <a:pt x="25" y="40"/>
                      </a:lnTo>
                      <a:lnTo>
                        <a:pt x="19" y="48"/>
                      </a:lnTo>
                      <a:lnTo>
                        <a:pt x="13" y="57"/>
                      </a:lnTo>
                      <a:lnTo>
                        <a:pt x="8" y="66"/>
                      </a:lnTo>
                      <a:lnTo>
                        <a:pt x="5" y="77"/>
                      </a:lnTo>
                      <a:lnTo>
                        <a:pt x="2" y="87"/>
                      </a:lnTo>
                      <a:lnTo>
                        <a:pt x="1" y="98"/>
                      </a:lnTo>
                      <a:lnTo>
                        <a:pt x="0" y="109"/>
                      </a:lnTo>
                      <a:lnTo>
                        <a:pt x="1" y="120"/>
                      </a:lnTo>
                      <a:lnTo>
                        <a:pt x="2" y="131"/>
                      </a:lnTo>
                      <a:lnTo>
                        <a:pt x="5" y="142"/>
                      </a:lnTo>
                      <a:lnTo>
                        <a:pt x="8" y="151"/>
                      </a:lnTo>
                      <a:lnTo>
                        <a:pt x="13" y="161"/>
                      </a:lnTo>
                      <a:lnTo>
                        <a:pt x="19" y="171"/>
                      </a:lnTo>
                      <a:lnTo>
                        <a:pt x="25" y="178"/>
                      </a:lnTo>
                      <a:lnTo>
                        <a:pt x="32" y="187"/>
                      </a:lnTo>
                      <a:lnTo>
                        <a:pt x="40" y="193"/>
                      </a:lnTo>
                      <a:lnTo>
                        <a:pt x="48" y="200"/>
                      </a:lnTo>
                      <a:lnTo>
                        <a:pt x="57" y="205"/>
                      </a:lnTo>
                      <a:lnTo>
                        <a:pt x="66" y="210"/>
                      </a:lnTo>
                      <a:lnTo>
                        <a:pt x="77" y="214"/>
                      </a:lnTo>
                      <a:lnTo>
                        <a:pt x="87" y="217"/>
                      </a:lnTo>
                      <a:lnTo>
                        <a:pt x="98" y="218"/>
                      </a:lnTo>
                      <a:lnTo>
                        <a:pt x="109" y="219"/>
                      </a:lnTo>
                      <a:lnTo>
                        <a:pt x="120" y="218"/>
                      </a:lnTo>
                      <a:lnTo>
                        <a:pt x="131" y="217"/>
                      </a:lnTo>
                      <a:lnTo>
                        <a:pt x="142" y="214"/>
                      </a:lnTo>
                      <a:lnTo>
                        <a:pt x="151" y="210"/>
                      </a:lnTo>
                      <a:lnTo>
                        <a:pt x="161" y="205"/>
                      </a:lnTo>
                      <a:lnTo>
                        <a:pt x="169" y="200"/>
                      </a:lnTo>
                      <a:lnTo>
                        <a:pt x="178" y="193"/>
                      </a:lnTo>
                      <a:lnTo>
                        <a:pt x="187" y="187"/>
                      </a:lnTo>
                      <a:lnTo>
                        <a:pt x="193" y="178"/>
                      </a:lnTo>
                      <a:lnTo>
                        <a:pt x="200" y="171"/>
                      </a:lnTo>
                      <a:lnTo>
                        <a:pt x="205" y="161"/>
                      </a:lnTo>
                      <a:lnTo>
                        <a:pt x="209" y="151"/>
                      </a:lnTo>
                      <a:lnTo>
                        <a:pt x="213" y="142"/>
                      </a:lnTo>
                      <a:lnTo>
                        <a:pt x="216" y="131"/>
                      </a:lnTo>
                      <a:lnTo>
                        <a:pt x="218" y="120"/>
                      </a:lnTo>
                      <a:lnTo>
                        <a:pt x="218" y="109"/>
                      </a:lnTo>
                      <a:lnTo>
                        <a:pt x="218" y="98"/>
                      </a:lnTo>
                      <a:lnTo>
                        <a:pt x="216" y="87"/>
                      </a:lnTo>
                      <a:lnTo>
                        <a:pt x="213" y="77"/>
                      </a:lnTo>
                      <a:lnTo>
                        <a:pt x="209" y="66"/>
                      </a:lnTo>
                      <a:lnTo>
                        <a:pt x="205" y="57"/>
                      </a:lnTo>
                      <a:lnTo>
                        <a:pt x="200" y="48"/>
                      </a:lnTo>
                      <a:lnTo>
                        <a:pt x="193" y="40"/>
                      </a:lnTo>
                      <a:lnTo>
                        <a:pt x="187" y="32"/>
                      </a:lnTo>
                      <a:lnTo>
                        <a:pt x="178" y="25"/>
                      </a:lnTo>
                      <a:lnTo>
                        <a:pt x="169" y="18"/>
                      </a:lnTo>
                      <a:lnTo>
                        <a:pt x="161" y="13"/>
                      </a:lnTo>
                      <a:lnTo>
                        <a:pt x="151" y="8"/>
                      </a:lnTo>
                      <a:lnTo>
                        <a:pt x="142" y="4"/>
                      </a:lnTo>
                      <a:lnTo>
                        <a:pt x="131" y="2"/>
                      </a:lnTo>
                      <a:lnTo>
                        <a:pt x="120" y="0"/>
                      </a:lnTo>
                      <a:lnTo>
                        <a:pt x="1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iśļîḑe"/>
                <p:cNvSpPr/>
                <p:nvPr/>
              </p:nvSpPr>
              <p:spPr bwMode="auto">
                <a:xfrm>
                  <a:off x="1763713" y="3278188"/>
                  <a:ext cx="49213" cy="47625"/>
                </a:xfrm>
                <a:custGeom>
                  <a:avLst/>
                  <a:gdLst>
                    <a:gd name="T0" fmla="*/ 54 w 122"/>
                    <a:gd name="T1" fmla="*/ 96 h 121"/>
                    <a:gd name="T2" fmla="*/ 41 w 122"/>
                    <a:gd name="T3" fmla="*/ 90 h 121"/>
                    <a:gd name="T4" fmla="*/ 31 w 122"/>
                    <a:gd name="T5" fmla="*/ 81 h 121"/>
                    <a:gd name="T6" fmla="*/ 26 w 122"/>
                    <a:gd name="T7" fmla="*/ 68 h 121"/>
                    <a:gd name="T8" fmla="*/ 26 w 122"/>
                    <a:gd name="T9" fmla="*/ 54 h 121"/>
                    <a:gd name="T10" fmla="*/ 31 w 122"/>
                    <a:gd name="T11" fmla="*/ 41 h 121"/>
                    <a:gd name="T12" fmla="*/ 41 w 122"/>
                    <a:gd name="T13" fmla="*/ 31 h 121"/>
                    <a:gd name="T14" fmla="*/ 54 w 122"/>
                    <a:gd name="T15" fmla="*/ 26 h 121"/>
                    <a:gd name="T16" fmla="*/ 68 w 122"/>
                    <a:gd name="T17" fmla="*/ 26 h 121"/>
                    <a:gd name="T18" fmla="*/ 81 w 122"/>
                    <a:gd name="T19" fmla="*/ 31 h 121"/>
                    <a:gd name="T20" fmla="*/ 90 w 122"/>
                    <a:gd name="T21" fmla="*/ 41 h 121"/>
                    <a:gd name="T22" fmla="*/ 96 w 122"/>
                    <a:gd name="T23" fmla="*/ 54 h 121"/>
                    <a:gd name="T24" fmla="*/ 96 w 122"/>
                    <a:gd name="T25" fmla="*/ 68 h 121"/>
                    <a:gd name="T26" fmla="*/ 90 w 122"/>
                    <a:gd name="T27" fmla="*/ 81 h 121"/>
                    <a:gd name="T28" fmla="*/ 81 w 122"/>
                    <a:gd name="T29" fmla="*/ 90 h 121"/>
                    <a:gd name="T30" fmla="*/ 68 w 122"/>
                    <a:gd name="T31" fmla="*/ 96 h 121"/>
                    <a:gd name="T32" fmla="*/ 61 w 122"/>
                    <a:gd name="T33" fmla="*/ 0 h 121"/>
                    <a:gd name="T34" fmla="*/ 49 w 122"/>
                    <a:gd name="T35" fmla="*/ 1 h 121"/>
                    <a:gd name="T36" fmla="*/ 38 w 122"/>
                    <a:gd name="T37" fmla="*/ 4 h 121"/>
                    <a:gd name="T38" fmla="*/ 27 w 122"/>
                    <a:gd name="T39" fmla="*/ 11 h 121"/>
                    <a:gd name="T40" fmla="*/ 19 w 122"/>
                    <a:gd name="T41" fmla="*/ 18 h 121"/>
                    <a:gd name="T42" fmla="*/ 11 w 122"/>
                    <a:gd name="T43" fmla="*/ 27 h 121"/>
                    <a:gd name="T44" fmla="*/ 5 w 122"/>
                    <a:gd name="T45" fmla="*/ 38 h 121"/>
                    <a:gd name="T46" fmla="*/ 1 w 122"/>
                    <a:gd name="T47" fmla="*/ 48 h 121"/>
                    <a:gd name="T48" fmla="*/ 0 w 122"/>
                    <a:gd name="T49" fmla="*/ 61 h 121"/>
                    <a:gd name="T50" fmla="*/ 1 w 122"/>
                    <a:gd name="T51" fmla="*/ 73 h 121"/>
                    <a:gd name="T52" fmla="*/ 5 w 122"/>
                    <a:gd name="T53" fmla="*/ 85 h 121"/>
                    <a:gd name="T54" fmla="*/ 11 w 122"/>
                    <a:gd name="T55" fmla="*/ 96 h 121"/>
                    <a:gd name="T56" fmla="*/ 19 w 122"/>
                    <a:gd name="T57" fmla="*/ 104 h 121"/>
                    <a:gd name="T58" fmla="*/ 27 w 122"/>
                    <a:gd name="T59" fmla="*/ 112 h 121"/>
                    <a:gd name="T60" fmla="*/ 38 w 122"/>
                    <a:gd name="T61" fmla="*/ 117 h 121"/>
                    <a:gd name="T62" fmla="*/ 49 w 122"/>
                    <a:gd name="T63" fmla="*/ 120 h 121"/>
                    <a:gd name="T64" fmla="*/ 61 w 122"/>
                    <a:gd name="T65" fmla="*/ 121 h 121"/>
                    <a:gd name="T66" fmla="*/ 73 w 122"/>
                    <a:gd name="T67" fmla="*/ 120 h 121"/>
                    <a:gd name="T68" fmla="*/ 85 w 122"/>
                    <a:gd name="T69" fmla="*/ 117 h 121"/>
                    <a:gd name="T70" fmla="*/ 95 w 122"/>
                    <a:gd name="T71" fmla="*/ 112 h 121"/>
                    <a:gd name="T72" fmla="*/ 104 w 122"/>
                    <a:gd name="T73" fmla="*/ 104 h 121"/>
                    <a:gd name="T74" fmla="*/ 112 w 122"/>
                    <a:gd name="T75" fmla="*/ 96 h 121"/>
                    <a:gd name="T76" fmla="*/ 117 w 122"/>
                    <a:gd name="T77" fmla="*/ 85 h 121"/>
                    <a:gd name="T78" fmla="*/ 121 w 122"/>
                    <a:gd name="T79" fmla="*/ 73 h 121"/>
                    <a:gd name="T80" fmla="*/ 122 w 122"/>
                    <a:gd name="T81" fmla="*/ 61 h 121"/>
                    <a:gd name="T82" fmla="*/ 121 w 122"/>
                    <a:gd name="T83" fmla="*/ 48 h 121"/>
                    <a:gd name="T84" fmla="*/ 117 w 122"/>
                    <a:gd name="T85" fmla="*/ 38 h 121"/>
                    <a:gd name="T86" fmla="*/ 112 w 122"/>
                    <a:gd name="T87" fmla="*/ 27 h 121"/>
                    <a:gd name="T88" fmla="*/ 104 w 122"/>
                    <a:gd name="T89" fmla="*/ 18 h 121"/>
                    <a:gd name="T90" fmla="*/ 95 w 122"/>
                    <a:gd name="T91" fmla="*/ 11 h 121"/>
                    <a:gd name="T92" fmla="*/ 85 w 122"/>
                    <a:gd name="T93" fmla="*/ 4 h 121"/>
                    <a:gd name="T94" fmla="*/ 73 w 122"/>
                    <a:gd name="T95" fmla="*/ 1 h 121"/>
                    <a:gd name="T96" fmla="*/ 61 w 122"/>
                    <a:gd name="T9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21">
                      <a:moveTo>
                        <a:pt x="61" y="97"/>
                      </a:moveTo>
                      <a:lnTo>
                        <a:pt x="54" y="96"/>
                      </a:lnTo>
                      <a:lnTo>
                        <a:pt x="47" y="93"/>
                      </a:lnTo>
                      <a:lnTo>
                        <a:pt x="41" y="90"/>
                      </a:lnTo>
                      <a:lnTo>
                        <a:pt x="36" y="86"/>
                      </a:lnTo>
                      <a:lnTo>
                        <a:pt x="31" y="81"/>
                      </a:lnTo>
                      <a:lnTo>
                        <a:pt x="28" y="75"/>
                      </a:lnTo>
                      <a:lnTo>
                        <a:pt x="26" y="68"/>
                      </a:lnTo>
                      <a:lnTo>
                        <a:pt x="26" y="61"/>
                      </a:lnTo>
                      <a:lnTo>
                        <a:pt x="26" y="54"/>
                      </a:lnTo>
                      <a:lnTo>
                        <a:pt x="28" y="47"/>
                      </a:lnTo>
                      <a:lnTo>
                        <a:pt x="31" y="41"/>
                      </a:lnTo>
                      <a:lnTo>
                        <a:pt x="36" y="35"/>
                      </a:lnTo>
                      <a:lnTo>
                        <a:pt x="41" y="31"/>
                      </a:lnTo>
                      <a:lnTo>
                        <a:pt x="47" y="28"/>
                      </a:lnTo>
                      <a:lnTo>
                        <a:pt x="54" y="26"/>
                      </a:lnTo>
                      <a:lnTo>
                        <a:pt x="61" y="25"/>
                      </a:lnTo>
                      <a:lnTo>
                        <a:pt x="68" y="26"/>
                      </a:lnTo>
                      <a:lnTo>
                        <a:pt x="75" y="28"/>
                      </a:lnTo>
                      <a:lnTo>
                        <a:pt x="81" y="31"/>
                      </a:lnTo>
                      <a:lnTo>
                        <a:pt x="86" y="35"/>
                      </a:lnTo>
                      <a:lnTo>
                        <a:pt x="90" y="41"/>
                      </a:lnTo>
                      <a:lnTo>
                        <a:pt x="94" y="47"/>
                      </a:lnTo>
                      <a:lnTo>
                        <a:pt x="96" y="54"/>
                      </a:lnTo>
                      <a:lnTo>
                        <a:pt x="97" y="61"/>
                      </a:lnTo>
                      <a:lnTo>
                        <a:pt x="96" y="68"/>
                      </a:lnTo>
                      <a:lnTo>
                        <a:pt x="94" y="75"/>
                      </a:lnTo>
                      <a:lnTo>
                        <a:pt x="90" y="81"/>
                      </a:lnTo>
                      <a:lnTo>
                        <a:pt x="86" y="86"/>
                      </a:lnTo>
                      <a:lnTo>
                        <a:pt x="81" y="90"/>
                      </a:lnTo>
                      <a:lnTo>
                        <a:pt x="75" y="93"/>
                      </a:lnTo>
                      <a:lnTo>
                        <a:pt x="68" y="96"/>
                      </a:lnTo>
                      <a:lnTo>
                        <a:pt x="61" y="97"/>
                      </a:lnTo>
                      <a:close/>
                      <a:moveTo>
                        <a:pt x="61" y="0"/>
                      </a:moveTo>
                      <a:lnTo>
                        <a:pt x="55" y="0"/>
                      </a:lnTo>
                      <a:lnTo>
                        <a:pt x="49" y="1"/>
                      </a:lnTo>
                      <a:lnTo>
                        <a:pt x="43" y="2"/>
                      </a:lnTo>
                      <a:lnTo>
                        <a:pt x="38" y="4"/>
                      </a:lnTo>
                      <a:lnTo>
                        <a:pt x="32" y="8"/>
                      </a:lnTo>
                      <a:lnTo>
                        <a:pt x="27" y="11"/>
                      </a:lnTo>
                      <a:lnTo>
                        <a:pt x="23" y="14"/>
                      </a:lnTo>
                      <a:lnTo>
                        <a:pt x="19" y="18"/>
                      </a:lnTo>
                      <a:lnTo>
                        <a:pt x="14" y="23"/>
                      </a:lnTo>
                      <a:lnTo>
                        <a:pt x="11" y="27"/>
                      </a:lnTo>
                      <a:lnTo>
                        <a:pt x="8" y="32"/>
                      </a:lnTo>
                      <a:lnTo>
                        <a:pt x="5" y="38"/>
                      </a:lnTo>
                      <a:lnTo>
                        <a:pt x="3" y="43"/>
                      </a:lnTo>
                      <a:lnTo>
                        <a:pt x="1" y="48"/>
                      </a:lnTo>
                      <a:lnTo>
                        <a:pt x="0" y="55"/>
                      </a:lnTo>
                      <a:lnTo>
                        <a:pt x="0" y="61"/>
                      </a:lnTo>
                      <a:lnTo>
                        <a:pt x="0" y="67"/>
                      </a:lnTo>
                      <a:lnTo>
                        <a:pt x="1" y="73"/>
                      </a:lnTo>
                      <a:lnTo>
                        <a:pt x="3" y="79"/>
                      </a:lnTo>
                      <a:lnTo>
                        <a:pt x="5" y="85"/>
                      </a:lnTo>
                      <a:lnTo>
                        <a:pt x="8" y="90"/>
                      </a:lnTo>
                      <a:lnTo>
                        <a:pt x="11" y="96"/>
                      </a:lnTo>
                      <a:lnTo>
                        <a:pt x="14" y="100"/>
                      </a:lnTo>
                      <a:lnTo>
                        <a:pt x="19" y="104"/>
                      </a:lnTo>
                      <a:lnTo>
                        <a:pt x="23" y="108"/>
                      </a:lnTo>
                      <a:lnTo>
                        <a:pt x="27" y="112"/>
                      </a:lnTo>
                      <a:lnTo>
                        <a:pt x="32" y="115"/>
                      </a:lnTo>
                      <a:lnTo>
                        <a:pt x="38" y="117"/>
                      </a:lnTo>
                      <a:lnTo>
                        <a:pt x="43" y="119"/>
                      </a:lnTo>
                      <a:lnTo>
                        <a:pt x="49" y="120"/>
                      </a:lnTo>
                      <a:lnTo>
                        <a:pt x="55" y="121"/>
                      </a:lnTo>
                      <a:lnTo>
                        <a:pt x="61" y="121"/>
                      </a:lnTo>
                      <a:lnTo>
                        <a:pt x="68" y="121"/>
                      </a:lnTo>
                      <a:lnTo>
                        <a:pt x="73" y="120"/>
                      </a:lnTo>
                      <a:lnTo>
                        <a:pt x="80" y="119"/>
                      </a:lnTo>
                      <a:lnTo>
                        <a:pt x="85" y="117"/>
                      </a:lnTo>
                      <a:lnTo>
                        <a:pt x="90" y="115"/>
                      </a:lnTo>
                      <a:lnTo>
                        <a:pt x="95" y="112"/>
                      </a:lnTo>
                      <a:lnTo>
                        <a:pt x="100" y="108"/>
                      </a:lnTo>
                      <a:lnTo>
                        <a:pt x="104" y="104"/>
                      </a:lnTo>
                      <a:lnTo>
                        <a:pt x="108" y="100"/>
                      </a:lnTo>
                      <a:lnTo>
                        <a:pt x="112" y="96"/>
                      </a:lnTo>
                      <a:lnTo>
                        <a:pt x="115" y="90"/>
                      </a:lnTo>
                      <a:lnTo>
                        <a:pt x="117" y="85"/>
                      </a:lnTo>
                      <a:lnTo>
                        <a:pt x="119" y="79"/>
                      </a:lnTo>
                      <a:lnTo>
                        <a:pt x="121" y="73"/>
                      </a:lnTo>
                      <a:lnTo>
                        <a:pt x="122" y="67"/>
                      </a:lnTo>
                      <a:lnTo>
                        <a:pt x="122" y="61"/>
                      </a:lnTo>
                      <a:lnTo>
                        <a:pt x="122" y="55"/>
                      </a:lnTo>
                      <a:lnTo>
                        <a:pt x="121" y="48"/>
                      </a:lnTo>
                      <a:lnTo>
                        <a:pt x="119" y="43"/>
                      </a:lnTo>
                      <a:lnTo>
                        <a:pt x="117" y="38"/>
                      </a:lnTo>
                      <a:lnTo>
                        <a:pt x="115" y="32"/>
                      </a:lnTo>
                      <a:lnTo>
                        <a:pt x="112" y="27"/>
                      </a:lnTo>
                      <a:lnTo>
                        <a:pt x="108" y="23"/>
                      </a:lnTo>
                      <a:lnTo>
                        <a:pt x="104" y="18"/>
                      </a:lnTo>
                      <a:lnTo>
                        <a:pt x="100" y="14"/>
                      </a:lnTo>
                      <a:lnTo>
                        <a:pt x="95" y="11"/>
                      </a:lnTo>
                      <a:lnTo>
                        <a:pt x="90" y="8"/>
                      </a:lnTo>
                      <a:lnTo>
                        <a:pt x="85" y="4"/>
                      </a:lnTo>
                      <a:lnTo>
                        <a:pt x="80" y="2"/>
                      </a:lnTo>
                      <a:lnTo>
                        <a:pt x="73" y="1"/>
                      </a:lnTo>
                      <a:lnTo>
                        <a:pt x="68" y="0"/>
                      </a:lnTo>
                      <a:lnTo>
                        <a:pt x="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îşļíḑè"/>
                <p:cNvSpPr/>
                <p:nvPr/>
              </p:nvSpPr>
              <p:spPr bwMode="auto">
                <a:xfrm>
                  <a:off x="1547813" y="3330576"/>
                  <a:ext cx="212725" cy="212725"/>
                </a:xfrm>
                <a:custGeom>
                  <a:avLst/>
                  <a:gdLst>
                    <a:gd name="T0" fmla="*/ 407 w 535"/>
                    <a:gd name="T1" fmla="*/ 408 h 536"/>
                    <a:gd name="T2" fmla="*/ 367 w 535"/>
                    <a:gd name="T3" fmla="*/ 436 h 536"/>
                    <a:gd name="T4" fmla="*/ 330 w 535"/>
                    <a:gd name="T5" fmla="*/ 452 h 536"/>
                    <a:gd name="T6" fmla="*/ 321 w 535"/>
                    <a:gd name="T7" fmla="*/ 465 h 536"/>
                    <a:gd name="T8" fmla="*/ 217 w 535"/>
                    <a:gd name="T9" fmla="*/ 461 h 536"/>
                    <a:gd name="T10" fmla="*/ 199 w 535"/>
                    <a:gd name="T11" fmla="*/ 449 h 536"/>
                    <a:gd name="T12" fmla="*/ 163 w 535"/>
                    <a:gd name="T13" fmla="*/ 432 h 536"/>
                    <a:gd name="T14" fmla="*/ 134 w 535"/>
                    <a:gd name="T15" fmla="*/ 409 h 536"/>
                    <a:gd name="T16" fmla="*/ 82 w 535"/>
                    <a:gd name="T17" fmla="*/ 433 h 536"/>
                    <a:gd name="T18" fmla="*/ 75 w 535"/>
                    <a:gd name="T19" fmla="*/ 316 h 536"/>
                    <a:gd name="T20" fmla="*/ 72 w 535"/>
                    <a:gd name="T21" fmla="*/ 287 h 536"/>
                    <a:gd name="T22" fmla="*/ 72 w 535"/>
                    <a:gd name="T23" fmla="*/ 246 h 536"/>
                    <a:gd name="T24" fmla="*/ 75 w 535"/>
                    <a:gd name="T25" fmla="*/ 217 h 536"/>
                    <a:gd name="T26" fmla="*/ 82 w 535"/>
                    <a:gd name="T27" fmla="*/ 99 h 536"/>
                    <a:gd name="T28" fmla="*/ 134 w 535"/>
                    <a:gd name="T29" fmla="*/ 124 h 536"/>
                    <a:gd name="T30" fmla="*/ 163 w 535"/>
                    <a:gd name="T31" fmla="*/ 101 h 536"/>
                    <a:gd name="T32" fmla="*/ 199 w 535"/>
                    <a:gd name="T33" fmla="*/ 84 h 536"/>
                    <a:gd name="T34" fmla="*/ 217 w 535"/>
                    <a:gd name="T35" fmla="*/ 72 h 536"/>
                    <a:gd name="T36" fmla="*/ 321 w 535"/>
                    <a:gd name="T37" fmla="*/ 68 h 536"/>
                    <a:gd name="T38" fmla="*/ 330 w 535"/>
                    <a:gd name="T39" fmla="*/ 81 h 536"/>
                    <a:gd name="T40" fmla="*/ 367 w 535"/>
                    <a:gd name="T41" fmla="*/ 97 h 536"/>
                    <a:gd name="T42" fmla="*/ 407 w 535"/>
                    <a:gd name="T43" fmla="*/ 124 h 536"/>
                    <a:gd name="T44" fmla="*/ 505 w 535"/>
                    <a:gd name="T45" fmla="*/ 188 h 536"/>
                    <a:gd name="T46" fmla="*/ 458 w 535"/>
                    <a:gd name="T47" fmla="*/ 221 h 536"/>
                    <a:gd name="T48" fmla="*/ 463 w 535"/>
                    <a:gd name="T49" fmla="*/ 256 h 536"/>
                    <a:gd name="T50" fmla="*/ 461 w 535"/>
                    <a:gd name="T51" fmla="*/ 297 h 536"/>
                    <a:gd name="T52" fmla="*/ 462 w 535"/>
                    <a:gd name="T53" fmla="*/ 319 h 536"/>
                    <a:gd name="T54" fmla="*/ 528 w 535"/>
                    <a:gd name="T55" fmla="*/ 329 h 536"/>
                    <a:gd name="T56" fmla="*/ 489 w 535"/>
                    <a:gd name="T57" fmla="*/ 276 h 536"/>
                    <a:gd name="T58" fmla="*/ 486 w 535"/>
                    <a:gd name="T59" fmla="*/ 238 h 536"/>
                    <a:gd name="T60" fmla="*/ 534 w 535"/>
                    <a:gd name="T61" fmla="*/ 197 h 536"/>
                    <a:gd name="T62" fmla="*/ 467 w 535"/>
                    <a:gd name="T63" fmla="*/ 74 h 536"/>
                    <a:gd name="T64" fmla="*/ 455 w 535"/>
                    <a:gd name="T65" fmla="*/ 70 h 536"/>
                    <a:gd name="T66" fmla="*/ 380 w 535"/>
                    <a:gd name="T67" fmla="*/ 74 h 536"/>
                    <a:gd name="T68" fmla="*/ 346 w 535"/>
                    <a:gd name="T69" fmla="*/ 8 h 536"/>
                    <a:gd name="T70" fmla="*/ 205 w 535"/>
                    <a:gd name="T71" fmla="*/ 0 h 536"/>
                    <a:gd name="T72" fmla="*/ 192 w 535"/>
                    <a:gd name="T73" fmla="*/ 13 h 536"/>
                    <a:gd name="T74" fmla="*/ 143 w 535"/>
                    <a:gd name="T75" fmla="*/ 84 h 536"/>
                    <a:gd name="T76" fmla="*/ 74 w 535"/>
                    <a:gd name="T77" fmla="*/ 70 h 536"/>
                    <a:gd name="T78" fmla="*/ 0 w 535"/>
                    <a:gd name="T79" fmla="*/ 191 h 536"/>
                    <a:gd name="T80" fmla="*/ 49 w 535"/>
                    <a:gd name="T81" fmla="*/ 229 h 536"/>
                    <a:gd name="T82" fmla="*/ 46 w 535"/>
                    <a:gd name="T83" fmla="*/ 266 h 536"/>
                    <a:gd name="T84" fmla="*/ 48 w 535"/>
                    <a:gd name="T85" fmla="*/ 303 h 536"/>
                    <a:gd name="T86" fmla="*/ 0 w 535"/>
                    <a:gd name="T87" fmla="*/ 340 h 536"/>
                    <a:gd name="T88" fmla="*/ 73 w 535"/>
                    <a:gd name="T89" fmla="*/ 463 h 536"/>
                    <a:gd name="T90" fmla="*/ 143 w 535"/>
                    <a:gd name="T91" fmla="*/ 449 h 536"/>
                    <a:gd name="T92" fmla="*/ 192 w 535"/>
                    <a:gd name="T93" fmla="*/ 523 h 536"/>
                    <a:gd name="T94" fmla="*/ 205 w 535"/>
                    <a:gd name="T95" fmla="*/ 536 h 536"/>
                    <a:gd name="T96" fmla="*/ 346 w 535"/>
                    <a:gd name="T97" fmla="*/ 528 h 536"/>
                    <a:gd name="T98" fmla="*/ 364 w 535"/>
                    <a:gd name="T99" fmla="*/ 467 h 536"/>
                    <a:gd name="T100" fmla="*/ 409 w 535"/>
                    <a:gd name="T101" fmla="*/ 437 h 536"/>
                    <a:gd name="T102" fmla="*/ 458 w 535"/>
                    <a:gd name="T103" fmla="*/ 463 h 536"/>
                    <a:gd name="T104" fmla="*/ 467 w 535"/>
                    <a:gd name="T105" fmla="*/ 459 h 536"/>
                    <a:gd name="T106" fmla="*/ 535 w 535"/>
                    <a:gd name="T107" fmla="*/ 335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5" h="536">
                      <a:moveTo>
                        <a:pt x="453" y="433"/>
                      </a:moveTo>
                      <a:lnTo>
                        <a:pt x="414" y="410"/>
                      </a:lnTo>
                      <a:lnTo>
                        <a:pt x="410" y="409"/>
                      </a:lnTo>
                      <a:lnTo>
                        <a:pt x="407" y="408"/>
                      </a:lnTo>
                      <a:lnTo>
                        <a:pt x="403" y="409"/>
                      </a:lnTo>
                      <a:lnTo>
                        <a:pt x="399" y="411"/>
                      </a:lnTo>
                      <a:lnTo>
                        <a:pt x="383" y="424"/>
                      </a:lnTo>
                      <a:lnTo>
                        <a:pt x="367" y="436"/>
                      </a:lnTo>
                      <a:lnTo>
                        <a:pt x="359" y="441"/>
                      </a:lnTo>
                      <a:lnTo>
                        <a:pt x="350" y="446"/>
                      </a:lnTo>
                      <a:lnTo>
                        <a:pt x="340" y="449"/>
                      </a:lnTo>
                      <a:lnTo>
                        <a:pt x="330" y="452"/>
                      </a:lnTo>
                      <a:lnTo>
                        <a:pt x="326" y="454"/>
                      </a:lnTo>
                      <a:lnTo>
                        <a:pt x="323" y="457"/>
                      </a:lnTo>
                      <a:lnTo>
                        <a:pt x="321" y="461"/>
                      </a:lnTo>
                      <a:lnTo>
                        <a:pt x="321" y="465"/>
                      </a:lnTo>
                      <a:lnTo>
                        <a:pt x="321" y="511"/>
                      </a:lnTo>
                      <a:lnTo>
                        <a:pt x="218" y="511"/>
                      </a:lnTo>
                      <a:lnTo>
                        <a:pt x="218" y="465"/>
                      </a:lnTo>
                      <a:lnTo>
                        <a:pt x="217" y="461"/>
                      </a:lnTo>
                      <a:lnTo>
                        <a:pt x="216" y="457"/>
                      </a:lnTo>
                      <a:lnTo>
                        <a:pt x="213" y="454"/>
                      </a:lnTo>
                      <a:lnTo>
                        <a:pt x="208" y="452"/>
                      </a:lnTo>
                      <a:lnTo>
                        <a:pt x="199" y="449"/>
                      </a:lnTo>
                      <a:lnTo>
                        <a:pt x="189" y="446"/>
                      </a:lnTo>
                      <a:lnTo>
                        <a:pt x="180" y="441"/>
                      </a:lnTo>
                      <a:lnTo>
                        <a:pt x="172" y="437"/>
                      </a:lnTo>
                      <a:lnTo>
                        <a:pt x="163" y="432"/>
                      </a:lnTo>
                      <a:lnTo>
                        <a:pt x="155" y="425"/>
                      </a:lnTo>
                      <a:lnTo>
                        <a:pt x="146" y="419"/>
                      </a:lnTo>
                      <a:lnTo>
                        <a:pt x="137" y="411"/>
                      </a:lnTo>
                      <a:lnTo>
                        <a:pt x="134" y="409"/>
                      </a:lnTo>
                      <a:lnTo>
                        <a:pt x="130" y="408"/>
                      </a:lnTo>
                      <a:lnTo>
                        <a:pt x="126" y="409"/>
                      </a:lnTo>
                      <a:lnTo>
                        <a:pt x="122" y="410"/>
                      </a:lnTo>
                      <a:lnTo>
                        <a:pt x="82" y="433"/>
                      </a:lnTo>
                      <a:lnTo>
                        <a:pt x="30" y="344"/>
                      </a:lnTo>
                      <a:lnTo>
                        <a:pt x="70" y="321"/>
                      </a:lnTo>
                      <a:lnTo>
                        <a:pt x="73" y="319"/>
                      </a:lnTo>
                      <a:lnTo>
                        <a:pt x="75" y="316"/>
                      </a:lnTo>
                      <a:lnTo>
                        <a:pt x="75" y="311"/>
                      </a:lnTo>
                      <a:lnTo>
                        <a:pt x="75" y="307"/>
                      </a:lnTo>
                      <a:lnTo>
                        <a:pt x="74" y="297"/>
                      </a:lnTo>
                      <a:lnTo>
                        <a:pt x="72" y="287"/>
                      </a:lnTo>
                      <a:lnTo>
                        <a:pt x="72" y="277"/>
                      </a:lnTo>
                      <a:lnTo>
                        <a:pt x="71" y="266"/>
                      </a:lnTo>
                      <a:lnTo>
                        <a:pt x="72" y="257"/>
                      </a:lnTo>
                      <a:lnTo>
                        <a:pt x="72" y="246"/>
                      </a:lnTo>
                      <a:lnTo>
                        <a:pt x="74" y="236"/>
                      </a:lnTo>
                      <a:lnTo>
                        <a:pt x="75" y="226"/>
                      </a:lnTo>
                      <a:lnTo>
                        <a:pt x="76" y="221"/>
                      </a:lnTo>
                      <a:lnTo>
                        <a:pt x="75" y="217"/>
                      </a:lnTo>
                      <a:lnTo>
                        <a:pt x="73" y="214"/>
                      </a:lnTo>
                      <a:lnTo>
                        <a:pt x="70" y="212"/>
                      </a:lnTo>
                      <a:lnTo>
                        <a:pt x="30" y="188"/>
                      </a:lnTo>
                      <a:lnTo>
                        <a:pt x="82" y="99"/>
                      </a:lnTo>
                      <a:lnTo>
                        <a:pt x="122" y="122"/>
                      </a:lnTo>
                      <a:lnTo>
                        <a:pt x="126" y="124"/>
                      </a:lnTo>
                      <a:lnTo>
                        <a:pt x="130" y="124"/>
                      </a:lnTo>
                      <a:lnTo>
                        <a:pt x="134" y="124"/>
                      </a:lnTo>
                      <a:lnTo>
                        <a:pt x="137" y="121"/>
                      </a:lnTo>
                      <a:lnTo>
                        <a:pt x="146" y="114"/>
                      </a:lnTo>
                      <a:lnTo>
                        <a:pt x="155" y="106"/>
                      </a:lnTo>
                      <a:lnTo>
                        <a:pt x="163" y="101"/>
                      </a:lnTo>
                      <a:lnTo>
                        <a:pt x="172" y="96"/>
                      </a:lnTo>
                      <a:lnTo>
                        <a:pt x="180" y="91"/>
                      </a:lnTo>
                      <a:lnTo>
                        <a:pt x="189" y="87"/>
                      </a:lnTo>
                      <a:lnTo>
                        <a:pt x="199" y="84"/>
                      </a:lnTo>
                      <a:lnTo>
                        <a:pt x="208" y="81"/>
                      </a:lnTo>
                      <a:lnTo>
                        <a:pt x="213" y="78"/>
                      </a:lnTo>
                      <a:lnTo>
                        <a:pt x="215" y="76"/>
                      </a:lnTo>
                      <a:lnTo>
                        <a:pt x="217" y="72"/>
                      </a:lnTo>
                      <a:lnTo>
                        <a:pt x="218" y="68"/>
                      </a:lnTo>
                      <a:lnTo>
                        <a:pt x="218" y="26"/>
                      </a:lnTo>
                      <a:lnTo>
                        <a:pt x="321" y="26"/>
                      </a:lnTo>
                      <a:lnTo>
                        <a:pt x="321" y="68"/>
                      </a:lnTo>
                      <a:lnTo>
                        <a:pt x="321" y="72"/>
                      </a:lnTo>
                      <a:lnTo>
                        <a:pt x="323" y="76"/>
                      </a:lnTo>
                      <a:lnTo>
                        <a:pt x="326" y="78"/>
                      </a:lnTo>
                      <a:lnTo>
                        <a:pt x="330" y="81"/>
                      </a:lnTo>
                      <a:lnTo>
                        <a:pt x="340" y="84"/>
                      </a:lnTo>
                      <a:lnTo>
                        <a:pt x="350" y="87"/>
                      </a:lnTo>
                      <a:lnTo>
                        <a:pt x="360" y="91"/>
                      </a:lnTo>
                      <a:lnTo>
                        <a:pt x="367" y="97"/>
                      </a:lnTo>
                      <a:lnTo>
                        <a:pt x="383" y="107"/>
                      </a:lnTo>
                      <a:lnTo>
                        <a:pt x="399" y="121"/>
                      </a:lnTo>
                      <a:lnTo>
                        <a:pt x="403" y="124"/>
                      </a:lnTo>
                      <a:lnTo>
                        <a:pt x="407" y="124"/>
                      </a:lnTo>
                      <a:lnTo>
                        <a:pt x="410" y="124"/>
                      </a:lnTo>
                      <a:lnTo>
                        <a:pt x="414" y="122"/>
                      </a:lnTo>
                      <a:lnTo>
                        <a:pt x="453" y="99"/>
                      </a:lnTo>
                      <a:lnTo>
                        <a:pt x="505" y="188"/>
                      </a:lnTo>
                      <a:lnTo>
                        <a:pt x="465" y="212"/>
                      </a:lnTo>
                      <a:lnTo>
                        <a:pt x="462" y="214"/>
                      </a:lnTo>
                      <a:lnTo>
                        <a:pt x="460" y="217"/>
                      </a:lnTo>
                      <a:lnTo>
                        <a:pt x="458" y="221"/>
                      </a:lnTo>
                      <a:lnTo>
                        <a:pt x="458" y="226"/>
                      </a:lnTo>
                      <a:lnTo>
                        <a:pt x="461" y="235"/>
                      </a:lnTo>
                      <a:lnTo>
                        <a:pt x="462" y="246"/>
                      </a:lnTo>
                      <a:lnTo>
                        <a:pt x="463" y="256"/>
                      </a:lnTo>
                      <a:lnTo>
                        <a:pt x="463" y="266"/>
                      </a:lnTo>
                      <a:lnTo>
                        <a:pt x="463" y="277"/>
                      </a:lnTo>
                      <a:lnTo>
                        <a:pt x="462" y="287"/>
                      </a:lnTo>
                      <a:lnTo>
                        <a:pt x="461" y="297"/>
                      </a:lnTo>
                      <a:lnTo>
                        <a:pt x="458" y="307"/>
                      </a:lnTo>
                      <a:lnTo>
                        <a:pt x="458" y="311"/>
                      </a:lnTo>
                      <a:lnTo>
                        <a:pt x="460" y="316"/>
                      </a:lnTo>
                      <a:lnTo>
                        <a:pt x="462" y="319"/>
                      </a:lnTo>
                      <a:lnTo>
                        <a:pt x="465" y="321"/>
                      </a:lnTo>
                      <a:lnTo>
                        <a:pt x="505" y="344"/>
                      </a:lnTo>
                      <a:lnTo>
                        <a:pt x="453" y="433"/>
                      </a:lnTo>
                      <a:close/>
                      <a:moveTo>
                        <a:pt x="528" y="329"/>
                      </a:moveTo>
                      <a:lnTo>
                        <a:pt x="485" y="303"/>
                      </a:lnTo>
                      <a:lnTo>
                        <a:pt x="486" y="294"/>
                      </a:lnTo>
                      <a:lnTo>
                        <a:pt x="487" y="285"/>
                      </a:lnTo>
                      <a:lnTo>
                        <a:pt x="489" y="276"/>
                      </a:lnTo>
                      <a:lnTo>
                        <a:pt x="489" y="266"/>
                      </a:lnTo>
                      <a:lnTo>
                        <a:pt x="489" y="257"/>
                      </a:lnTo>
                      <a:lnTo>
                        <a:pt x="487" y="248"/>
                      </a:lnTo>
                      <a:lnTo>
                        <a:pt x="486" y="238"/>
                      </a:lnTo>
                      <a:lnTo>
                        <a:pt x="485" y="229"/>
                      </a:lnTo>
                      <a:lnTo>
                        <a:pt x="528" y="205"/>
                      </a:lnTo>
                      <a:lnTo>
                        <a:pt x="531" y="202"/>
                      </a:lnTo>
                      <a:lnTo>
                        <a:pt x="534" y="197"/>
                      </a:lnTo>
                      <a:lnTo>
                        <a:pt x="535" y="192"/>
                      </a:lnTo>
                      <a:lnTo>
                        <a:pt x="533" y="187"/>
                      </a:lnTo>
                      <a:lnTo>
                        <a:pt x="468" y="76"/>
                      </a:lnTo>
                      <a:lnTo>
                        <a:pt x="467" y="74"/>
                      </a:lnTo>
                      <a:lnTo>
                        <a:pt x="465" y="72"/>
                      </a:lnTo>
                      <a:lnTo>
                        <a:pt x="463" y="71"/>
                      </a:lnTo>
                      <a:lnTo>
                        <a:pt x="461" y="70"/>
                      </a:lnTo>
                      <a:lnTo>
                        <a:pt x="455" y="70"/>
                      </a:lnTo>
                      <a:lnTo>
                        <a:pt x="451" y="71"/>
                      </a:lnTo>
                      <a:lnTo>
                        <a:pt x="409" y="96"/>
                      </a:lnTo>
                      <a:lnTo>
                        <a:pt x="395" y="85"/>
                      </a:lnTo>
                      <a:lnTo>
                        <a:pt x="380" y="74"/>
                      </a:lnTo>
                      <a:lnTo>
                        <a:pt x="364" y="66"/>
                      </a:lnTo>
                      <a:lnTo>
                        <a:pt x="347" y="59"/>
                      </a:lnTo>
                      <a:lnTo>
                        <a:pt x="347" y="13"/>
                      </a:lnTo>
                      <a:lnTo>
                        <a:pt x="346" y="8"/>
                      </a:lnTo>
                      <a:lnTo>
                        <a:pt x="342" y="4"/>
                      </a:lnTo>
                      <a:lnTo>
                        <a:pt x="338" y="1"/>
                      </a:lnTo>
                      <a:lnTo>
                        <a:pt x="334" y="0"/>
                      </a:lnTo>
                      <a:lnTo>
                        <a:pt x="205" y="0"/>
                      </a:lnTo>
                      <a:lnTo>
                        <a:pt x="200" y="1"/>
                      </a:lnTo>
                      <a:lnTo>
                        <a:pt x="196" y="4"/>
                      </a:lnTo>
                      <a:lnTo>
                        <a:pt x="193" y="8"/>
                      </a:lnTo>
                      <a:lnTo>
                        <a:pt x="192" y="13"/>
                      </a:lnTo>
                      <a:lnTo>
                        <a:pt x="192" y="59"/>
                      </a:lnTo>
                      <a:lnTo>
                        <a:pt x="175" y="66"/>
                      </a:lnTo>
                      <a:lnTo>
                        <a:pt x="159" y="73"/>
                      </a:lnTo>
                      <a:lnTo>
                        <a:pt x="143" y="84"/>
                      </a:lnTo>
                      <a:lnTo>
                        <a:pt x="127" y="96"/>
                      </a:lnTo>
                      <a:lnTo>
                        <a:pt x="84" y="71"/>
                      </a:lnTo>
                      <a:lnTo>
                        <a:pt x="78" y="70"/>
                      </a:lnTo>
                      <a:lnTo>
                        <a:pt x="74" y="70"/>
                      </a:lnTo>
                      <a:lnTo>
                        <a:pt x="70" y="72"/>
                      </a:lnTo>
                      <a:lnTo>
                        <a:pt x="67" y="76"/>
                      </a:lnTo>
                      <a:lnTo>
                        <a:pt x="2" y="187"/>
                      </a:lnTo>
                      <a:lnTo>
                        <a:pt x="0" y="191"/>
                      </a:lnTo>
                      <a:lnTo>
                        <a:pt x="0" y="197"/>
                      </a:lnTo>
                      <a:lnTo>
                        <a:pt x="2" y="201"/>
                      </a:lnTo>
                      <a:lnTo>
                        <a:pt x="6" y="205"/>
                      </a:lnTo>
                      <a:lnTo>
                        <a:pt x="49" y="229"/>
                      </a:lnTo>
                      <a:lnTo>
                        <a:pt x="47" y="238"/>
                      </a:lnTo>
                      <a:lnTo>
                        <a:pt x="46" y="248"/>
                      </a:lnTo>
                      <a:lnTo>
                        <a:pt x="46" y="257"/>
                      </a:lnTo>
                      <a:lnTo>
                        <a:pt x="46" y="266"/>
                      </a:lnTo>
                      <a:lnTo>
                        <a:pt x="46" y="276"/>
                      </a:lnTo>
                      <a:lnTo>
                        <a:pt x="46" y="285"/>
                      </a:lnTo>
                      <a:lnTo>
                        <a:pt x="47" y="294"/>
                      </a:lnTo>
                      <a:lnTo>
                        <a:pt x="48" y="303"/>
                      </a:lnTo>
                      <a:lnTo>
                        <a:pt x="6" y="329"/>
                      </a:lnTo>
                      <a:lnTo>
                        <a:pt x="2" y="332"/>
                      </a:lnTo>
                      <a:lnTo>
                        <a:pt x="0" y="335"/>
                      </a:lnTo>
                      <a:lnTo>
                        <a:pt x="0" y="340"/>
                      </a:lnTo>
                      <a:lnTo>
                        <a:pt x="1" y="345"/>
                      </a:lnTo>
                      <a:lnTo>
                        <a:pt x="65" y="457"/>
                      </a:lnTo>
                      <a:lnTo>
                        <a:pt x="69" y="461"/>
                      </a:lnTo>
                      <a:lnTo>
                        <a:pt x="73" y="463"/>
                      </a:lnTo>
                      <a:lnTo>
                        <a:pt x="78" y="463"/>
                      </a:lnTo>
                      <a:lnTo>
                        <a:pt x="83" y="461"/>
                      </a:lnTo>
                      <a:lnTo>
                        <a:pt x="127" y="437"/>
                      </a:lnTo>
                      <a:lnTo>
                        <a:pt x="143" y="449"/>
                      </a:lnTo>
                      <a:lnTo>
                        <a:pt x="159" y="459"/>
                      </a:lnTo>
                      <a:lnTo>
                        <a:pt x="175" y="467"/>
                      </a:lnTo>
                      <a:lnTo>
                        <a:pt x="192" y="474"/>
                      </a:lnTo>
                      <a:lnTo>
                        <a:pt x="192" y="523"/>
                      </a:lnTo>
                      <a:lnTo>
                        <a:pt x="193" y="528"/>
                      </a:lnTo>
                      <a:lnTo>
                        <a:pt x="196" y="533"/>
                      </a:lnTo>
                      <a:lnTo>
                        <a:pt x="200" y="535"/>
                      </a:lnTo>
                      <a:lnTo>
                        <a:pt x="205" y="536"/>
                      </a:lnTo>
                      <a:lnTo>
                        <a:pt x="334" y="536"/>
                      </a:lnTo>
                      <a:lnTo>
                        <a:pt x="338" y="535"/>
                      </a:lnTo>
                      <a:lnTo>
                        <a:pt x="342" y="533"/>
                      </a:lnTo>
                      <a:lnTo>
                        <a:pt x="346" y="528"/>
                      </a:lnTo>
                      <a:lnTo>
                        <a:pt x="347" y="523"/>
                      </a:lnTo>
                      <a:lnTo>
                        <a:pt x="347" y="474"/>
                      </a:lnTo>
                      <a:lnTo>
                        <a:pt x="355" y="470"/>
                      </a:lnTo>
                      <a:lnTo>
                        <a:pt x="364" y="467"/>
                      </a:lnTo>
                      <a:lnTo>
                        <a:pt x="373" y="463"/>
                      </a:lnTo>
                      <a:lnTo>
                        <a:pt x="380" y="459"/>
                      </a:lnTo>
                      <a:lnTo>
                        <a:pt x="395" y="449"/>
                      </a:lnTo>
                      <a:lnTo>
                        <a:pt x="409" y="437"/>
                      </a:lnTo>
                      <a:lnTo>
                        <a:pt x="452" y="461"/>
                      </a:lnTo>
                      <a:lnTo>
                        <a:pt x="454" y="463"/>
                      </a:lnTo>
                      <a:lnTo>
                        <a:pt x="456" y="463"/>
                      </a:lnTo>
                      <a:lnTo>
                        <a:pt x="458" y="463"/>
                      </a:lnTo>
                      <a:lnTo>
                        <a:pt x="462" y="462"/>
                      </a:lnTo>
                      <a:lnTo>
                        <a:pt x="464" y="462"/>
                      </a:lnTo>
                      <a:lnTo>
                        <a:pt x="466" y="461"/>
                      </a:lnTo>
                      <a:lnTo>
                        <a:pt x="467" y="459"/>
                      </a:lnTo>
                      <a:lnTo>
                        <a:pt x="469" y="457"/>
                      </a:lnTo>
                      <a:lnTo>
                        <a:pt x="533" y="345"/>
                      </a:lnTo>
                      <a:lnTo>
                        <a:pt x="535" y="340"/>
                      </a:lnTo>
                      <a:lnTo>
                        <a:pt x="535" y="335"/>
                      </a:lnTo>
                      <a:lnTo>
                        <a:pt x="533" y="332"/>
                      </a:lnTo>
                      <a:lnTo>
                        <a:pt x="528" y="3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íṩľiďe"/>
                <p:cNvSpPr/>
                <p:nvPr/>
              </p:nvSpPr>
              <p:spPr bwMode="auto">
                <a:xfrm>
                  <a:off x="1727201" y="3240088"/>
                  <a:ext cx="122238" cy="125413"/>
                </a:xfrm>
                <a:custGeom>
                  <a:avLst/>
                  <a:gdLst>
                    <a:gd name="T0" fmla="*/ 235 w 308"/>
                    <a:gd name="T1" fmla="*/ 227 h 315"/>
                    <a:gd name="T2" fmla="*/ 223 w 308"/>
                    <a:gd name="T3" fmla="*/ 229 h 315"/>
                    <a:gd name="T4" fmla="*/ 195 w 308"/>
                    <a:gd name="T5" fmla="*/ 248 h 315"/>
                    <a:gd name="T6" fmla="*/ 178 w 308"/>
                    <a:gd name="T7" fmla="*/ 257 h 315"/>
                    <a:gd name="T8" fmla="*/ 176 w 308"/>
                    <a:gd name="T9" fmla="*/ 289 h 315"/>
                    <a:gd name="T10" fmla="*/ 136 w 308"/>
                    <a:gd name="T11" fmla="*/ 260 h 315"/>
                    <a:gd name="T12" fmla="*/ 129 w 308"/>
                    <a:gd name="T13" fmla="*/ 253 h 315"/>
                    <a:gd name="T14" fmla="*/ 95 w 308"/>
                    <a:gd name="T15" fmla="*/ 237 h 315"/>
                    <a:gd name="T16" fmla="*/ 79 w 308"/>
                    <a:gd name="T17" fmla="*/ 226 h 315"/>
                    <a:gd name="T18" fmla="*/ 50 w 308"/>
                    <a:gd name="T19" fmla="*/ 240 h 315"/>
                    <a:gd name="T20" fmla="*/ 55 w 308"/>
                    <a:gd name="T21" fmla="*/ 192 h 315"/>
                    <a:gd name="T22" fmla="*/ 58 w 308"/>
                    <a:gd name="T23" fmla="*/ 180 h 315"/>
                    <a:gd name="T24" fmla="*/ 56 w 308"/>
                    <a:gd name="T25" fmla="*/ 145 h 315"/>
                    <a:gd name="T26" fmla="*/ 57 w 308"/>
                    <a:gd name="T27" fmla="*/ 126 h 315"/>
                    <a:gd name="T28" fmla="*/ 31 w 308"/>
                    <a:gd name="T29" fmla="*/ 108 h 315"/>
                    <a:gd name="T30" fmla="*/ 76 w 308"/>
                    <a:gd name="T31" fmla="*/ 87 h 315"/>
                    <a:gd name="T32" fmla="*/ 87 w 308"/>
                    <a:gd name="T33" fmla="*/ 84 h 315"/>
                    <a:gd name="T34" fmla="*/ 117 w 308"/>
                    <a:gd name="T35" fmla="*/ 66 h 315"/>
                    <a:gd name="T36" fmla="*/ 135 w 308"/>
                    <a:gd name="T37" fmla="*/ 57 h 315"/>
                    <a:gd name="T38" fmla="*/ 137 w 308"/>
                    <a:gd name="T39" fmla="*/ 25 h 315"/>
                    <a:gd name="T40" fmla="*/ 176 w 308"/>
                    <a:gd name="T41" fmla="*/ 53 h 315"/>
                    <a:gd name="T42" fmla="*/ 185 w 308"/>
                    <a:gd name="T43" fmla="*/ 62 h 315"/>
                    <a:gd name="T44" fmla="*/ 215 w 308"/>
                    <a:gd name="T45" fmla="*/ 77 h 315"/>
                    <a:gd name="T46" fmla="*/ 231 w 308"/>
                    <a:gd name="T47" fmla="*/ 88 h 315"/>
                    <a:gd name="T48" fmla="*/ 259 w 308"/>
                    <a:gd name="T49" fmla="*/ 76 h 315"/>
                    <a:gd name="T50" fmla="*/ 254 w 308"/>
                    <a:gd name="T51" fmla="*/ 123 h 315"/>
                    <a:gd name="T52" fmla="*/ 251 w 308"/>
                    <a:gd name="T53" fmla="*/ 134 h 315"/>
                    <a:gd name="T54" fmla="*/ 253 w 308"/>
                    <a:gd name="T55" fmla="*/ 169 h 315"/>
                    <a:gd name="T56" fmla="*/ 252 w 308"/>
                    <a:gd name="T57" fmla="*/ 188 h 315"/>
                    <a:gd name="T58" fmla="*/ 278 w 308"/>
                    <a:gd name="T59" fmla="*/ 207 h 315"/>
                    <a:gd name="T60" fmla="*/ 278 w 308"/>
                    <a:gd name="T61" fmla="*/ 178 h 315"/>
                    <a:gd name="T62" fmla="*/ 279 w 308"/>
                    <a:gd name="T63" fmla="*/ 148 h 315"/>
                    <a:gd name="T64" fmla="*/ 304 w 308"/>
                    <a:gd name="T65" fmla="*/ 123 h 315"/>
                    <a:gd name="T66" fmla="*/ 308 w 308"/>
                    <a:gd name="T67" fmla="*/ 116 h 315"/>
                    <a:gd name="T68" fmla="*/ 275 w 308"/>
                    <a:gd name="T69" fmla="*/ 51 h 315"/>
                    <a:gd name="T70" fmla="*/ 269 w 308"/>
                    <a:gd name="T71" fmla="*/ 46 h 315"/>
                    <a:gd name="T72" fmla="*/ 256 w 308"/>
                    <a:gd name="T73" fmla="*/ 46 h 315"/>
                    <a:gd name="T74" fmla="*/ 218 w 308"/>
                    <a:gd name="T75" fmla="*/ 49 h 315"/>
                    <a:gd name="T76" fmla="*/ 202 w 308"/>
                    <a:gd name="T77" fmla="*/ 13 h 315"/>
                    <a:gd name="T78" fmla="*/ 193 w 308"/>
                    <a:gd name="T79" fmla="*/ 2 h 315"/>
                    <a:gd name="T80" fmla="*/ 119 w 308"/>
                    <a:gd name="T81" fmla="*/ 2 h 315"/>
                    <a:gd name="T82" fmla="*/ 112 w 308"/>
                    <a:gd name="T83" fmla="*/ 13 h 315"/>
                    <a:gd name="T84" fmla="*/ 93 w 308"/>
                    <a:gd name="T85" fmla="*/ 50 h 315"/>
                    <a:gd name="T86" fmla="*/ 52 w 308"/>
                    <a:gd name="T87" fmla="*/ 46 h 315"/>
                    <a:gd name="T88" fmla="*/ 37 w 308"/>
                    <a:gd name="T89" fmla="*/ 47 h 315"/>
                    <a:gd name="T90" fmla="*/ 1 w 308"/>
                    <a:gd name="T91" fmla="*/ 111 h 315"/>
                    <a:gd name="T92" fmla="*/ 3 w 308"/>
                    <a:gd name="T93" fmla="*/ 121 h 315"/>
                    <a:gd name="T94" fmla="*/ 31 w 308"/>
                    <a:gd name="T95" fmla="*/ 138 h 315"/>
                    <a:gd name="T96" fmla="*/ 30 w 308"/>
                    <a:gd name="T97" fmla="*/ 167 h 315"/>
                    <a:gd name="T98" fmla="*/ 4 w 308"/>
                    <a:gd name="T99" fmla="*/ 193 h 315"/>
                    <a:gd name="T100" fmla="*/ 1 w 308"/>
                    <a:gd name="T101" fmla="*/ 199 h 315"/>
                    <a:gd name="T102" fmla="*/ 34 w 308"/>
                    <a:gd name="T103" fmla="*/ 263 h 315"/>
                    <a:gd name="T104" fmla="*/ 46 w 308"/>
                    <a:gd name="T105" fmla="*/ 270 h 315"/>
                    <a:gd name="T106" fmla="*/ 85 w 308"/>
                    <a:gd name="T107" fmla="*/ 259 h 315"/>
                    <a:gd name="T108" fmla="*/ 112 w 308"/>
                    <a:gd name="T109" fmla="*/ 274 h 315"/>
                    <a:gd name="T110" fmla="*/ 116 w 308"/>
                    <a:gd name="T111" fmla="*/ 311 h 315"/>
                    <a:gd name="T112" fmla="*/ 189 w 308"/>
                    <a:gd name="T113" fmla="*/ 315 h 315"/>
                    <a:gd name="T114" fmla="*/ 201 w 308"/>
                    <a:gd name="T115" fmla="*/ 306 h 315"/>
                    <a:gd name="T116" fmla="*/ 210 w 308"/>
                    <a:gd name="T117" fmla="*/ 270 h 315"/>
                    <a:gd name="T118" fmla="*/ 234 w 308"/>
                    <a:gd name="T119" fmla="*/ 255 h 315"/>
                    <a:gd name="T120" fmla="*/ 267 w 308"/>
                    <a:gd name="T121" fmla="*/ 270 h 315"/>
                    <a:gd name="T122" fmla="*/ 307 w 308"/>
                    <a:gd name="T123" fmla="*/ 208 h 315"/>
                    <a:gd name="T124" fmla="*/ 306 w 308"/>
                    <a:gd name="T125" fmla="*/ 194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15">
                      <a:moveTo>
                        <a:pt x="260" y="240"/>
                      </a:moveTo>
                      <a:lnTo>
                        <a:pt x="239" y="228"/>
                      </a:lnTo>
                      <a:lnTo>
                        <a:pt x="235" y="227"/>
                      </a:lnTo>
                      <a:lnTo>
                        <a:pt x="231" y="226"/>
                      </a:lnTo>
                      <a:lnTo>
                        <a:pt x="227" y="227"/>
                      </a:lnTo>
                      <a:lnTo>
                        <a:pt x="223" y="229"/>
                      </a:lnTo>
                      <a:lnTo>
                        <a:pt x="215" y="237"/>
                      </a:lnTo>
                      <a:lnTo>
                        <a:pt x="205" y="243"/>
                      </a:lnTo>
                      <a:lnTo>
                        <a:pt x="195" y="248"/>
                      </a:lnTo>
                      <a:lnTo>
                        <a:pt x="185" y="253"/>
                      </a:lnTo>
                      <a:lnTo>
                        <a:pt x="181" y="255"/>
                      </a:lnTo>
                      <a:lnTo>
                        <a:pt x="178" y="257"/>
                      </a:lnTo>
                      <a:lnTo>
                        <a:pt x="177" y="260"/>
                      </a:lnTo>
                      <a:lnTo>
                        <a:pt x="176" y="265"/>
                      </a:lnTo>
                      <a:lnTo>
                        <a:pt x="176" y="289"/>
                      </a:lnTo>
                      <a:lnTo>
                        <a:pt x="137" y="289"/>
                      </a:lnTo>
                      <a:lnTo>
                        <a:pt x="137" y="265"/>
                      </a:lnTo>
                      <a:lnTo>
                        <a:pt x="136" y="260"/>
                      </a:lnTo>
                      <a:lnTo>
                        <a:pt x="135" y="257"/>
                      </a:lnTo>
                      <a:lnTo>
                        <a:pt x="132" y="255"/>
                      </a:lnTo>
                      <a:lnTo>
                        <a:pt x="129" y="253"/>
                      </a:lnTo>
                      <a:lnTo>
                        <a:pt x="117" y="248"/>
                      </a:lnTo>
                      <a:lnTo>
                        <a:pt x="105" y="243"/>
                      </a:lnTo>
                      <a:lnTo>
                        <a:pt x="95" y="237"/>
                      </a:lnTo>
                      <a:lnTo>
                        <a:pt x="87" y="229"/>
                      </a:lnTo>
                      <a:lnTo>
                        <a:pt x="84" y="227"/>
                      </a:lnTo>
                      <a:lnTo>
                        <a:pt x="79" y="226"/>
                      </a:lnTo>
                      <a:lnTo>
                        <a:pt x="76" y="227"/>
                      </a:lnTo>
                      <a:lnTo>
                        <a:pt x="72" y="228"/>
                      </a:lnTo>
                      <a:lnTo>
                        <a:pt x="50" y="240"/>
                      </a:lnTo>
                      <a:lnTo>
                        <a:pt x="30" y="207"/>
                      </a:lnTo>
                      <a:lnTo>
                        <a:pt x="51" y="194"/>
                      </a:lnTo>
                      <a:lnTo>
                        <a:pt x="55" y="192"/>
                      </a:lnTo>
                      <a:lnTo>
                        <a:pt x="57" y="188"/>
                      </a:lnTo>
                      <a:lnTo>
                        <a:pt x="58" y="184"/>
                      </a:lnTo>
                      <a:lnTo>
                        <a:pt x="58" y="180"/>
                      </a:lnTo>
                      <a:lnTo>
                        <a:pt x="56" y="168"/>
                      </a:lnTo>
                      <a:lnTo>
                        <a:pt x="55" y="157"/>
                      </a:lnTo>
                      <a:lnTo>
                        <a:pt x="56" y="145"/>
                      </a:lnTo>
                      <a:lnTo>
                        <a:pt x="58" y="134"/>
                      </a:lnTo>
                      <a:lnTo>
                        <a:pt x="58" y="130"/>
                      </a:lnTo>
                      <a:lnTo>
                        <a:pt x="57" y="126"/>
                      </a:lnTo>
                      <a:lnTo>
                        <a:pt x="55" y="123"/>
                      </a:lnTo>
                      <a:lnTo>
                        <a:pt x="51" y="120"/>
                      </a:lnTo>
                      <a:lnTo>
                        <a:pt x="31" y="108"/>
                      </a:lnTo>
                      <a:lnTo>
                        <a:pt x="50" y="73"/>
                      </a:lnTo>
                      <a:lnTo>
                        <a:pt x="72" y="86"/>
                      </a:lnTo>
                      <a:lnTo>
                        <a:pt x="76" y="87"/>
                      </a:lnTo>
                      <a:lnTo>
                        <a:pt x="79" y="87"/>
                      </a:lnTo>
                      <a:lnTo>
                        <a:pt x="84" y="86"/>
                      </a:lnTo>
                      <a:lnTo>
                        <a:pt x="87" y="84"/>
                      </a:lnTo>
                      <a:lnTo>
                        <a:pt x="95" y="78"/>
                      </a:lnTo>
                      <a:lnTo>
                        <a:pt x="105" y="71"/>
                      </a:lnTo>
                      <a:lnTo>
                        <a:pt x="117" y="66"/>
                      </a:lnTo>
                      <a:lnTo>
                        <a:pt x="129" y="62"/>
                      </a:lnTo>
                      <a:lnTo>
                        <a:pt x="132" y="59"/>
                      </a:lnTo>
                      <a:lnTo>
                        <a:pt x="135" y="57"/>
                      </a:lnTo>
                      <a:lnTo>
                        <a:pt x="136" y="53"/>
                      </a:lnTo>
                      <a:lnTo>
                        <a:pt x="137" y="50"/>
                      </a:lnTo>
                      <a:lnTo>
                        <a:pt x="137" y="25"/>
                      </a:lnTo>
                      <a:lnTo>
                        <a:pt x="176" y="25"/>
                      </a:lnTo>
                      <a:lnTo>
                        <a:pt x="176" y="50"/>
                      </a:lnTo>
                      <a:lnTo>
                        <a:pt x="176" y="53"/>
                      </a:lnTo>
                      <a:lnTo>
                        <a:pt x="178" y="57"/>
                      </a:lnTo>
                      <a:lnTo>
                        <a:pt x="181" y="59"/>
                      </a:lnTo>
                      <a:lnTo>
                        <a:pt x="185" y="62"/>
                      </a:lnTo>
                      <a:lnTo>
                        <a:pt x="195" y="66"/>
                      </a:lnTo>
                      <a:lnTo>
                        <a:pt x="205" y="71"/>
                      </a:lnTo>
                      <a:lnTo>
                        <a:pt x="215" y="77"/>
                      </a:lnTo>
                      <a:lnTo>
                        <a:pt x="223" y="84"/>
                      </a:lnTo>
                      <a:lnTo>
                        <a:pt x="227" y="87"/>
                      </a:lnTo>
                      <a:lnTo>
                        <a:pt x="231" y="88"/>
                      </a:lnTo>
                      <a:lnTo>
                        <a:pt x="235" y="88"/>
                      </a:lnTo>
                      <a:lnTo>
                        <a:pt x="239" y="86"/>
                      </a:lnTo>
                      <a:lnTo>
                        <a:pt x="259" y="76"/>
                      </a:lnTo>
                      <a:lnTo>
                        <a:pt x="278" y="108"/>
                      </a:lnTo>
                      <a:lnTo>
                        <a:pt x="258" y="120"/>
                      </a:lnTo>
                      <a:lnTo>
                        <a:pt x="254" y="123"/>
                      </a:lnTo>
                      <a:lnTo>
                        <a:pt x="252" y="126"/>
                      </a:lnTo>
                      <a:lnTo>
                        <a:pt x="251" y="130"/>
                      </a:lnTo>
                      <a:lnTo>
                        <a:pt x="251" y="134"/>
                      </a:lnTo>
                      <a:lnTo>
                        <a:pt x="253" y="145"/>
                      </a:lnTo>
                      <a:lnTo>
                        <a:pt x="254" y="157"/>
                      </a:lnTo>
                      <a:lnTo>
                        <a:pt x="253" y="169"/>
                      </a:lnTo>
                      <a:lnTo>
                        <a:pt x="251" y="180"/>
                      </a:lnTo>
                      <a:lnTo>
                        <a:pt x="251" y="184"/>
                      </a:lnTo>
                      <a:lnTo>
                        <a:pt x="252" y="188"/>
                      </a:lnTo>
                      <a:lnTo>
                        <a:pt x="254" y="192"/>
                      </a:lnTo>
                      <a:lnTo>
                        <a:pt x="258" y="194"/>
                      </a:lnTo>
                      <a:lnTo>
                        <a:pt x="278" y="207"/>
                      </a:lnTo>
                      <a:lnTo>
                        <a:pt x="260" y="240"/>
                      </a:lnTo>
                      <a:close/>
                      <a:moveTo>
                        <a:pt x="302" y="192"/>
                      </a:moveTo>
                      <a:lnTo>
                        <a:pt x="278" y="178"/>
                      </a:lnTo>
                      <a:lnTo>
                        <a:pt x="279" y="167"/>
                      </a:lnTo>
                      <a:lnTo>
                        <a:pt x="279" y="157"/>
                      </a:lnTo>
                      <a:lnTo>
                        <a:pt x="279" y="148"/>
                      </a:lnTo>
                      <a:lnTo>
                        <a:pt x="278" y="138"/>
                      </a:lnTo>
                      <a:lnTo>
                        <a:pt x="302" y="124"/>
                      </a:lnTo>
                      <a:lnTo>
                        <a:pt x="304" y="123"/>
                      </a:lnTo>
                      <a:lnTo>
                        <a:pt x="306" y="121"/>
                      </a:lnTo>
                      <a:lnTo>
                        <a:pt x="307" y="119"/>
                      </a:lnTo>
                      <a:lnTo>
                        <a:pt x="308" y="116"/>
                      </a:lnTo>
                      <a:lnTo>
                        <a:pt x="308" y="111"/>
                      </a:lnTo>
                      <a:lnTo>
                        <a:pt x="306" y="106"/>
                      </a:lnTo>
                      <a:lnTo>
                        <a:pt x="275" y="51"/>
                      </a:lnTo>
                      <a:lnTo>
                        <a:pt x="273" y="49"/>
                      </a:lnTo>
                      <a:lnTo>
                        <a:pt x="271" y="47"/>
                      </a:lnTo>
                      <a:lnTo>
                        <a:pt x="269" y="46"/>
                      </a:lnTo>
                      <a:lnTo>
                        <a:pt x="266" y="44"/>
                      </a:lnTo>
                      <a:lnTo>
                        <a:pt x="262" y="44"/>
                      </a:lnTo>
                      <a:lnTo>
                        <a:pt x="256" y="46"/>
                      </a:lnTo>
                      <a:lnTo>
                        <a:pt x="234" y="59"/>
                      </a:lnTo>
                      <a:lnTo>
                        <a:pt x="226" y="54"/>
                      </a:lnTo>
                      <a:lnTo>
                        <a:pt x="218" y="49"/>
                      </a:lnTo>
                      <a:lnTo>
                        <a:pt x="210" y="44"/>
                      </a:lnTo>
                      <a:lnTo>
                        <a:pt x="202" y="41"/>
                      </a:lnTo>
                      <a:lnTo>
                        <a:pt x="202" y="13"/>
                      </a:lnTo>
                      <a:lnTo>
                        <a:pt x="201" y="8"/>
                      </a:lnTo>
                      <a:lnTo>
                        <a:pt x="197" y="4"/>
                      </a:lnTo>
                      <a:lnTo>
                        <a:pt x="193" y="2"/>
                      </a:lnTo>
                      <a:lnTo>
                        <a:pt x="189" y="0"/>
                      </a:lnTo>
                      <a:lnTo>
                        <a:pt x="124" y="0"/>
                      </a:lnTo>
                      <a:lnTo>
                        <a:pt x="119" y="2"/>
                      </a:lnTo>
                      <a:lnTo>
                        <a:pt x="116" y="4"/>
                      </a:lnTo>
                      <a:lnTo>
                        <a:pt x="113" y="8"/>
                      </a:lnTo>
                      <a:lnTo>
                        <a:pt x="112" y="13"/>
                      </a:lnTo>
                      <a:lnTo>
                        <a:pt x="112" y="41"/>
                      </a:lnTo>
                      <a:lnTo>
                        <a:pt x="102" y="44"/>
                      </a:lnTo>
                      <a:lnTo>
                        <a:pt x="93" y="50"/>
                      </a:lnTo>
                      <a:lnTo>
                        <a:pt x="85" y="54"/>
                      </a:lnTo>
                      <a:lnTo>
                        <a:pt x="77" y="59"/>
                      </a:lnTo>
                      <a:lnTo>
                        <a:pt x="52" y="46"/>
                      </a:lnTo>
                      <a:lnTo>
                        <a:pt x="47" y="44"/>
                      </a:lnTo>
                      <a:lnTo>
                        <a:pt x="43" y="44"/>
                      </a:lnTo>
                      <a:lnTo>
                        <a:pt x="37" y="47"/>
                      </a:lnTo>
                      <a:lnTo>
                        <a:pt x="34" y="51"/>
                      </a:lnTo>
                      <a:lnTo>
                        <a:pt x="2" y="106"/>
                      </a:lnTo>
                      <a:lnTo>
                        <a:pt x="1" y="111"/>
                      </a:lnTo>
                      <a:lnTo>
                        <a:pt x="1" y="116"/>
                      </a:lnTo>
                      <a:lnTo>
                        <a:pt x="2" y="119"/>
                      </a:lnTo>
                      <a:lnTo>
                        <a:pt x="3" y="121"/>
                      </a:lnTo>
                      <a:lnTo>
                        <a:pt x="5" y="123"/>
                      </a:lnTo>
                      <a:lnTo>
                        <a:pt x="7" y="124"/>
                      </a:lnTo>
                      <a:lnTo>
                        <a:pt x="31" y="138"/>
                      </a:lnTo>
                      <a:lnTo>
                        <a:pt x="30" y="148"/>
                      </a:lnTo>
                      <a:lnTo>
                        <a:pt x="29" y="157"/>
                      </a:lnTo>
                      <a:lnTo>
                        <a:pt x="30" y="167"/>
                      </a:lnTo>
                      <a:lnTo>
                        <a:pt x="31" y="178"/>
                      </a:lnTo>
                      <a:lnTo>
                        <a:pt x="6" y="192"/>
                      </a:lnTo>
                      <a:lnTo>
                        <a:pt x="4" y="193"/>
                      </a:lnTo>
                      <a:lnTo>
                        <a:pt x="3" y="194"/>
                      </a:lnTo>
                      <a:lnTo>
                        <a:pt x="2" y="196"/>
                      </a:lnTo>
                      <a:lnTo>
                        <a:pt x="1" y="199"/>
                      </a:lnTo>
                      <a:lnTo>
                        <a:pt x="0" y="203"/>
                      </a:lnTo>
                      <a:lnTo>
                        <a:pt x="2" y="208"/>
                      </a:lnTo>
                      <a:lnTo>
                        <a:pt x="34" y="263"/>
                      </a:lnTo>
                      <a:lnTo>
                        <a:pt x="37" y="268"/>
                      </a:lnTo>
                      <a:lnTo>
                        <a:pt x="42" y="270"/>
                      </a:lnTo>
                      <a:lnTo>
                        <a:pt x="46" y="270"/>
                      </a:lnTo>
                      <a:lnTo>
                        <a:pt x="51" y="269"/>
                      </a:lnTo>
                      <a:lnTo>
                        <a:pt x="77" y="254"/>
                      </a:lnTo>
                      <a:lnTo>
                        <a:pt x="85" y="259"/>
                      </a:lnTo>
                      <a:lnTo>
                        <a:pt x="93" y="266"/>
                      </a:lnTo>
                      <a:lnTo>
                        <a:pt x="102" y="270"/>
                      </a:lnTo>
                      <a:lnTo>
                        <a:pt x="112" y="274"/>
                      </a:lnTo>
                      <a:lnTo>
                        <a:pt x="112" y="302"/>
                      </a:lnTo>
                      <a:lnTo>
                        <a:pt x="113" y="306"/>
                      </a:lnTo>
                      <a:lnTo>
                        <a:pt x="116" y="311"/>
                      </a:lnTo>
                      <a:lnTo>
                        <a:pt x="119" y="314"/>
                      </a:lnTo>
                      <a:lnTo>
                        <a:pt x="124" y="315"/>
                      </a:lnTo>
                      <a:lnTo>
                        <a:pt x="189" y="315"/>
                      </a:lnTo>
                      <a:lnTo>
                        <a:pt x="193" y="314"/>
                      </a:lnTo>
                      <a:lnTo>
                        <a:pt x="197" y="311"/>
                      </a:lnTo>
                      <a:lnTo>
                        <a:pt x="201" y="306"/>
                      </a:lnTo>
                      <a:lnTo>
                        <a:pt x="202" y="302"/>
                      </a:lnTo>
                      <a:lnTo>
                        <a:pt x="202" y="274"/>
                      </a:lnTo>
                      <a:lnTo>
                        <a:pt x="210" y="270"/>
                      </a:lnTo>
                      <a:lnTo>
                        <a:pt x="218" y="266"/>
                      </a:lnTo>
                      <a:lnTo>
                        <a:pt x="226" y="260"/>
                      </a:lnTo>
                      <a:lnTo>
                        <a:pt x="234" y="255"/>
                      </a:lnTo>
                      <a:lnTo>
                        <a:pt x="258" y="268"/>
                      </a:lnTo>
                      <a:lnTo>
                        <a:pt x="262" y="270"/>
                      </a:lnTo>
                      <a:lnTo>
                        <a:pt x="267" y="270"/>
                      </a:lnTo>
                      <a:lnTo>
                        <a:pt x="271" y="268"/>
                      </a:lnTo>
                      <a:lnTo>
                        <a:pt x="275" y="263"/>
                      </a:lnTo>
                      <a:lnTo>
                        <a:pt x="307" y="208"/>
                      </a:lnTo>
                      <a:lnTo>
                        <a:pt x="308" y="202"/>
                      </a:lnTo>
                      <a:lnTo>
                        <a:pt x="308" y="198"/>
                      </a:lnTo>
                      <a:lnTo>
                        <a:pt x="306" y="194"/>
                      </a:lnTo>
                      <a:lnTo>
                        <a:pt x="302"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9" name="îṣ1îďé"/>
            <p:cNvSpPr/>
            <p:nvPr/>
          </p:nvSpPr>
          <p:spPr>
            <a:xfrm>
              <a:off x="4028502" y="3965649"/>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028502" y="2720249"/>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grpSp>
      <p:sp>
        <p:nvSpPr>
          <p:cNvPr id="40"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2" name="文本占位符 30"/>
          <p:cNvSpPr>
            <a:spLocks noGrp="1"/>
          </p:cNvSpPr>
          <p:nvPr>
            <p:ph type="body" sz="quarter" idx="19" hasCustomPrompt="1"/>
          </p:nvPr>
        </p:nvSpPr>
        <p:spPr>
          <a:xfrm>
            <a:off x="4388478" y="1484803"/>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20" hasCustomPrompt="1"/>
          </p:nvPr>
        </p:nvSpPr>
        <p:spPr>
          <a:xfrm>
            <a:off x="4388477" y="1938111"/>
            <a:ext cx="6112681" cy="64399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4" name="文本占位符 30"/>
          <p:cNvSpPr>
            <a:spLocks noGrp="1"/>
          </p:cNvSpPr>
          <p:nvPr>
            <p:ph type="body" sz="quarter" idx="21" hasCustomPrompt="1"/>
          </p:nvPr>
        </p:nvSpPr>
        <p:spPr>
          <a:xfrm>
            <a:off x="4811993" y="2745621"/>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2" hasCustomPrompt="1"/>
          </p:nvPr>
        </p:nvSpPr>
        <p:spPr>
          <a:xfrm>
            <a:off x="4811992" y="3190028"/>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3" hasCustomPrompt="1"/>
          </p:nvPr>
        </p:nvSpPr>
        <p:spPr>
          <a:xfrm>
            <a:off x="4388477" y="5229380"/>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4" hasCustomPrompt="1"/>
          </p:nvPr>
        </p:nvSpPr>
        <p:spPr>
          <a:xfrm>
            <a:off x="4388476" y="5682689"/>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5" hasCustomPrompt="1"/>
          </p:nvPr>
        </p:nvSpPr>
        <p:spPr>
          <a:xfrm>
            <a:off x="4811993" y="3988972"/>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6" hasCustomPrompt="1"/>
          </p:nvPr>
        </p:nvSpPr>
        <p:spPr>
          <a:xfrm>
            <a:off x="4811992" y="4433379"/>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5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版式">
    <p:spTree>
      <p:nvGrpSpPr>
        <p:cNvPr id="1" name=""/>
        <p:cNvGrpSpPr/>
        <p:nvPr/>
      </p:nvGrpSpPr>
      <p:grpSpPr>
        <a:xfrm>
          <a:off x="0" y="0"/>
          <a:ext cx="0" cy="0"/>
          <a:chOff x="0" y="0"/>
          <a:chExt cx="0" cy="0"/>
        </a:xfrm>
      </p:grpSpPr>
      <p:cxnSp>
        <p:nvCxnSpPr>
          <p:cNvPr id="3" name="直接连接符 72"/>
          <p:cNvCxnSpPr/>
          <p:nvPr userDrawn="1"/>
        </p:nvCxnSpPr>
        <p:spPr>
          <a:xfrm flipH="1">
            <a:off x="3665634" y="2105269"/>
            <a:ext cx="786375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4" name="直接连接符 73"/>
          <p:cNvCxnSpPr/>
          <p:nvPr userDrawn="1"/>
        </p:nvCxnSpPr>
        <p:spPr>
          <a:xfrm flipH="1">
            <a:off x="4658165" y="3265197"/>
            <a:ext cx="6871226"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5" name="直接连接符 74"/>
          <p:cNvCxnSpPr/>
          <p:nvPr userDrawn="1"/>
        </p:nvCxnSpPr>
        <p:spPr>
          <a:xfrm flipH="1">
            <a:off x="3304744" y="4425124"/>
            <a:ext cx="822464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6" name="直接连接符 75"/>
          <p:cNvCxnSpPr/>
          <p:nvPr userDrawn="1"/>
        </p:nvCxnSpPr>
        <p:spPr>
          <a:xfrm flipH="1">
            <a:off x="3437030" y="5585053"/>
            <a:ext cx="8092361"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sp>
        <p:nvSpPr>
          <p:cNvPr id="7" name="流程图: 决策 76"/>
          <p:cNvSpPr/>
          <p:nvPr userDrawn="1"/>
        </p:nvSpPr>
        <p:spPr>
          <a:xfrm>
            <a:off x="2650758" y="1917635"/>
            <a:ext cx="1649998" cy="1543094"/>
          </a:xfrm>
          <a:prstGeom prst="flowChartDecision">
            <a:avLst/>
          </a:prstGeom>
          <a:solidFill>
            <a:srgbClr val="4E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8" name="流程图: 决策 77"/>
          <p:cNvSpPr/>
          <p:nvPr userDrawn="1"/>
        </p:nvSpPr>
        <p:spPr>
          <a:xfrm>
            <a:off x="2440724" y="3637362"/>
            <a:ext cx="2004033" cy="1952278"/>
          </a:xfrm>
          <a:prstGeom prst="flowChartDecision">
            <a:avLst/>
          </a:prstGeom>
          <a:solidFill>
            <a:srgbClr val="0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9" name="流程图: 决策 78"/>
          <p:cNvSpPr/>
          <p:nvPr userDrawn="1"/>
        </p:nvSpPr>
        <p:spPr>
          <a:xfrm>
            <a:off x="788051" y="2305361"/>
            <a:ext cx="2516693" cy="2451698"/>
          </a:xfrm>
          <a:prstGeom prst="flowChartDecision">
            <a:avLst/>
          </a:prstGeom>
          <a:solidFill>
            <a:srgbClr val="134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latin typeface="思源黑体 CN Normal" panose="020B0400000000000000" pitchFamily="34" charset="-128"/>
              <a:ea typeface="思源黑体 CN Normal" panose="020B0400000000000000" pitchFamily="34" charset="-128"/>
              <a:cs typeface="+mn-ea"/>
              <a:sym typeface="+mn-lt"/>
            </a:endParaRPr>
          </a:p>
        </p:txBody>
      </p:sp>
      <p:sp>
        <p:nvSpPr>
          <p:cNvPr id="10" name="流程图: 决策 79"/>
          <p:cNvSpPr/>
          <p:nvPr userDrawn="1"/>
        </p:nvSpPr>
        <p:spPr>
          <a:xfrm>
            <a:off x="3568337" y="2936824"/>
            <a:ext cx="1347513" cy="1260209"/>
          </a:xfrm>
          <a:prstGeom prst="flowChartDecision">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Normal" panose="020B0400000000000000" pitchFamily="34" charset="-128"/>
              <a:ea typeface="思源黑体 CN Normal" panose="020B0400000000000000" pitchFamily="34" charset="-128"/>
              <a:cs typeface="+mn-ea"/>
              <a:sym typeface="+mn-lt"/>
            </a:endParaRPr>
          </a:p>
        </p:txBody>
      </p:sp>
      <p:sp>
        <p:nvSpPr>
          <p:cNvPr id="17" name="文本占位符 30"/>
          <p:cNvSpPr>
            <a:spLocks noGrp="1"/>
          </p:cNvSpPr>
          <p:nvPr>
            <p:ph type="body" sz="quarter" idx="17" hasCustomPrompt="1"/>
          </p:nvPr>
        </p:nvSpPr>
        <p:spPr>
          <a:xfrm>
            <a:off x="4444757" y="2117359"/>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8" hasCustomPrompt="1"/>
          </p:nvPr>
        </p:nvSpPr>
        <p:spPr>
          <a:xfrm>
            <a:off x="4444757" y="1681039"/>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19" name="文本占位符 30"/>
          <p:cNvSpPr>
            <a:spLocks noGrp="1"/>
          </p:cNvSpPr>
          <p:nvPr>
            <p:ph type="body" sz="quarter" idx="19" hasCustomPrompt="1"/>
          </p:nvPr>
        </p:nvSpPr>
        <p:spPr>
          <a:xfrm>
            <a:off x="5107366" y="3277285"/>
            <a:ext cx="642202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0" name="文本占位符 30"/>
          <p:cNvSpPr>
            <a:spLocks noGrp="1"/>
          </p:cNvSpPr>
          <p:nvPr>
            <p:ph type="body" sz="quarter" idx="20" hasCustomPrompt="1"/>
          </p:nvPr>
        </p:nvSpPr>
        <p:spPr>
          <a:xfrm>
            <a:off x="5107366" y="2840965"/>
            <a:ext cx="642202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1" name="文本占位符 30"/>
          <p:cNvSpPr>
            <a:spLocks noGrp="1"/>
          </p:cNvSpPr>
          <p:nvPr>
            <p:ph type="body" sz="quarter" idx="21" hasCustomPrompt="1"/>
          </p:nvPr>
        </p:nvSpPr>
        <p:spPr>
          <a:xfrm>
            <a:off x="5018156" y="4459314"/>
            <a:ext cx="651123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2" name="文本占位符 30"/>
          <p:cNvSpPr>
            <a:spLocks noGrp="1"/>
          </p:cNvSpPr>
          <p:nvPr>
            <p:ph type="body" sz="quarter" idx="22" hasCustomPrompt="1"/>
          </p:nvPr>
        </p:nvSpPr>
        <p:spPr>
          <a:xfrm>
            <a:off x="5018156" y="4022994"/>
            <a:ext cx="651123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3" name="文本占位符 30"/>
          <p:cNvSpPr>
            <a:spLocks noGrp="1"/>
          </p:cNvSpPr>
          <p:nvPr>
            <p:ph type="body" sz="quarter" idx="23" hasCustomPrompt="1"/>
          </p:nvPr>
        </p:nvSpPr>
        <p:spPr>
          <a:xfrm>
            <a:off x="4444757" y="5613281"/>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4" name="文本占位符 30"/>
          <p:cNvSpPr>
            <a:spLocks noGrp="1"/>
          </p:cNvSpPr>
          <p:nvPr>
            <p:ph type="body" sz="quarter" idx="24" hasCustomPrompt="1"/>
          </p:nvPr>
        </p:nvSpPr>
        <p:spPr>
          <a:xfrm>
            <a:off x="4444757" y="5176961"/>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5" name="文本占位符 30"/>
          <p:cNvSpPr>
            <a:spLocks noGrp="1"/>
          </p:cNvSpPr>
          <p:nvPr>
            <p:ph type="body" sz="quarter" idx="25" hasCustomPrompt="1"/>
          </p:nvPr>
        </p:nvSpPr>
        <p:spPr>
          <a:xfrm>
            <a:off x="1567681" y="3255024"/>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6" name="文本占位符 30"/>
          <p:cNvSpPr>
            <a:spLocks noGrp="1"/>
          </p:cNvSpPr>
          <p:nvPr>
            <p:ph type="body" sz="quarter" idx="26" hasCustomPrompt="1"/>
          </p:nvPr>
        </p:nvSpPr>
        <p:spPr>
          <a:xfrm>
            <a:off x="3043396" y="2534774"/>
            <a:ext cx="928824" cy="47297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20%</a:t>
            </a:r>
            <a:endParaRPr kumimoji="1" lang="zh-CN" altLang="en-US" dirty="0"/>
          </a:p>
        </p:txBody>
      </p:sp>
      <p:sp>
        <p:nvSpPr>
          <p:cNvPr id="27" name="文本占位符 30"/>
          <p:cNvSpPr>
            <a:spLocks noGrp="1"/>
          </p:cNvSpPr>
          <p:nvPr>
            <p:ph type="body" sz="quarter" idx="27" hasCustomPrompt="1"/>
          </p:nvPr>
        </p:nvSpPr>
        <p:spPr>
          <a:xfrm>
            <a:off x="2934754" y="4305226"/>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8" name="文本占位符 30"/>
          <p:cNvSpPr>
            <a:spLocks noGrp="1"/>
          </p:cNvSpPr>
          <p:nvPr>
            <p:ph type="body" sz="quarter" idx="28" hasCustomPrompt="1"/>
          </p:nvPr>
        </p:nvSpPr>
        <p:spPr>
          <a:xfrm>
            <a:off x="3815128" y="3356524"/>
            <a:ext cx="832890" cy="44820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a:t>
            </a:r>
            <a:endParaRPr kumimoji="1" lang="zh-CN" altLang="en-US" dirty="0"/>
          </a:p>
        </p:txBody>
      </p:sp>
      <p:sp>
        <p:nvSpPr>
          <p:cNvPr id="3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架构图">
    <p:spTree>
      <p:nvGrpSpPr>
        <p:cNvPr id="1" name=""/>
        <p:cNvGrpSpPr/>
        <p:nvPr/>
      </p:nvGrpSpPr>
      <p:grpSpPr>
        <a:xfrm>
          <a:off x="0" y="0"/>
          <a:ext cx="0" cy="0"/>
          <a:chOff x="0" y="0"/>
          <a:chExt cx="0" cy="0"/>
        </a:xfrm>
      </p:grpSpPr>
      <p:grpSp>
        <p:nvGrpSpPr>
          <p:cNvPr id="6" name="组合 5"/>
          <p:cNvGrpSpPr/>
          <p:nvPr userDrawn="1"/>
        </p:nvGrpSpPr>
        <p:grpSpPr>
          <a:xfrm>
            <a:off x="694065" y="1486176"/>
            <a:ext cx="7776271" cy="4953786"/>
            <a:chOff x="582929" y="1006660"/>
            <a:chExt cx="8506284" cy="5418836"/>
          </a:xfrm>
        </p:grpSpPr>
        <p:sp>
          <p:nvSpPr>
            <p:cNvPr id="7" name="剪去单角的矩形 6"/>
            <p:cNvSpPr/>
            <p:nvPr/>
          </p:nvSpPr>
          <p:spPr>
            <a:xfrm>
              <a:off x="582929" y="5950356"/>
              <a:ext cx="8506284" cy="47514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0" name="剪去单角的矩形 9"/>
            <p:cNvSpPr/>
            <p:nvPr/>
          </p:nvSpPr>
          <p:spPr>
            <a:xfrm>
              <a:off x="582930" y="1006660"/>
              <a:ext cx="8506283" cy="2000880"/>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2" name="文本框 11"/>
            <p:cNvSpPr txBox="1"/>
            <p:nvPr/>
          </p:nvSpPr>
          <p:spPr>
            <a:xfrm>
              <a:off x="3870325" y="1071205"/>
              <a:ext cx="1708150" cy="336670"/>
            </a:xfrm>
            <a:prstGeom prst="rect">
              <a:avLst/>
            </a:prstGeom>
            <a:noFill/>
          </p:spPr>
          <p:txBody>
            <a:bodyPr wrap="square" rtlCol="0">
              <a:spAutoFit/>
            </a:bodyPr>
            <a:lstStyle/>
            <a:p>
              <a:pPr lvl="0" algn="ctr"/>
              <a:r>
                <a:rPr lang="zh-CN" altLang="en-US" sz="1400" dirty="0">
                  <a:solidFill>
                    <a:srgbClr val="383736"/>
                  </a:solidFill>
                  <a:latin typeface="思源黑体 CN Normal" panose="020B0400000000000000" pitchFamily="34" charset="-128"/>
                  <a:ea typeface="思源黑体 CN Normal" panose="020B0400000000000000" pitchFamily="34" charset="-128"/>
                  <a:sym typeface="+mn-ea"/>
                </a:rPr>
                <a:t>运维门户</a:t>
              </a:r>
            </a:p>
          </p:txBody>
        </p:sp>
        <p:grpSp>
          <p:nvGrpSpPr>
            <p:cNvPr id="13" name="组合 12"/>
            <p:cNvGrpSpPr/>
            <p:nvPr/>
          </p:nvGrpSpPr>
          <p:grpSpPr>
            <a:xfrm>
              <a:off x="684805" y="1524635"/>
              <a:ext cx="1297941" cy="1348105"/>
              <a:chOff x="684805" y="1524635"/>
              <a:chExt cx="1297941" cy="1348105"/>
            </a:xfrm>
          </p:grpSpPr>
          <p:sp>
            <p:nvSpPr>
              <p:cNvPr id="93" name="剪去单角的矩形 9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94" name="组合 93"/>
              <p:cNvGrpSpPr/>
              <p:nvPr/>
            </p:nvGrpSpPr>
            <p:grpSpPr>
              <a:xfrm>
                <a:off x="783105" y="1586698"/>
                <a:ext cx="1095997" cy="1178568"/>
                <a:chOff x="2218" y="2391"/>
                <a:chExt cx="1688" cy="2383"/>
              </a:xfrm>
            </p:grpSpPr>
            <p:sp>
              <p:nvSpPr>
                <p:cNvPr id="95" name="矩形 9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96" name="文本框 95"/>
                <p:cNvSpPr txBox="1"/>
                <p:nvPr userDrawn="1"/>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97" name="矩形 9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98" name="矩形 9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14" name="组合 13"/>
            <p:cNvGrpSpPr/>
            <p:nvPr/>
          </p:nvGrpSpPr>
          <p:grpSpPr>
            <a:xfrm>
              <a:off x="582929" y="3372920"/>
              <a:ext cx="8506284" cy="373202"/>
              <a:chOff x="582929" y="3338195"/>
              <a:chExt cx="8506284" cy="373202"/>
            </a:xfrm>
          </p:grpSpPr>
          <p:sp>
            <p:nvSpPr>
              <p:cNvPr id="91" name="剪去单角的矩形 90"/>
              <p:cNvSpPr/>
              <p:nvPr/>
            </p:nvSpPr>
            <p:spPr>
              <a:xfrm>
                <a:off x="582929" y="3338195"/>
                <a:ext cx="8506284" cy="373202"/>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92" name="文本框 91"/>
              <p:cNvSpPr txBox="1"/>
              <p:nvPr/>
            </p:nvSpPr>
            <p:spPr>
              <a:xfrm>
                <a:off x="3195274" y="3382266"/>
                <a:ext cx="3295650"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服务平台</a:t>
                </a:r>
              </a:p>
            </p:txBody>
          </p:sp>
        </p:grpSp>
        <p:grpSp>
          <p:nvGrpSpPr>
            <p:cNvPr id="15" name="组合 14"/>
            <p:cNvGrpSpPr/>
            <p:nvPr/>
          </p:nvGrpSpPr>
          <p:grpSpPr>
            <a:xfrm>
              <a:off x="586209" y="3870840"/>
              <a:ext cx="4201455" cy="701260"/>
              <a:chOff x="586209" y="3836115"/>
              <a:chExt cx="4201455" cy="701260"/>
            </a:xfrm>
          </p:grpSpPr>
          <p:sp>
            <p:nvSpPr>
              <p:cNvPr id="85" name="剪去单角的矩形 84"/>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86" name="文本框 85"/>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87" name="矩形 86"/>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080"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88" name="矩形 87"/>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89" name="矩形 88"/>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90" name="矩形 89"/>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16" name="组合 15"/>
            <p:cNvGrpSpPr/>
            <p:nvPr/>
          </p:nvGrpSpPr>
          <p:grpSpPr>
            <a:xfrm>
              <a:off x="586210" y="4724465"/>
              <a:ext cx="3549312" cy="1074183"/>
              <a:chOff x="586210" y="4724465"/>
              <a:chExt cx="3549312" cy="1074183"/>
            </a:xfrm>
          </p:grpSpPr>
          <p:sp>
            <p:nvSpPr>
              <p:cNvPr id="77" name="剪去单角的矩形 76"/>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78" name="文本框 77"/>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79" name="矩形 78"/>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80" name="矩形 79"/>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81" name="矩形 80"/>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82" name="矩形 81"/>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83" name="矩形 82"/>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84" name="矩形 83"/>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sp>
          <p:nvSpPr>
            <p:cNvPr id="17" name="圆柱体 304"/>
            <p:cNvSpPr/>
            <p:nvPr/>
          </p:nvSpPr>
          <p:spPr>
            <a:xfrm>
              <a:off x="4345215" y="4926750"/>
              <a:ext cx="976630" cy="730250"/>
            </a:xfrm>
            <a:prstGeom prst="can">
              <a:avLst/>
            </a:prstGeom>
            <a:solidFill>
              <a:srgbClr val="4FBA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b="1" dirty="0">
                  <a:solidFill>
                    <a:schemeClr val="bg1"/>
                  </a:solidFill>
                  <a:latin typeface="思源黑体 CN Normal" panose="020B0400000000000000" pitchFamily="34" charset="-128"/>
                  <a:ea typeface="思源黑体 CN Normal" panose="020B0400000000000000" pitchFamily="34" charset="-128"/>
                </a:rPr>
                <a:t>配置管理库</a:t>
              </a:r>
              <a:r>
                <a:rPr lang="en-US" altLang="zh-CN" sz="800" b="1" dirty="0">
                  <a:solidFill>
                    <a:schemeClr val="bg1"/>
                  </a:solidFill>
                  <a:latin typeface="思源黑体 CN Normal" panose="020B0400000000000000" pitchFamily="34" charset="-128"/>
                  <a:ea typeface="思源黑体 CN Normal" panose="020B0400000000000000" pitchFamily="34" charset="-128"/>
                </a:rPr>
                <a:t>AMDB</a:t>
              </a:r>
            </a:p>
          </p:txBody>
        </p:sp>
        <p:sp>
          <p:nvSpPr>
            <p:cNvPr id="18" name="矩形 17"/>
            <p:cNvSpPr/>
            <p:nvPr/>
          </p:nvSpPr>
          <p:spPr>
            <a:xfrm>
              <a:off x="69954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网络设备</a:t>
              </a:r>
            </a:p>
          </p:txBody>
        </p:sp>
        <p:sp>
          <p:nvSpPr>
            <p:cNvPr id="19" name="矩形 18"/>
            <p:cNvSpPr/>
            <p:nvPr/>
          </p:nvSpPr>
          <p:spPr>
            <a:xfrm>
              <a:off x="2403519"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a:t>
              </a:r>
            </a:p>
          </p:txBody>
        </p:sp>
        <p:sp>
          <p:nvSpPr>
            <p:cNvPr id="20" name="矩形 19"/>
            <p:cNvSpPr/>
            <p:nvPr/>
          </p:nvSpPr>
          <p:spPr>
            <a:xfrm>
              <a:off x="408300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数据库</a:t>
              </a:r>
            </a:p>
          </p:txBody>
        </p:sp>
        <p:sp>
          <p:nvSpPr>
            <p:cNvPr id="21" name="矩形 20"/>
            <p:cNvSpPr/>
            <p:nvPr/>
          </p:nvSpPr>
          <p:spPr>
            <a:xfrm>
              <a:off x="5762489" y="6050090"/>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中间件</a:t>
              </a:r>
            </a:p>
          </p:txBody>
        </p:sp>
        <p:sp>
          <p:nvSpPr>
            <p:cNvPr id="22" name="矩形 21"/>
            <p:cNvSpPr/>
            <p:nvPr/>
          </p:nvSpPr>
          <p:spPr>
            <a:xfrm>
              <a:off x="7450138"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a:t>
              </a:r>
            </a:p>
          </p:txBody>
        </p:sp>
        <p:sp>
          <p:nvSpPr>
            <p:cNvPr id="23" name="箭头: 上 4"/>
            <p:cNvSpPr/>
            <p:nvPr/>
          </p:nvSpPr>
          <p:spPr>
            <a:xfrm>
              <a:off x="2215007"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4" name="箭头: 上 4"/>
            <p:cNvSpPr/>
            <p:nvPr/>
          </p:nvSpPr>
          <p:spPr>
            <a:xfrm>
              <a:off x="4726051"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5" name="箭头: 上 4"/>
            <p:cNvSpPr/>
            <p:nvPr/>
          </p:nvSpPr>
          <p:spPr>
            <a:xfrm>
              <a:off x="7284339"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grpSp>
          <p:nvGrpSpPr>
            <p:cNvPr id="26" name="组合 25"/>
            <p:cNvGrpSpPr/>
            <p:nvPr/>
          </p:nvGrpSpPr>
          <p:grpSpPr>
            <a:xfrm>
              <a:off x="2083274" y="1522730"/>
              <a:ext cx="1297941" cy="1348105"/>
              <a:chOff x="684805" y="1524635"/>
              <a:chExt cx="1297941" cy="1348105"/>
            </a:xfrm>
          </p:grpSpPr>
          <p:sp>
            <p:nvSpPr>
              <p:cNvPr id="71" name="剪去单角的矩形 70"/>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72" name="组合 71"/>
              <p:cNvGrpSpPr/>
              <p:nvPr/>
            </p:nvGrpSpPr>
            <p:grpSpPr>
              <a:xfrm>
                <a:off x="803883" y="1586697"/>
                <a:ext cx="1095997" cy="1178567"/>
                <a:chOff x="2250" y="2391"/>
                <a:chExt cx="1688" cy="2383"/>
              </a:xfrm>
            </p:grpSpPr>
            <p:sp>
              <p:nvSpPr>
                <p:cNvPr id="73" name="矩形 72"/>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74" name="文本框 73"/>
                <p:cNvSpPr txBox="1"/>
                <p:nvPr/>
              </p:nvSpPr>
              <p:spPr>
                <a:xfrm>
                  <a:off x="2250"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75" name="矩形 74"/>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6" name="矩形 75"/>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7" name="组合 26"/>
            <p:cNvGrpSpPr/>
            <p:nvPr/>
          </p:nvGrpSpPr>
          <p:grpSpPr>
            <a:xfrm>
              <a:off x="3489724" y="1514587"/>
              <a:ext cx="1297941" cy="1348105"/>
              <a:chOff x="684805" y="1524635"/>
              <a:chExt cx="1297941" cy="1348105"/>
            </a:xfrm>
          </p:grpSpPr>
          <p:sp>
            <p:nvSpPr>
              <p:cNvPr id="65" name="剪去单角的矩形 64"/>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6" name="组合 65"/>
              <p:cNvGrpSpPr/>
              <p:nvPr/>
            </p:nvGrpSpPr>
            <p:grpSpPr>
              <a:xfrm>
                <a:off x="783105" y="1586697"/>
                <a:ext cx="1095997" cy="1178567"/>
                <a:chOff x="2218" y="2391"/>
                <a:chExt cx="1688" cy="2383"/>
              </a:xfrm>
            </p:grpSpPr>
            <p:sp>
              <p:nvSpPr>
                <p:cNvPr id="67" name="矩形 66"/>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8" name="文本框 67"/>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9" name="矩形 68"/>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0" name="矩形 69"/>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8" name="组合 27"/>
            <p:cNvGrpSpPr/>
            <p:nvPr/>
          </p:nvGrpSpPr>
          <p:grpSpPr>
            <a:xfrm>
              <a:off x="4889275" y="1514587"/>
              <a:ext cx="1297941" cy="1348105"/>
              <a:chOff x="684805" y="1524635"/>
              <a:chExt cx="1297941" cy="1348105"/>
            </a:xfrm>
          </p:grpSpPr>
          <p:sp>
            <p:nvSpPr>
              <p:cNvPr id="59" name="剪去单角的矩形 58"/>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0" name="组合 59"/>
              <p:cNvGrpSpPr/>
              <p:nvPr/>
            </p:nvGrpSpPr>
            <p:grpSpPr>
              <a:xfrm>
                <a:off x="772716" y="1586697"/>
                <a:ext cx="1095997" cy="1178567"/>
                <a:chOff x="2202" y="2391"/>
                <a:chExt cx="1688" cy="2383"/>
              </a:xfrm>
            </p:grpSpPr>
            <p:sp>
              <p:nvSpPr>
                <p:cNvPr id="61" name="矩形 60"/>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2" name="文本框 61"/>
                <p:cNvSpPr txBox="1"/>
                <p:nvPr/>
              </p:nvSpPr>
              <p:spPr>
                <a:xfrm>
                  <a:off x="2202"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3" name="矩形 62"/>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64" name="矩形 63"/>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9" name="组合 28"/>
            <p:cNvGrpSpPr/>
            <p:nvPr/>
          </p:nvGrpSpPr>
          <p:grpSpPr>
            <a:xfrm>
              <a:off x="6295996" y="1514587"/>
              <a:ext cx="1297941" cy="1348105"/>
              <a:chOff x="684805" y="1524635"/>
              <a:chExt cx="1297941" cy="1348105"/>
            </a:xfrm>
          </p:grpSpPr>
          <p:sp>
            <p:nvSpPr>
              <p:cNvPr id="53" name="剪去单角的矩形 5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54" name="组合 53"/>
              <p:cNvGrpSpPr/>
              <p:nvPr/>
            </p:nvGrpSpPr>
            <p:grpSpPr>
              <a:xfrm>
                <a:off x="793494" y="1586697"/>
                <a:ext cx="1095997" cy="1178567"/>
                <a:chOff x="2234" y="2391"/>
                <a:chExt cx="1688" cy="2383"/>
              </a:xfrm>
            </p:grpSpPr>
            <p:sp>
              <p:nvSpPr>
                <p:cNvPr id="55" name="矩形 5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6" name="文本框 55"/>
                <p:cNvSpPr txBox="1"/>
                <p:nvPr/>
              </p:nvSpPr>
              <p:spPr>
                <a:xfrm>
                  <a:off x="2234"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7" name="矩形 5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8" name="矩形 5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0" name="组合 29"/>
            <p:cNvGrpSpPr/>
            <p:nvPr/>
          </p:nvGrpSpPr>
          <p:grpSpPr>
            <a:xfrm>
              <a:off x="7693163" y="1514587"/>
              <a:ext cx="1297941" cy="1348105"/>
              <a:chOff x="684805" y="1524635"/>
              <a:chExt cx="1297941" cy="1348105"/>
            </a:xfrm>
          </p:grpSpPr>
          <p:sp>
            <p:nvSpPr>
              <p:cNvPr id="47" name="剪去单角的矩形 46"/>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48" name="组合 47"/>
              <p:cNvGrpSpPr/>
              <p:nvPr/>
            </p:nvGrpSpPr>
            <p:grpSpPr>
              <a:xfrm>
                <a:off x="783105" y="1586697"/>
                <a:ext cx="1095997" cy="1178567"/>
                <a:chOff x="2218" y="2391"/>
                <a:chExt cx="1688" cy="2383"/>
              </a:xfrm>
            </p:grpSpPr>
            <p:sp>
              <p:nvSpPr>
                <p:cNvPr id="49" name="矩形 48"/>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0" name="文本框 49"/>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1" name="矩形 50"/>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2" name="矩形 51"/>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1" name="组合 30"/>
            <p:cNvGrpSpPr/>
            <p:nvPr/>
          </p:nvGrpSpPr>
          <p:grpSpPr>
            <a:xfrm>
              <a:off x="4883758" y="3870840"/>
              <a:ext cx="4201455" cy="701260"/>
              <a:chOff x="586209" y="3836115"/>
              <a:chExt cx="4201455" cy="701260"/>
            </a:xfrm>
          </p:grpSpPr>
          <p:sp>
            <p:nvSpPr>
              <p:cNvPr id="41" name="剪去单角的矩形 40"/>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42" name="文本框 41"/>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43" name="矩形 42"/>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4" name="矩形 43"/>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45" name="矩形 44"/>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6" name="矩形 45"/>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32" name="组合 31"/>
            <p:cNvGrpSpPr/>
            <p:nvPr/>
          </p:nvGrpSpPr>
          <p:grpSpPr>
            <a:xfrm>
              <a:off x="5534612" y="4714632"/>
              <a:ext cx="3549312" cy="1074183"/>
              <a:chOff x="586210" y="4724465"/>
              <a:chExt cx="3549312" cy="1074183"/>
            </a:xfrm>
          </p:grpSpPr>
          <p:sp>
            <p:nvSpPr>
              <p:cNvPr id="33" name="剪去单角的矩形 32"/>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34" name="文本框 33"/>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35" name="矩形 34"/>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36" name="矩形 35"/>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37" name="矩形 36"/>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38" name="矩形 37"/>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39" name="矩形 38"/>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40" name="矩形 39"/>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grpSp>
      <p:sp>
        <p:nvSpPr>
          <p:cNvPr id="102" name="文本占位符 30"/>
          <p:cNvSpPr>
            <a:spLocks noGrp="1"/>
          </p:cNvSpPr>
          <p:nvPr>
            <p:ph type="body" sz="quarter" idx="15" hasCustomPrompt="1"/>
          </p:nvPr>
        </p:nvSpPr>
        <p:spPr>
          <a:xfrm>
            <a:off x="8878322" y="1900469"/>
            <a:ext cx="2739914" cy="4425604"/>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103" name="文本占位符 30"/>
          <p:cNvSpPr>
            <a:spLocks noGrp="1"/>
          </p:cNvSpPr>
          <p:nvPr>
            <p:ph type="body" sz="quarter" idx="16" hasCustomPrompt="1"/>
          </p:nvPr>
        </p:nvSpPr>
        <p:spPr>
          <a:xfrm>
            <a:off x="8878321" y="1486176"/>
            <a:ext cx="273991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架构图">
    <p:spTree>
      <p:nvGrpSpPr>
        <p:cNvPr id="1" name=""/>
        <p:cNvGrpSpPr/>
        <p:nvPr/>
      </p:nvGrpSpPr>
      <p:grpSpPr>
        <a:xfrm>
          <a:off x="0" y="0"/>
          <a:ext cx="0" cy="0"/>
          <a:chOff x="0" y="0"/>
          <a:chExt cx="0" cy="0"/>
        </a:xfrm>
      </p:grpSpPr>
      <p:grpSp>
        <p:nvGrpSpPr>
          <p:cNvPr id="101" name="组合 100"/>
          <p:cNvGrpSpPr/>
          <p:nvPr userDrawn="1"/>
        </p:nvGrpSpPr>
        <p:grpSpPr>
          <a:xfrm>
            <a:off x="659433" y="1382650"/>
            <a:ext cx="6832314" cy="4932207"/>
            <a:chOff x="623570" y="1334135"/>
            <a:chExt cx="7111365" cy="4547235"/>
          </a:xfrm>
        </p:grpSpPr>
        <p:grpSp>
          <p:nvGrpSpPr>
            <p:cNvPr id="102" name="组合 101"/>
            <p:cNvGrpSpPr/>
            <p:nvPr/>
          </p:nvGrpSpPr>
          <p:grpSpPr>
            <a:xfrm>
              <a:off x="656590" y="2640330"/>
              <a:ext cx="6176010" cy="2061210"/>
              <a:chOff x="1103" y="4144"/>
              <a:chExt cx="9726" cy="3246"/>
            </a:xfrm>
          </p:grpSpPr>
          <p:sp>
            <p:nvSpPr>
              <p:cNvPr id="128" name="剪去单角的矩形 127"/>
              <p:cNvSpPr/>
              <p:nvPr/>
            </p:nvSpPr>
            <p:spPr>
              <a:xfrm>
                <a:off x="1103" y="4144"/>
                <a:ext cx="9726" cy="3246"/>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剪去单角的矩形 128"/>
              <p:cNvSpPr/>
              <p:nvPr/>
            </p:nvSpPr>
            <p:spPr>
              <a:xfrm>
                <a:off x="1324" y="4456"/>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35" y="4967"/>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1" name="矩形 130"/>
              <p:cNvSpPr/>
              <p:nvPr/>
            </p:nvSpPr>
            <p:spPr>
              <a:xfrm>
                <a:off x="1535"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2" name="矩形 131"/>
              <p:cNvSpPr/>
              <p:nvPr/>
            </p:nvSpPr>
            <p:spPr>
              <a:xfrm>
                <a:off x="2537"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3" name="矩形 132"/>
              <p:cNvSpPr/>
              <p:nvPr/>
            </p:nvSpPr>
            <p:spPr>
              <a:xfrm>
                <a:off x="3539"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4" name="矩形 133"/>
              <p:cNvSpPr/>
              <p:nvPr/>
            </p:nvSpPr>
            <p:spPr>
              <a:xfrm>
                <a:off x="1535"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5" name="矩形 134"/>
              <p:cNvSpPr/>
              <p:nvPr/>
            </p:nvSpPr>
            <p:spPr>
              <a:xfrm>
                <a:off x="2537"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6" name="矩形 135"/>
              <p:cNvSpPr/>
              <p:nvPr/>
            </p:nvSpPr>
            <p:spPr>
              <a:xfrm>
                <a:off x="3539"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7" name="矩形 136"/>
              <p:cNvSpPr/>
              <p:nvPr/>
            </p:nvSpPr>
            <p:spPr>
              <a:xfrm>
                <a:off x="1535"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8" name="矩形 137"/>
              <p:cNvSpPr/>
              <p:nvPr/>
            </p:nvSpPr>
            <p:spPr>
              <a:xfrm>
                <a:off x="2537"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9" name="矩形 138"/>
              <p:cNvSpPr/>
              <p:nvPr/>
            </p:nvSpPr>
            <p:spPr>
              <a:xfrm>
                <a:off x="3539"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0" name="Rectangle 3"/>
              <p:cNvSpPr txBox="1">
                <a:spLocks noChangeArrowheads="1"/>
              </p:cNvSpPr>
              <p:nvPr/>
            </p:nvSpPr>
            <p:spPr bwMode="auto">
              <a:xfrm>
                <a:off x="1535" y="4516"/>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41" name="剪去单角的矩形 140"/>
              <p:cNvSpPr/>
              <p:nvPr/>
            </p:nvSpPr>
            <p:spPr>
              <a:xfrm>
                <a:off x="4793" y="4459"/>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4" y="4970"/>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3" name="矩形 142"/>
              <p:cNvSpPr/>
              <p:nvPr/>
            </p:nvSpPr>
            <p:spPr>
              <a:xfrm>
                <a:off x="5004"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4" name="矩形 143"/>
              <p:cNvSpPr/>
              <p:nvPr/>
            </p:nvSpPr>
            <p:spPr>
              <a:xfrm>
                <a:off x="6006"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5" name="矩形 144"/>
              <p:cNvSpPr/>
              <p:nvPr/>
            </p:nvSpPr>
            <p:spPr>
              <a:xfrm>
                <a:off x="7008"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6" name="矩形 145"/>
              <p:cNvSpPr/>
              <p:nvPr/>
            </p:nvSpPr>
            <p:spPr>
              <a:xfrm>
                <a:off x="5004"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7" name="矩形 146"/>
              <p:cNvSpPr/>
              <p:nvPr/>
            </p:nvSpPr>
            <p:spPr>
              <a:xfrm>
                <a:off x="6006"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8" name="矩形 147"/>
              <p:cNvSpPr/>
              <p:nvPr/>
            </p:nvSpPr>
            <p:spPr>
              <a:xfrm>
                <a:off x="7008"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9" name="矩形 148"/>
              <p:cNvSpPr/>
              <p:nvPr/>
            </p:nvSpPr>
            <p:spPr>
              <a:xfrm>
                <a:off x="5004"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0" name="矩形 149"/>
              <p:cNvSpPr/>
              <p:nvPr/>
            </p:nvSpPr>
            <p:spPr>
              <a:xfrm>
                <a:off x="6006"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1" name="矩形 150"/>
              <p:cNvSpPr/>
              <p:nvPr/>
            </p:nvSpPr>
            <p:spPr>
              <a:xfrm>
                <a:off x="7008"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2" name="Rectangle 3"/>
              <p:cNvSpPr txBox="1">
                <a:spLocks noChangeArrowheads="1"/>
              </p:cNvSpPr>
              <p:nvPr/>
            </p:nvSpPr>
            <p:spPr bwMode="auto">
              <a:xfrm>
                <a:off x="5004" y="4519"/>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53" name="剪去单角的矩形 152"/>
              <p:cNvSpPr/>
              <p:nvPr/>
            </p:nvSpPr>
            <p:spPr>
              <a:xfrm>
                <a:off x="8262" y="4459"/>
                <a:ext cx="235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8473" y="4970"/>
                <a:ext cx="1940"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5" name="矩形 154"/>
              <p:cNvSpPr/>
              <p:nvPr/>
            </p:nvSpPr>
            <p:spPr>
              <a:xfrm>
                <a:off x="8473"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6" name="矩形 155"/>
              <p:cNvSpPr/>
              <p:nvPr/>
            </p:nvSpPr>
            <p:spPr>
              <a:xfrm>
                <a:off x="9475"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7" name="矩形 156"/>
              <p:cNvSpPr/>
              <p:nvPr/>
            </p:nvSpPr>
            <p:spPr>
              <a:xfrm>
                <a:off x="8473"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8" name="矩形 157"/>
              <p:cNvSpPr/>
              <p:nvPr/>
            </p:nvSpPr>
            <p:spPr>
              <a:xfrm>
                <a:off x="9475"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9" name="矩形 158"/>
              <p:cNvSpPr/>
              <p:nvPr/>
            </p:nvSpPr>
            <p:spPr>
              <a:xfrm>
                <a:off x="8473"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0" name="矩形 159"/>
              <p:cNvSpPr/>
              <p:nvPr/>
            </p:nvSpPr>
            <p:spPr>
              <a:xfrm>
                <a:off x="9475"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1" name="Rectangle 3"/>
              <p:cNvSpPr txBox="1">
                <a:spLocks noChangeArrowheads="1"/>
              </p:cNvSpPr>
              <p:nvPr/>
            </p:nvSpPr>
            <p:spPr bwMode="auto">
              <a:xfrm>
                <a:off x="8473" y="4519"/>
                <a:ext cx="1940"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grpSp>
        <p:grpSp>
          <p:nvGrpSpPr>
            <p:cNvPr id="103" name="组合 102"/>
            <p:cNvGrpSpPr/>
            <p:nvPr/>
          </p:nvGrpSpPr>
          <p:grpSpPr>
            <a:xfrm>
              <a:off x="623570" y="1334135"/>
              <a:ext cx="6184265" cy="692785"/>
              <a:chOff x="1090" y="2519"/>
              <a:chExt cx="9739" cy="1091"/>
            </a:xfrm>
          </p:grpSpPr>
          <p:sp>
            <p:nvSpPr>
              <p:cNvPr id="122" name="剪去单角的矩形 121"/>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矩形 122"/>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4" name="矩形 123"/>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25" name="矩形 124"/>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6" name="矩形 125"/>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7" name="矩形 126"/>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4" name="组合 103"/>
            <p:cNvGrpSpPr/>
            <p:nvPr/>
          </p:nvGrpSpPr>
          <p:grpSpPr>
            <a:xfrm>
              <a:off x="623570" y="5188585"/>
              <a:ext cx="6184265" cy="692150"/>
              <a:chOff x="1090" y="2519"/>
              <a:chExt cx="9739" cy="1090"/>
            </a:xfrm>
          </p:grpSpPr>
          <p:sp>
            <p:nvSpPr>
              <p:cNvPr id="116" name="剪去单角的矩形 115"/>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8" name="矩形 117"/>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19" name="矩形 118"/>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0" name="矩形 119"/>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1" name="矩形 120"/>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5" name="组合 104"/>
            <p:cNvGrpSpPr/>
            <p:nvPr/>
          </p:nvGrpSpPr>
          <p:grpSpPr>
            <a:xfrm>
              <a:off x="7006590" y="1334135"/>
              <a:ext cx="728345" cy="4547235"/>
              <a:chOff x="11211" y="2519"/>
              <a:chExt cx="1147" cy="7161"/>
            </a:xfrm>
          </p:grpSpPr>
          <p:sp>
            <p:nvSpPr>
              <p:cNvPr id="106" name="剪去单角的矩形 105"/>
              <p:cNvSpPr/>
              <p:nvPr/>
            </p:nvSpPr>
            <p:spPr>
              <a:xfrm>
                <a:off x="11211" y="2695"/>
                <a:ext cx="1147" cy="6985"/>
              </a:xfrm>
              <a:prstGeom prst="snip1Rect">
                <a:avLst>
                  <a:gd name="adj" fmla="val 4639"/>
                </a:avLst>
              </a:prstGeom>
              <a:solidFill>
                <a:srgbClr val="FFFFFF"/>
              </a:solidFill>
              <a:ln>
                <a:solidFill>
                  <a:srgbClr val="D8D8D8"/>
                </a:solidFill>
              </a:ln>
              <a:effectLst>
                <a:outerShdw blurRad="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1211"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08" name="矩形 107"/>
              <p:cNvSpPr/>
              <p:nvPr/>
            </p:nvSpPr>
            <p:spPr>
              <a:xfrm>
                <a:off x="11335" y="319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09" name="矩形 108"/>
              <p:cNvSpPr/>
              <p:nvPr/>
            </p:nvSpPr>
            <p:spPr>
              <a:xfrm>
                <a:off x="11335" y="404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0" name="矩形 109"/>
              <p:cNvSpPr/>
              <p:nvPr/>
            </p:nvSpPr>
            <p:spPr>
              <a:xfrm>
                <a:off x="11335" y="488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1" name="矩形 110"/>
              <p:cNvSpPr/>
              <p:nvPr/>
            </p:nvSpPr>
            <p:spPr>
              <a:xfrm>
                <a:off x="11335" y="657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2" name="矩形 111"/>
              <p:cNvSpPr/>
              <p:nvPr/>
            </p:nvSpPr>
            <p:spPr>
              <a:xfrm>
                <a:off x="11335" y="742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3" name="矩形 112"/>
              <p:cNvSpPr/>
              <p:nvPr/>
            </p:nvSpPr>
            <p:spPr>
              <a:xfrm>
                <a:off x="11335" y="573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4" name="矩形 113"/>
              <p:cNvSpPr/>
              <p:nvPr/>
            </p:nvSpPr>
            <p:spPr>
              <a:xfrm>
                <a:off x="11335" y="826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5" name="矩形 114"/>
              <p:cNvSpPr/>
              <p:nvPr/>
            </p:nvSpPr>
            <p:spPr>
              <a:xfrm>
                <a:off x="11335" y="911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sp>
        <p:nvSpPr>
          <p:cNvPr id="67" name="文本占位符 30"/>
          <p:cNvSpPr>
            <a:spLocks noGrp="1"/>
          </p:cNvSpPr>
          <p:nvPr>
            <p:ph type="body" sz="quarter" idx="15" hasCustomPrompt="1"/>
          </p:nvPr>
        </p:nvSpPr>
        <p:spPr>
          <a:xfrm>
            <a:off x="7903712" y="1959552"/>
            <a:ext cx="3628855" cy="4248548"/>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68" name="文本占位符 30"/>
          <p:cNvSpPr>
            <a:spLocks noGrp="1"/>
          </p:cNvSpPr>
          <p:nvPr>
            <p:ph type="body" sz="quarter" idx="16" hasCustomPrompt="1"/>
          </p:nvPr>
        </p:nvSpPr>
        <p:spPr>
          <a:xfrm>
            <a:off x="7903712" y="1545259"/>
            <a:ext cx="362885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7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架构图">
    <p:spTree>
      <p:nvGrpSpPr>
        <p:cNvPr id="1" name=""/>
        <p:cNvGrpSpPr/>
        <p:nvPr/>
      </p:nvGrpSpPr>
      <p:grpSpPr>
        <a:xfrm>
          <a:off x="0" y="0"/>
          <a:ext cx="0" cy="0"/>
          <a:chOff x="0" y="0"/>
          <a:chExt cx="0" cy="0"/>
        </a:xfrm>
      </p:grpSpPr>
      <p:grpSp>
        <p:nvGrpSpPr>
          <p:cNvPr id="3" name="组合 2"/>
          <p:cNvGrpSpPr/>
          <p:nvPr userDrawn="1"/>
        </p:nvGrpSpPr>
        <p:grpSpPr>
          <a:xfrm>
            <a:off x="776796" y="2608127"/>
            <a:ext cx="10670847" cy="3811445"/>
            <a:chOff x="776796" y="2608127"/>
            <a:chExt cx="10670847" cy="3811445"/>
          </a:xfrm>
        </p:grpSpPr>
        <p:sp>
          <p:nvSpPr>
            <p:cNvPr id="4" name="剪去单角的矩形 3"/>
            <p:cNvSpPr/>
            <p:nvPr/>
          </p:nvSpPr>
          <p:spPr>
            <a:xfrm>
              <a:off x="776796" y="2625908"/>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rot="5400000">
              <a:off x="708534" y="3318494"/>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6" name="组合 5"/>
            <p:cNvGrpSpPr/>
            <p:nvPr/>
          </p:nvGrpSpPr>
          <p:grpSpPr>
            <a:xfrm>
              <a:off x="1409891" y="2625908"/>
              <a:ext cx="3218180" cy="1668781"/>
              <a:chOff x="1230630" y="1313815"/>
              <a:chExt cx="3218180" cy="1668781"/>
            </a:xfrm>
          </p:grpSpPr>
          <p:sp>
            <p:nvSpPr>
              <p:cNvPr id="61" name="剪去单角的矩形 60"/>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 name="组合 61"/>
              <p:cNvGrpSpPr/>
              <p:nvPr/>
            </p:nvGrpSpPr>
            <p:grpSpPr>
              <a:xfrm>
                <a:off x="1396174" y="1622729"/>
                <a:ext cx="2830830" cy="1026795"/>
                <a:chOff x="2247" y="2121"/>
                <a:chExt cx="4458" cy="1617"/>
              </a:xfrm>
            </p:grpSpPr>
            <p:sp>
              <p:nvSpPr>
                <p:cNvPr id="63" name="矩形 62"/>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4" name="矩形 63"/>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5" name="矩形 64"/>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66" name="文本框 65"/>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67" name="矩形 66"/>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8" name="矩形 67"/>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9" name="矩形 68"/>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7" name="组合 6"/>
            <p:cNvGrpSpPr/>
            <p:nvPr/>
          </p:nvGrpSpPr>
          <p:grpSpPr>
            <a:xfrm>
              <a:off x="4828108" y="2619929"/>
              <a:ext cx="3218180" cy="1668781"/>
              <a:chOff x="1230630" y="1313815"/>
              <a:chExt cx="3218180" cy="1668781"/>
            </a:xfrm>
          </p:grpSpPr>
          <p:sp>
            <p:nvSpPr>
              <p:cNvPr id="52" name="剪去单角的矩形 51"/>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p:cNvGrpSpPr/>
              <p:nvPr/>
            </p:nvGrpSpPr>
            <p:grpSpPr>
              <a:xfrm>
                <a:off x="1396174" y="1622729"/>
                <a:ext cx="2830830" cy="1026795"/>
                <a:chOff x="2247" y="2121"/>
                <a:chExt cx="4458" cy="1617"/>
              </a:xfrm>
            </p:grpSpPr>
            <p:sp>
              <p:nvSpPr>
                <p:cNvPr id="54" name="矩形 53"/>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5" name="矩形 54"/>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6" name="矩形 55"/>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57" name="文本框 56"/>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58" name="矩形 57"/>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9" name="矩形 58"/>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0" name="矩形 59"/>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8" name="组合 7"/>
            <p:cNvGrpSpPr/>
            <p:nvPr/>
          </p:nvGrpSpPr>
          <p:grpSpPr>
            <a:xfrm>
              <a:off x="8229463" y="2608127"/>
              <a:ext cx="3218180" cy="1668781"/>
              <a:chOff x="1230630" y="1313815"/>
              <a:chExt cx="3218180" cy="1668781"/>
            </a:xfrm>
          </p:grpSpPr>
          <p:sp>
            <p:nvSpPr>
              <p:cNvPr id="43" name="剪去单角的矩形 42"/>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4" name="组合 43"/>
              <p:cNvGrpSpPr/>
              <p:nvPr/>
            </p:nvGrpSpPr>
            <p:grpSpPr>
              <a:xfrm>
                <a:off x="1396174" y="1622729"/>
                <a:ext cx="2830830" cy="1026795"/>
                <a:chOff x="2247" y="2121"/>
                <a:chExt cx="4458" cy="1617"/>
              </a:xfrm>
            </p:grpSpPr>
            <p:sp>
              <p:nvSpPr>
                <p:cNvPr id="45" name="矩形 44"/>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6" name="矩形 45"/>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7" name="矩形 46"/>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48" name="文本框 47"/>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9" name="矩形 48"/>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0" name="矩形 49"/>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1" name="矩形 50"/>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9" name="剪去单角的矩形 8"/>
            <p:cNvSpPr/>
            <p:nvPr/>
          </p:nvSpPr>
          <p:spPr>
            <a:xfrm>
              <a:off x="776796" y="4750791"/>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rot="5400000">
              <a:off x="708534" y="5443377"/>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12" name="组合 11"/>
            <p:cNvGrpSpPr/>
            <p:nvPr/>
          </p:nvGrpSpPr>
          <p:grpSpPr>
            <a:xfrm>
              <a:off x="1409891" y="4750791"/>
              <a:ext cx="3218180" cy="1668781"/>
              <a:chOff x="1230630" y="1313815"/>
              <a:chExt cx="3218180" cy="1668781"/>
            </a:xfrm>
          </p:grpSpPr>
          <p:sp>
            <p:nvSpPr>
              <p:cNvPr id="34" name="剪去单角的矩形 33"/>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5" name="组合 34"/>
              <p:cNvGrpSpPr/>
              <p:nvPr/>
            </p:nvGrpSpPr>
            <p:grpSpPr>
              <a:xfrm>
                <a:off x="1396174" y="1622729"/>
                <a:ext cx="2830830" cy="1026795"/>
                <a:chOff x="2247" y="2121"/>
                <a:chExt cx="4458" cy="1617"/>
              </a:xfrm>
            </p:grpSpPr>
            <p:sp>
              <p:nvSpPr>
                <p:cNvPr id="36" name="矩形 35"/>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7" name="矩形 36"/>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8" name="矩形 37"/>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9" name="文本框 38"/>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0" name="矩形 39"/>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1" name="矩形 40"/>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2" name="矩形 41"/>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3" name="组合 12"/>
            <p:cNvGrpSpPr/>
            <p:nvPr/>
          </p:nvGrpSpPr>
          <p:grpSpPr>
            <a:xfrm>
              <a:off x="4828108" y="4744812"/>
              <a:ext cx="3218180" cy="1668781"/>
              <a:chOff x="1230630" y="1313815"/>
              <a:chExt cx="3218180" cy="1668781"/>
            </a:xfrm>
          </p:grpSpPr>
          <p:sp>
            <p:nvSpPr>
              <p:cNvPr id="25" name="剪去单角的矩形 24"/>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p:cNvGrpSpPr/>
              <p:nvPr/>
            </p:nvGrpSpPr>
            <p:grpSpPr>
              <a:xfrm>
                <a:off x="1396174" y="1622729"/>
                <a:ext cx="2830830" cy="1026795"/>
                <a:chOff x="2247" y="2121"/>
                <a:chExt cx="4458" cy="1617"/>
              </a:xfrm>
            </p:grpSpPr>
            <p:sp>
              <p:nvSpPr>
                <p:cNvPr id="27" name="矩形 26"/>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8" name="矩形 27"/>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9" name="矩形 28"/>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0" name="文本框 29"/>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31" name="矩形 30"/>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2" name="矩形 31"/>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3" name="矩形 32"/>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4" name="组合 13"/>
            <p:cNvGrpSpPr/>
            <p:nvPr/>
          </p:nvGrpSpPr>
          <p:grpSpPr>
            <a:xfrm>
              <a:off x="8229463" y="4733010"/>
              <a:ext cx="3218180" cy="1668781"/>
              <a:chOff x="1230630" y="1313815"/>
              <a:chExt cx="3218180" cy="1668781"/>
            </a:xfrm>
          </p:grpSpPr>
          <p:sp>
            <p:nvSpPr>
              <p:cNvPr id="16" name="剪去单角的矩形 15"/>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p:cNvGrpSpPr/>
              <p:nvPr/>
            </p:nvGrpSpPr>
            <p:grpSpPr>
              <a:xfrm>
                <a:off x="1396174" y="1622729"/>
                <a:ext cx="2830830" cy="1026795"/>
                <a:chOff x="2247" y="2121"/>
                <a:chExt cx="4458" cy="1617"/>
              </a:xfrm>
            </p:grpSpPr>
            <p:sp>
              <p:nvSpPr>
                <p:cNvPr id="18" name="矩形 17"/>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19" name="矩形 18"/>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0" name="矩形 19"/>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21" name="文本框 20"/>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22" name="矩形 21"/>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3" name="矩形 22"/>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4" name="矩形 23"/>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15" name="箭头: 上 4"/>
            <p:cNvSpPr/>
            <p:nvPr/>
          </p:nvSpPr>
          <p:spPr>
            <a:xfrm>
              <a:off x="6306514" y="4402643"/>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383736"/>
                </a:solidFill>
                <a:latin typeface="思源黑体 CN Normal" panose="020B0400000000000000" pitchFamily="34" charset="-128"/>
                <a:ea typeface="思源黑体 CN Normal" panose="020B0400000000000000" pitchFamily="34" charset="-128"/>
              </a:endParaRPr>
            </a:p>
          </p:txBody>
        </p:sp>
      </p:grpSp>
      <p:sp>
        <p:nvSpPr>
          <p:cNvPr id="72"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柱状图-2">
    <p:spTree>
      <p:nvGrpSpPr>
        <p:cNvPr id="1" name=""/>
        <p:cNvGrpSpPr/>
        <p:nvPr/>
      </p:nvGrpSpPr>
      <p:grpSpPr>
        <a:xfrm>
          <a:off x="0" y="0"/>
          <a:ext cx="0" cy="0"/>
          <a:chOff x="0" y="0"/>
          <a:chExt cx="0" cy="0"/>
        </a:xfrm>
      </p:grpSpPr>
      <p:graphicFrame>
        <p:nvGraphicFramePr>
          <p:cNvPr id="4" name="图表 3"/>
          <p:cNvGraphicFramePr/>
          <p:nvPr userDrawn="1"/>
        </p:nvGraphicFramePr>
        <p:xfrm>
          <a:off x="479805" y="2405269"/>
          <a:ext cx="5446643" cy="3796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p:nvPr userDrawn="1"/>
        </p:nvGraphicFramePr>
        <p:xfrm>
          <a:off x="6265554" y="2405269"/>
          <a:ext cx="5446643" cy="3796637"/>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柱状图-3">
    <p:spTree>
      <p:nvGrpSpPr>
        <p:cNvPr id="1" name=""/>
        <p:cNvGrpSpPr/>
        <p:nvPr/>
      </p:nvGrpSpPr>
      <p:grpSpPr>
        <a:xfrm>
          <a:off x="0" y="0"/>
          <a:ext cx="0" cy="0"/>
          <a:chOff x="0" y="0"/>
          <a:chExt cx="0" cy="0"/>
        </a:xfrm>
      </p:grpSpPr>
      <p:graphicFrame>
        <p:nvGraphicFramePr>
          <p:cNvPr id="5" name="Chart 5"/>
          <p:cNvGraphicFramePr/>
          <p:nvPr userDrawn="1"/>
        </p:nvGraphicFramePr>
        <p:xfrm>
          <a:off x="512872" y="2698327"/>
          <a:ext cx="3097120" cy="20652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15"/>
          <p:cNvGraphicFramePr/>
          <p:nvPr userDrawn="1"/>
        </p:nvGraphicFramePr>
        <p:xfrm>
          <a:off x="4376932" y="2698327"/>
          <a:ext cx="3097120" cy="20652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6"/>
          <p:cNvGraphicFramePr/>
          <p:nvPr userDrawn="1"/>
        </p:nvGraphicFramePr>
        <p:xfrm>
          <a:off x="8390686" y="2675467"/>
          <a:ext cx="3097120" cy="2065285"/>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işliḍê"/>
          <p:cNvGrpSpPr/>
          <p:nvPr userDrawn="1"/>
        </p:nvGrpSpPr>
        <p:grpSpPr>
          <a:xfrm>
            <a:off x="431114" y="4763612"/>
            <a:ext cx="3562348" cy="1357834"/>
            <a:chOff x="615059" y="4668235"/>
            <a:chExt cx="2898020" cy="1357834"/>
          </a:xfrm>
        </p:grpSpPr>
        <p:sp>
          <p:nvSpPr>
            <p:cNvPr id="10"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2"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3" name="işliḍê"/>
          <p:cNvGrpSpPr/>
          <p:nvPr userDrawn="1"/>
        </p:nvGrpSpPr>
        <p:grpSpPr>
          <a:xfrm>
            <a:off x="4144318" y="4763612"/>
            <a:ext cx="3562348" cy="1357834"/>
            <a:chOff x="615059" y="4668235"/>
            <a:chExt cx="2898020" cy="1357834"/>
          </a:xfrm>
        </p:grpSpPr>
        <p:sp>
          <p:nvSpPr>
            <p:cNvPr id="14"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5"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6" name="işliḍê"/>
          <p:cNvGrpSpPr/>
          <p:nvPr userDrawn="1"/>
        </p:nvGrpSpPr>
        <p:grpSpPr>
          <a:xfrm>
            <a:off x="8240992" y="4740752"/>
            <a:ext cx="3562348" cy="1357834"/>
            <a:chOff x="615059" y="4668235"/>
            <a:chExt cx="2898020" cy="1357834"/>
          </a:xfrm>
        </p:grpSpPr>
        <p:sp>
          <p:nvSpPr>
            <p:cNvPr id="17"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8"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down)">
                                      <p:cBhvr>
                                        <p:cTn id="7" dur="500"/>
                                        <p:tgtEl>
                                          <p:spTgt spid="5">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graphicEl>
                                              <a:chart seriesIdx="-4" categoryIdx="0" bldStep="category"/>
                                            </p:graphicEl>
                                          </p:spTgt>
                                        </p:tgtEl>
                                        <p:attrNameLst>
                                          <p:attrName>style.visibility</p:attrName>
                                        </p:attrNameLst>
                                      </p:cBhvr>
                                      <p:to>
                                        <p:strVal val="visible"/>
                                      </p:to>
                                    </p:set>
                                    <p:animEffect transition="in" filter="wipe(down)">
                                      <p:cBhvr>
                                        <p:cTn id="11" dur="500"/>
                                        <p:tgtEl>
                                          <p:spTgt spid="5">
                                            <p:graphicEl>
                                              <a:chart seriesIdx="-4" categoryIdx="0" bldStep="category"/>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
                                            <p:graphicEl>
                                              <a:chart seriesIdx="-4" categoryIdx="1" bldStep="category"/>
                                            </p:graphicEl>
                                          </p:spTgt>
                                        </p:tgtEl>
                                        <p:attrNameLst>
                                          <p:attrName>style.visibility</p:attrName>
                                        </p:attrNameLst>
                                      </p:cBhvr>
                                      <p:to>
                                        <p:strVal val="visible"/>
                                      </p:to>
                                    </p:set>
                                    <p:animEffect transition="in" filter="wipe(down)">
                                      <p:cBhvr>
                                        <p:cTn id="15" dur="500"/>
                                        <p:tgtEl>
                                          <p:spTgt spid="5">
                                            <p:graphicEl>
                                              <a:chart seriesIdx="-4" categoryIdx="1" bldStep="category"/>
                                            </p:graphic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
                                            <p:graphicEl>
                                              <a:chart seriesIdx="-4" categoryIdx="2" bldStep="category"/>
                                            </p:graphicEl>
                                          </p:spTgt>
                                        </p:tgtEl>
                                        <p:attrNameLst>
                                          <p:attrName>style.visibility</p:attrName>
                                        </p:attrNameLst>
                                      </p:cBhvr>
                                      <p:to>
                                        <p:strVal val="visible"/>
                                      </p:to>
                                    </p:set>
                                    <p:animEffect transition="in" filter="wipe(down)">
                                      <p:cBhvr>
                                        <p:cTn id="19" dur="500"/>
                                        <p:tgtEl>
                                          <p:spTgt spid="5">
                                            <p:graphicEl>
                                              <a:chart seriesIdx="-4" categoryIdx="2" bldStep="category"/>
                                            </p:graphic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5">
                                            <p:graphicEl>
                                              <a:chart seriesIdx="-4" categoryIdx="3" bldStep="category"/>
                                            </p:graphicEl>
                                          </p:spTgt>
                                        </p:tgtEl>
                                        <p:attrNameLst>
                                          <p:attrName>style.visibility</p:attrName>
                                        </p:attrNameLst>
                                      </p:cBhvr>
                                      <p:to>
                                        <p:strVal val="visible"/>
                                      </p:to>
                                    </p:set>
                                    <p:animEffect transition="in" filter="wipe(down)">
                                      <p:cBhvr>
                                        <p:cTn id="23" dur="500"/>
                                        <p:tgtEl>
                                          <p:spTgt spid="5">
                                            <p:graphicEl>
                                              <a:chart seriesIdx="-4" categoryIdx="3" bldStep="category"/>
                                            </p:graphicEl>
                                          </p:spTgt>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wipe(down)">
                                      <p:cBhvr>
                                        <p:cTn id="27" dur="500"/>
                                        <p:tgtEl>
                                          <p:spTgt spid="7">
                                            <p:graphicEl>
                                              <a:chart seriesIdx="-3" categoryIdx="-3" bldStep="gridLegend"/>
                                            </p:graphicEl>
                                          </p:spTgt>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7">
                                            <p:graphicEl>
                                              <a:chart seriesIdx="-4" categoryIdx="0" bldStep="category"/>
                                            </p:graphicEl>
                                          </p:spTgt>
                                        </p:tgtEl>
                                        <p:attrNameLst>
                                          <p:attrName>style.visibility</p:attrName>
                                        </p:attrNameLst>
                                      </p:cBhvr>
                                      <p:to>
                                        <p:strVal val="visible"/>
                                      </p:to>
                                    </p:set>
                                    <p:animEffect transition="in" filter="wipe(down)">
                                      <p:cBhvr>
                                        <p:cTn id="31" dur="500"/>
                                        <p:tgtEl>
                                          <p:spTgt spid="7">
                                            <p:graphicEl>
                                              <a:chart seriesIdx="-4" categoryIdx="0" bldStep="category"/>
                                            </p:graphicEl>
                                          </p:spTgt>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7">
                                            <p:graphicEl>
                                              <a:chart seriesIdx="-4" categoryIdx="1" bldStep="category"/>
                                            </p:graphicEl>
                                          </p:spTgt>
                                        </p:tgtEl>
                                        <p:attrNameLst>
                                          <p:attrName>style.visibility</p:attrName>
                                        </p:attrNameLst>
                                      </p:cBhvr>
                                      <p:to>
                                        <p:strVal val="visible"/>
                                      </p:to>
                                    </p:set>
                                    <p:animEffect transition="in" filter="wipe(down)">
                                      <p:cBhvr>
                                        <p:cTn id="35" dur="500"/>
                                        <p:tgtEl>
                                          <p:spTgt spid="7">
                                            <p:graphicEl>
                                              <a:chart seriesIdx="-4" categoryIdx="1" bldStep="category"/>
                                            </p:graphicEl>
                                          </p:spTgt>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7">
                                            <p:graphicEl>
                                              <a:chart seriesIdx="-4" categoryIdx="2" bldStep="category"/>
                                            </p:graphicEl>
                                          </p:spTgt>
                                        </p:tgtEl>
                                        <p:attrNameLst>
                                          <p:attrName>style.visibility</p:attrName>
                                        </p:attrNameLst>
                                      </p:cBhvr>
                                      <p:to>
                                        <p:strVal val="visible"/>
                                      </p:to>
                                    </p:set>
                                    <p:animEffect transition="in" filter="wipe(down)">
                                      <p:cBhvr>
                                        <p:cTn id="39" dur="500"/>
                                        <p:tgtEl>
                                          <p:spTgt spid="7">
                                            <p:graphicEl>
                                              <a:chart seriesIdx="-4" categoryIdx="2" bldStep="category"/>
                                            </p:graphicEl>
                                          </p:spTgt>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7">
                                            <p:graphicEl>
                                              <a:chart seriesIdx="-4" categoryIdx="3" bldStep="category"/>
                                            </p:graphicEl>
                                          </p:spTgt>
                                        </p:tgtEl>
                                        <p:attrNameLst>
                                          <p:attrName>style.visibility</p:attrName>
                                        </p:attrNameLst>
                                      </p:cBhvr>
                                      <p:to>
                                        <p:strVal val="visible"/>
                                      </p:to>
                                    </p:set>
                                    <p:animEffect transition="in" filter="wipe(down)">
                                      <p:cBhvr>
                                        <p:cTn id="43" dur="500"/>
                                        <p:tgtEl>
                                          <p:spTgt spid="7">
                                            <p:graphicEl>
                                              <a:chart seriesIdx="-4" categoryIdx="3" bldStep="category"/>
                                            </p:graphicEl>
                                          </p:spTgt>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8">
                                            <p:graphicEl>
                                              <a:chart seriesIdx="-3" categoryIdx="-3" bldStep="gridLegend"/>
                                            </p:graphicEl>
                                          </p:spTgt>
                                        </p:tgtEl>
                                        <p:attrNameLst>
                                          <p:attrName>style.visibility</p:attrName>
                                        </p:attrNameLst>
                                      </p:cBhvr>
                                      <p:to>
                                        <p:strVal val="visible"/>
                                      </p:to>
                                    </p:set>
                                    <p:animEffect transition="in" filter="wipe(down)">
                                      <p:cBhvr>
                                        <p:cTn id="47" dur="500"/>
                                        <p:tgtEl>
                                          <p:spTgt spid="8">
                                            <p:graphicEl>
                                              <a:chart seriesIdx="-3" categoryIdx="-3" bldStep="gridLegend"/>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8">
                                            <p:graphicEl>
                                              <a:chart seriesIdx="-4" categoryIdx="0" bldStep="category"/>
                                            </p:graphicEl>
                                          </p:spTgt>
                                        </p:tgtEl>
                                        <p:attrNameLst>
                                          <p:attrName>style.visibility</p:attrName>
                                        </p:attrNameLst>
                                      </p:cBhvr>
                                      <p:to>
                                        <p:strVal val="visible"/>
                                      </p:to>
                                    </p:set>
                                    <p:animEffect transition="in" filter="wipe(down)">
                                      <p:cBhvr>
                                        <p:cTn id="52" dur="500"/>
                                        <p:tgtEl>
                                          <p:spTgt spid="8">
                                            <p:graphicEl>
                                              <a:chart seriesIdx="-4" categoryIdx="0" bldStep="category"/>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8">
                                            <p:graphicEl>
                                              <a:chart seriesIdx="-4" categoryIdx="1" bldStep="category"/>
                                            </p:graphicEl>
                                          </p:spTgt>
                                        </p:tgtEl>
                                        <p:attrNameLst>
                                          <p:attrName>style.visibility</p:attrName>
                                        </p:attrNameLst>
                                      </p:cBhvr>
                                      <p:to>
                                        <p:strVal val="visible"/>
                                      </p:to>
                                    </p:set>
                                    <p:animEffect transition="in" filter="wipe(down)">
                                      <p:cBhvr>
                                        <p:cTn id="57" dur="500"/>
                                        <p:tgtEl>
                                          <p:spTgt spid="8">
                                            <p:graphicEl>
                                              <a:chart seriesIdx="-4" categoryIdx="1" bldStep="category"/>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8">
                                            <p:graphicEl>
                                              <a:chart seriesIdx="-4" categoryIdx="2" bldStep="category"/>
                                            </p:graphicEl>
                                          </p:spTgt>
                                        </p:tgtEl>
                                        <p:attrNameLst>
                                          <p:attrName>style.visibility</p:attrName>
                                        </p:attrNameLst>
                                      </p:cBhvr>
                                      <p:to>
                                        <p:strVal val="visible"/>
                                      </p:to>
                                    </p:set>
                                    <p:animEffect transition="in" filter="wipe(down)">
                                      <p:cBhvr>
                                        <p:cTn id="62" dur="500"/>
                                        <p:tgtEl>
                                          <p:spTgt spid="8">
                                            <p:graphicEl>
                                              <a:chart seriesIdx="-4" categoryIdx="2" bldStep="category"/>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8">
                                            <p:graphicEl>
                                              <a:chart seriesIdx="-4" categoryIdx="3" bldStep="category"/>
                                            </p:graphicEl>
                                          </p:spTgt>
                                        </p:tgtEl>
                                        <p:attrNameLst>
                                          <p:attrName>style.visibility</p:attrName>
                                        </p:attrNameLst>
                                      </p:cBhvr>
                                      <p:to>
                                        <p:strVal val="visible"/>
                                      </p:to>
                                    </p:set>
                                    <p:animEffect transition="in" filter="wipe(down)">
                                      <p:cBhvr>
                                        <p:cTn id="67" dur="500"/>
                                        <p:tgtEl>
                                          <p:spTgt spid="8">
                                            <p:graphicEl>
                                              <a:chart seriesIdx="-4" categoryIdx="3"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category"/>
        </p:bldSub>
      </p:bldGraphic>
      <p:bldGraphic spid="7" grpId="0">
        <p:bldSub>
          <a:bldChart bld="category"/>
        </p:bldSub>
      </p:bldGraphic>
      <p:bldGraphic spid="8" grpId="0">
        <p:bldSub>
          <a:bldChart bld="category"/>
        </p:bldSub>
      </p:bldGraphic>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折线图-1">
    <p:spTree>
      <p:nvGrpSpPr>
        <p:cNvPr id="1" name=""/>
        <p:cNvGrpSpPr/>
        <p:nvPr/>
      </p:nvGrpSpPr>
      <p:grpSpPr>
        <a:xfrm>
          <a:off x="0" y="0"/>
          <a:ext cx="0" cy="0"/>
          <a:chOff x="0" y="0"/>
          <a:chExt cx="0" cy="0"/>
        </a:xfrm>
      </p:grpSpPr>
      <p:graphicFrame>
        <p:nvGraphicFramePr>
          <p:cNvPr id="19" name="图表 18"/>
          <p:cNvGraphicFramePr/>
          <p:nvPr userDrawn="1"/>
        </p:nvGraphicFramePr>
        <p:xfrm>
          <a:off x="730452" y="1972933"/>
          <a:ext cx="6045845" cy="4030563"/>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30"/>
          <p:cNvSpPr>
            <a:spLocks noGrp="1"/>
          </p:cNvSpPr>
          <p:nvPr>
            <p:ph type="body" sz="quarter" idx="15" hasCustomPrompt="1"/>
          </p:nvPr>
        </p:nvSpPr>
        <p:spPr>
          <a:xfrm>
            <a:off x="7489678" y="2307343"/>
            <a:ext cx="3960333" cy="3666489"/>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8" name="文本占位符 30"/>
          <p:cNvSpPr>
            <a:spLocks noGrp="1"/>
          </p:cNvSpPr>
          <p:nvPr>
            <p:ph type="body" sz="quarter" idx="16" hasCustomPrompt="1"/>
          </p:nvPr>
        </p:nvSpPr>
        <p:spPr>
          <a:xfrm>
            <a:off x="7489678" y="1893050"/>
            <a:ext cx="396033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折线图-2">
    <p:spTree>
      <p:nvGrpSpPr>
        <p:cNvPr id="1" name=""/>
        <p:cNvGrpSpPr/>
        <p:nvPr/>
      </p:nvGrpSpPr>
      <p:grpSpPr>
        <a:xfrm>
          <a:off x="0" y="0"/>
          <a:ext cx="0" cy="0"/>
          <a:chOff x="0" y="0"/>
          <a:chExt cx="0" cy="0"/>
        </a:xfrm>
      </p:grpSpPr>
      <p:graphicFrame>
        <p:nvGraphicFramePr>
          <p:cNvPr id="3" name="图表 2"/>
          <p:cNvGraphicFramePr/>
          <p:nvPr userDrawn="1"/>
        </p:nvGraphicFramePr>
        <p:xfrm>
          <a:off x="730453" y="2743200"/>
          <a:ext cx="5141904" cy="3427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338773" y="2758440"/>
          <a:ext cx="5141904" cy="3427936"/>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组合图-2">
    <p:spTree>
      <p:nvGrpSpPr>
        <p:cNvPr id="1" name=""/>
        <p:cNvGrpSpPr/>
        <p:nvPr/>
      </p:nvGrpSpPr>
      <p:grpSpPr>
        <a:xfrm>
          <a:off x="0" y="0"/>
          <a:ext cx="0" cy="0"/>
          <a:chOff x="0" y="0"/>
          <a:chExt cx="0" cy="0"/>
        </a:xfrm>
      </p:grpSpPr>
      <p:graphicFrame>
        <p:nvGraphicFramePr>
          <p:cNvPr id="3" name="图表 2"/>
          <p:cNvGraphicFramePr/>
          <p:nvPr userDrawn="1"/>
        </p:nvGraphicFramePr>
        <p:xfrm>
          <a:off x="741989" y="2637496"/>
          <a:ext cx="5187757" cy="34585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262256" y="2637495"/>
          <a:ext cx="5187757" cy="3458505"/>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封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182" y="670966"/>
            <a:ext cx="12430364" cy="7724217"/>
          </a:xfrm>
          <a:prstGeom prst="rect">
            <a:avLst/>
          </a:prstGeom>
        </p:spPr>
      </p:pic>
      <p:sp>
        <p:nvSpPr>
          <p:cNvPr id="17" name="Freeform 43"/>
          <p:cNvSpPr>
            <a:spLocks noEditPoints="1"/>
          </p:cNvSpPr>
          <p:nvPr userDrawn="1"/>
        </p:nvSpPr>
        <p:spPr bwMode="auto">
          <a:xfrm flipH="1">
            <a:off x="10499725" y="4999038"/>
            <a:ext cx="173038" cy="174625"/>
          </a:xfrm>
          <a:custGeom>
            <a:avLst/>
            <a:gdLst>
              <a:gd name="T0" fmla="*/ 54 w 109"/>
              <a:gd name="T1" fmla="*/ 106 h 110"/>
              <a:gd name="T2" fmla="*/ 4 w 109"/>
              <a:gd name="T3" fmla="*/ 55 h 110"/>
              <a:gd name="T4" fmla="*/ 54 w 109"/>
              <a:gd name="T5" fmla="*/ 4 h 110"/>
              <a:gd name="T6" fmla="*/ 105 w 109"/>
              <a:gd name="T7" fmla="*/ 55 h 110"/>
              <a:gd name="T8" fmla="*/ 54 w 109"/>
              <a:gd name="T9" fmla="*/ 106 h 110"/>
              <a:gd name="T10" fmla="*/ 54 w 109"/>
              <a:gd name="T11" fmla="*/ 0 h 110"/>
              <a:gd name="T12" fmla="*/ 0 w 109"/>
              <a:gd name="T13" fmla="*/ 55 h 110"/>
              <a:gd name="T14" fmla="*/ 54 w 109"/>
              <a:gd name="T15" fmla="*/ 110 h 110"/>
              <a:gd name="T16" fmla="*/ 109 w 109"/>
              <a:gd name="T17" fmla="*/ 55 h 110"/>
              <a:gd name="T18" fmla="*/ 54 w 109"/>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10">
                <a:moveTo>
                  <a:pt x="54" y="106"/>
                </a:moveTo>
                <a:cubicBezTo>
                  <a:pt x="26" y="106"/>
                  <a:pt x="4" y="83"/>
                  <a:pt x="4" y="55"/>
                </a:cubicBezTo>
                <a:cubicBezTo>
                  <a:pt x="4" y="27"/>
                  <a:pt x="26" y="4"/>
                  <a:pt x="54" y="4"/>
                </a:cubicBezTo>
                <a:cubicBezTo>
                  <a:pt x="82" y="4"/>
                  <a:pt x="105" y="27"/>
                  <a:pt x="105" y="55"/>
                </a:cubicBezTo>
                <a:cubicBezTo>
                  <a:pt x="105" y="83"/>
                  <a:pt x="82" y="106"/>
                  <a:pt x="54" y="106"/>
                </a:cubicBezTo>
                <a:moveTo>
                  <a:pt x="54" y="0"/>
                </a:moveTo>
                <a:cubicBezTo>
                  <a:pt x="24" y="0"/>
                  <a:pt x="0" y="25"/>
                  <a:pt x="0" y="55"/>
                </a:cubicBezTo>
                <a:cubicBezTo>
                  <a:pt x="0" y="85"/>
                  <a:pt x="24" y="110"/>
                  <a:pt x="54" y="110"/>
                </a:cubicBezTo>
                <a:cubicBezTo>
                  <a:pt x="84" y="110"/>
                  <a:pt x="109" y="85"/>
                  <a:pt x="109" y="55"/>
                </a:cubicBezTo>
                <a:cubicBezTo>
                  <a:pt x="109" y="25"/>
                  <a:pt x="84" y="0"/>
                  <a:pt x="54" y="0"/>
                </a:cubicBezTo>
              </a:path>
            </a:pathLst>
          </a:custGeom>
          <a:solidFill>
            <a:srgbClr val="F1F0F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29" name="图片 28" descr="logo"/>
          <p:cNvPicPr>
            <a:picLocks noChangeAspect="1"/>
          </p:cNvPicPr>
          <p:nvPr userDrawn="1"/>
        </p:nvPicPr>
        <p:blipFill>
          <a:blip r:embed="rId3"/>
          <a:stretch>
            <a:fillRect/>
          </a:stretch>
        </p:blipFill>
        <p:spPr>
          <a:xfrm>
            <a:off x="4186239" y="2744207"/>
            <a:ext cx="3949699" cy="1209008"/>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2026/2/27</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241" y="-359049"/>
            <a:ext cx="12426393" cy="7721750"/>
          </a:xfrm>
          <a:prstGeom prst="rect">
            <a:avLst/>
          </a:prstGeom>
        </p:spPr>
      </p:pic>
      <p:pic>
        <p:nvPicPr>
          <p:cNvPr id="39" name="图片 38"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9"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
        <p:nvSpPr>
          <p:cNvPr id="18" name="文本占位符 30"/>
          <p:cNvSpPr>
            <a:spLocks noGrp="1"/>
          </p:cNvSpPr>
          <p:nvPr>
            <p:ph type="body" sz="quarter" idx="17" hasCustomPrompt="1"/>
          </p:nvPr>
        </p:nvSpPr>
        <p:spPr>
          <a:xfrm>
            <a:off x="3503042" y="3188690"/>
            <a:ext cx="5419184" cy="5318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2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Tree>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105" y="0"/>
            <a:ext cx="12272210" cy="6858000"/>
          </a:xfrm>
          <a:prstGeom prst="rect">
            <a:avLst/>
          </a:prstGeom>
        </p:spPr>
      </p:pic>
      <p:pic>
        <p:nvPicPr>
          <p:cNvPr id="13" name="图片 12"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1" name="文本占位符 30"/>
          <p:cNvSpPr>
            <a:spLocks noGrp="1"/>
          </p:cNvSpPr>
          <p:nvPr>
            <p:ph type="body" sz="quarter" idx="15" hasCustomPrompt="1"/>
          </p:nvPr>
        </p:nvSpPr>
        <p:spPr>
          <a:xfrm>
            <a:off x="3503042" y="3280927"/>
            <a:ext cx="5419184" cy="124535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2"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章节</a:t>
            </a:r>
            <a:r>
              <a:rPr kumimoji="1" lang="en-US" altLang="zh-CN" dirty="0"/>
              <a:t>1</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ogo+标题">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logo-无标题">
    <p:spTree>
      <p:nvGrpSpPr>
        <p:cNvPr id="1" name=""/>
        <p:cNvGrpSpPr/>
        <p:nvPr/>
      </p:nvGrpSpPr>
      <p:grpSpPr>
        <a:xfrm>
          <a:off x="0" y="0"/>
          <a:ext cx="0" cy="0"/>
          <a:chOff x="0" y="0"/>
          <a:chExt cx="0" cy="0"/>
        </a:xfrm>
      </p:grpSpPr>
      <p:pic>
        <p:nvPicPr>
          <p:cNvPr id="13" name="图片 12" descr="logo"/>
          <p:cNvPicPr>
            <a:picLocks noChangeAspect="1"/>
          </p:cNvPicPr>
          <p:nvPr userDrawn="1"/>
        </p:nvPicPr>
        <p:blipFill>
          <a:blip r:embed="rId2"/>
          <a:stretch>
            <a:fillRect/>
          </a:stretch>
        </p:blipFill>
        <p:spPr>
          <a:xfrm>
            <a:off x="9628603" y="418510"/>
            <a:ext cx="1989632" cy="60902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目录-3">
    <p:spTree>
      <p:nvGrpSpPr>
        <p:cNvPr id="1" name=""/>
        <p:cNvGrpSpPr/>
        <p:nvPr/>
      </p:nvGrpSpPr>
      <p:grpSpPr>
        <a:xfrm>
          <a:off x="0" y="0"/>
          <a:ext cx="0" cy="0"/>
          <a:chOff x="0" y="0"/>
          <a:chExt cx="0" cy="0"/>
        </a:xfrm>
      </p:grpSpPr>
      <p:cxnSp>
        <p:nvCxnSpPr>
          <p:cNvPr id="24"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logo"/>
          <p:cNvPicPr>
            <a:picLocks noChangeAspect="1"/>
          </p:cNvPicPr>
          <p:nvPr userDrawn="1"/>
        </p:nvPicPr>
        <p:blipFill>
          <a:blip r:embed="rId2"/>
          <a:stretch>
            <a:fillRect/>
          </a:stretch>
        </p:blipFill>
        <p:spPr>
          <a:xfrm>
            <a:off x="9628603" y="418510"/>
            <a:ext cx="1989632" cy="609029"/>
          </a:xfrm>
          <a:prstGeom prst="rect">
            <a:avLst/>
          </a:prstGeom>
        </p:spPr>
      </p:pic>
      <p:sp>
        <p:nvSpPr>
          <p:cNvPr id="19" name="标题 1"/>
          <p:cNvSpPr>
            <a:spLocks noGrp="1"/>
          </p:cNvSpPr>
          <p:nvPr>
            <p:ph type="title" hasCustomPrompt="1"/>
          </p:nvPr>
        </p:nvSpPr>
        <p:spPr>
          <a:xfrm>
            <a:off x="6274805" y="1845063"/>
            <a:ext cx="4009526" cy="368433"/>
          </a:xfrm>
        </p:spPr>
        <p:txBody>
          <a:bodyPr/>
          <a:lstStyle>
            <a:lvl1pPr>
              <a:defRPr sz="2200" b="1"/>
            </a:lvl1pPr>
          </a:lstStyle>
          <a:p>
            <a:r>
              <a:rPr kumimoji="1" lang="zh-CN" altLang="en-US" dirty="0"/>
              <a:t>标题名称</a:t>
            </a:r>
          </a:p>
        </p:txBody>
      </p:sp>
      <p:sp>
        <p:nvSpPr>
          <p:cNvPr id="31" name="文本占位符 30"/>
          <p:cNvSpPr>
            <a:spLocks noGrp="1"/>
          </p:cNvSpPr>
          <p:nvPr>
            <p:ph type="body" sz="quarter" idx="10" hasCustomPrompt="1"/>
          </p:nvPr>
        </p:nvSpPr>
        <p:spPr>
          <a:xfrm>
            <a:off x="6275388" y="22983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274805" y="35658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275388" y="3070958"/>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274805" y="481436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275388" y="4334183"/>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5" name="iṣ1idé"/>
          <p:cNvSpPr/>
          <p:nvPr userDrawn="1"/>
        </p:nvSpPr>
        <p:spPr bwMode="auto">
          <a:xfrm>
            <a:off x="5274386" y="190991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6" name="ïṣlídé"/>
          <p:cNvSpPr/>
          <p:nvPr userDrawn="1"/>
        </p:nvSpPr>
        <p:spPr bwMode="auto">
          <a:xfrm>
            <a:off x="5292622" y="3122048"/>
            <a:ext cx="814372" cy="814373"/>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7" name="ïṥlíḋe"/>
          <p:cNvSpPr/>
          <p:nvPr userDrawn="1"/>
        </p:nvSpPr>
        <p:spPr bwMode="auto">
          <a:xfrm>
            <a:off x="5292622" y="433418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文本占位符 30"/>
          <p:cNvSpPr>
            <a:spLocks noGrp="1"/>
          </p:cNvSpPr>
          <p:nvPr>
            <p:ph type="body" sz="quarter" idx="18" hasCustomPrompt="1"/>
          </p:nvPr>
        </p:nvSpPr>
        <p:spPr>
          <a:xfrm>
            <a:off x="5519738" y="2151918"/>
            <a:ext cx="323668" cy="3227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0" name="文本占位符 30"/>
          <p:cNvSpPr>
            <a:spLocks noGrp="1"/>
          </p:cNvSpPr>
          <p:nvPr>
            <p:ph type="body" sz="quarter" idx="19" hasCustomPrompt="1"/>
          </p:nvPr>
        </p:nvSpPr>
        <p:spPr>
          <a:xfrm>
            <a:off x="5537974" y="3373201"/>
            <a:ext cx="323668" cy="322764"/>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1" name="文本占位符 30"/>
          <p:cNvSpPr>
            <a:spLocks noGrp="1"/>
          </p:cNvSpPr>
          <p:nvPr>
            <p:ph type="body" sz="quarter" idx="20" hasCustomPrompt="1"/>
          </p:nvPr>
        </p:nvSpPr>
        <p:spPr>
          <a:xfrm>
            <a:off x="5537974" y="4582582"/>
            <a:ext cx="323668" cy="32832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目录-4">
    <p:spTree>
      <p:nvGrpSpPr>
        <p:cNvPr id="1" name=""/>
        <p:cNvGrpSpPr/>
        <p:nvPr/>
      </p:nvGrpSpPr>
      <p:grpSpPr>
        <a:xfrm>
          <a:off x="0" y="0"/>
          <a:ext cx="0" cy="0"/>
          <a:chOff x="0" y="0"/>
          <a:chExt cx="0" cy="0"/>
        </a:xfrm>
      </p:grpSpPr>
      <p:pic>
        <p:nvPicPr>
          <p:cNvPr id="27" name="图片 26" descr="logo"/>
          <p:cNvPicPr>
            <a:picLocks noChangeAspect="1"/>
          </p:cNvPicPr>
          <p:nvPr userDrawn="1"/>
        </p:nvPicPr>
        <p:blipFill>
          <a:blip r:embed="rId2"/>
          <a:stretch>
            <a:fillRect/>
          </a:stretch>
        </p:blipFill>
        <p:spPr>
          <a:xfrm>
            <a:off x="9628603" y="418510"/>
            <a:ext cx="1989632" cy="609029"/>
          </a:xfrm>
          <a:prstGeom prst="rect">
            <a:avLst/>
          </a:prstGeom>
        </p:spPr>
      </p:pic>
      <p:cxnSp>
        <p:nvCxnSpPr>
          <p:cNvPr id="21"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标题 1"/>
          <p:cNvSpPr>
            <a:spLocks noGrp="1"/>
          </p:cNvSpPr>
          <p:nvPr>
            <p:ph type="title" hasCustomPrompt="1"/>
          </p:nvPr>
        </p:nvSpPr>
        <p:spPr>
          <a:xfrm>
            <a:off x="6300316" y="1340768"/>
            <a:ext cx="4009526" cy="368433"/>
          </a:xfrm>
        </p:spPr>
        <p:txBody>
          <a:bodyPr/>
          <a:lstStyle>
            <a:lvl1pPr>
              <a:defRPr sz="2200" b="1"/>
            </a:lvl1pPr>
          </a:lstStyle>
          <a:p>
            <a:r>
              <a:rPr kumimoji="1" lang="zh-CN" altLang="en-US" dirty="0"/>
              <a:t>标题名称</a:t>
            </a:r>
          </a:p>
        </p:txBody>
      </p:sp>
      <p:sp>
        <p:nvSpPr>
          <p:cNvPr id="32" name="文本占位符 30"/>
          <p:cNvSpPr>
            <a:spLocks noGrp="1"/>
          </p:cNvSpPr>
          <p:nvPr>
            <p:ph type="body" sz="quarter" idx="10" hasCustomPrompt="1"/>
          </p:nvPr>
        </p:nvSpPr>
        <p:spPr>
          <a:xfrm>
            <a:off x="6300899" y="179403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300316" y="302159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300899" y="2526726"/>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300316" y="4212497"/>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300899" y="3732319"/>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5" hasCustomPrompt="1"/>
          </p:nvPr>
        </p:nvSpPr>
        <p:spPr>
          <a:xfrm>
            <a:off x="6300316" y="540483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8" name="文本占位符 30"/>
          <p:cNvSpPr>
            <a:spLocks noGrp="1"/>
          </p:cNvSpPr>
          <p:nvPr>
            <p:ph type="body" sz="quarter" idx="16" hasCustomPrompt="1"/>
          </p:nvPr>
        </p:nvSpPr>
        <p:spPr>
          <a:xfrm>
            <a:off x="6300899" y="4924656"/>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9"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8" name="iṣ1idé"/>
          <p:cNvSpPr/>
          <p:nvPr userDrawn="1"/>
        </p:nvSpPr>
        <p:spPr bwMode="auto">
          <a:xfrm>
            <a:off x="5249672" y="134076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9" name="îslïdè"/>
          <p:cNvSpPr/>
          <p:nvPr userDrawn="1"/>
        </p:nvSpPr>
        <p:spPr bwMode="auto">
          <a:xfrm>
            <a:off x="5249672" y="4924656"/>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0" name="ïṣlídé"/>
          <p:cNvSpPr/>
          <p:nvPr userDrawn="1"/>
        </p:nvSpPr>
        <p:spPr bwMode="auto">
          <a:xfrm>
            <a:off x="5267908" y="2552903"/>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2" name="ïṥlíḋe"/>
          <p:cNvSpPr/>
          <p:nvPr userDrawn="1"/>
        </p:nvSpPr>
        <p:spPr bwMode="auto">
          <a:xfrm>
            <a:off x="5267908" y="376503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23" name="文本占位符 30"/>
          <p:cNvSpPr>
            <a:spLocks noGrp="1"/>
          </p:cNvSpPr>
          <p:nvPr>
            <p:ph type="body" sz="quarter" idx="18" hasCustomPrompt="1"/>
          </p:nvPr>
        </p:nvSpPr>
        <p:spPr>
          <a:xfrm>
            <a:off x="5495242" y="1604531"/>
            <a:ext cx="323668" cy="29984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4" name="文本占位符 30"/>
          <p:cNvSpPr>
            <a:spLocks noGrp="1"/>
          </p:cNvSpPr>
          <p:nvPr>
            <p:ph type="body" sz="quarter" idx="19" hasCustomPrompt="1"/>
          </p:nvPr>
        </p:nvSpPr>
        <p:spPr>
          <a:xfrm>
            <a:off x="5517913" y="2834539"/>
            <a:ext cx="323668" cy="33941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5" name="文本占位符 30"/>
          <p:cNvSpPr>
            <a:spLocks noGrp="1"/>
          </p:cNvSpPr>
          <p:nvPr>
            <p:ph type="body" sz="quarter" idx="20" hasCustomPrompt="1"/>
          </p:nvPr>
        </p:nvSpPr>
        <p:spPr>
          <a:xfrm>
            <a:off x="5509097" y="4017522"/>
            <a:ext cx="323668" cy="32776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
        <p:nvSpPr>
          <p:cNvPr id="28" name="文本占位符 30"/>
          <p:cNvSpPr>
            <a:spLocks noGrp="1"/>
          </p:cNvSpPr>
          <p:nvPr>
            <p:ph type="body" sz="quarter" idx="21" hasCustomPrompt="1"/>
          </p:nvPr>
        </p:nvSpPr>
        <p:spPr>
          <a:xfrm>
            <a:off x="5496823" y="5192581"/>
            <a:ext cx="323668" cy="32465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版式-3">
    <p:bg>
      <p:bgPr>
        <a:solidFill>
          <a:schemeClr val="bg1"/>
        </a:solidFill>
        <a:effectLst/>
      </p:bgPr>
    </p:bg>
    <p:spTree>
      <p:nvGrpSpPr>
        <p:cNvPr id="1" name=""/>
        <p:cNvGrpSpPr/>
        <p:nvPr/>
      </p:nvGrpSpPr>
      <p:grpSpPr>
        <a:xfrm>
          <a:off x="0" y="0"/>
          <a:ext cx="0" cy="0"/>
          <a:chOff x="0" y="0"/>
          <a:chExt cx="0" cy="0"/>
        </a:xfrm>
      </p:grpSpPr>
      <p:cxnSp>
        <p:nvCxnSpPr>
          <p:cNvPr id="6" name="直接连接符 20"/>
          <p:cNvCxnSpPr/>
          <p:nvPr/>
        </p:nvCxnSpPr>
        <p:spPr>
          <a:xfrm>
            <a:off x="7155815" y="218884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0" name="直接连接符 6"/>
          <p:cNvCxnSpPr/>
          <p:nvPr/>
        </p:nvCxnSpPr>
        <p:spPr>
          <a:xfrm>
            <a:off x="7155815" y="373062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4" name="直接连接符 16"/>
          <p:cNvCxnSpPr/>
          <p:nvPr/>
        </p:nvCxnSpPr>
        <p:spPr>
          <a:xfrm>
            <a:off x="7155815" y="527240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sp>
        <p:nvSpPr>
          <p:cNvPr id="16" name="文本占位符 30"/>
          <p:cNvSpPr>
            <a:spLocks noGrp="1"/>
          </p:cNvSpPr>
          <p:nvPr>
            <p:ph type="body" sz="quarter" idx="15" hasCustomPrompt="1"/>
          </p:nvPr>
        </p:nvSpPr>
        <p:spPr>
          <a:xfrm>
            <a:off x="7649210" y="1974006"/>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7" name="文本占位符 30"/>
          <p:cNvSpPr>
            <a:spLocks noGrp="1"/>
          </p:cNvSpPr>
          <p:nvPr>
            <p:ph type="body" sz="quarter" idx="16" hasCustomPrompt="1"/>
          </p:nvPr>
        </p:nvSpPr>
        <p:spPr>
          <a:xfrm>
            <a:off x="7649210" y="3479700"/>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7" hasCustomPrompt="1"/>
          </p:nvPr>
        </p:nvSpPr>
        <p:spPr>
          <a:xfrm>
            <a:off x="7649210" y="4985394"/>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7087" y="2054216"/>
            <a:ext cx="5952468" cy="3968311"/>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版式-3">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rgbClr val="D9D9D9"/>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201097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5821637" y="3287183"/>
            <a:ext cx="548728" cy="548732"/>
          </a:xfrm>
          <a:prstGeom prst="ellipse">
            <a:avLst/>
          </a:prstGeom>
          <a:solidFill>
            <a:srgbClr val="828D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9610482" y="3287183"/>
            <a:ext cx="548728" cy="548732"/>
          </a:xfrm>
          <a:prstGeom prst="ellipse">
            <a:avLst/>
          </a:prstGeom>
          <a:solidFill>
            <a:srgbClr val="3396F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404140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812877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4" name="文本占位符 30"/>
          <p:cNvSpPr>
            <a:spLocks noGrp="1"/>
          </p:cNvSpPr>
          <p:nvPr>
            <p:ph type="body" sz="quarter" idx="16" hasCustomPrompt="1"/>
          </p:nvPr>
        </p:nvSpPr>
        <p:spPr>
          <a:xfrm>
            <a:off x="763255"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5" name="文本占位符 30"/>
          <p:cNvSpPr>
            <a:spLocks noGrp="1"/>
          </p:cNvSpPr>
          <p:nvPr>
            <p:ph type="body" sz="quarter" idx="18" hasCustomPrompt="1"/>
          </p:nvPr>
        </p:nvSpPr>
        <p:spPr>
          <a:xfrm>
            <a:off x="1187962"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6" name="文本占位符 30"/>
          <p:cNvSpPr>
            <a:spLocks noGrp="1"/>
          </p:cNvSpPr>
          <p:nvPr>
            <p:ph type="body" sz="quarter" idx="19" hasCustomPrompt="1"/>
          </p:nvPr>
        </p:nvSpPr>
        <p:spPr>
          <a:xfrm>
            <a:off x="4636769"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7" name="文本占位符 30"/>
          <p:cNvSpPr>
            <a:spLocks noGrp="1"/>
          </p:cNvSpPr>
          <p:nvPr>
            <p:ph type="body" sz="quarter" idx="20" hasCustomPrompt="1"/>
          </p:nvPr>
        </p:nvSpPr>
        <p:spPr>
          <a:xfrm>
            <a:off x="5061476"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8" name="文本占位符 30"/>
          <p:cNvSpPr>
            <a:spLocks noGrp="1"/>
          </p:cNvSpPr>
          <p:nvPr>
            <p:ph type="body" sz="quarter" idx="21" hasCustomPrompt="1"/>
          </p:nvPr>
        </p:nvSpPr>
        <p:spPr>
          <a:xfrm>
            <a:off x="8495953"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9" name="文本占位符 30"/>
          <p:cNvSpPr>
            <a:spLocks noGrp="1"/>
          </p:cNvSpPr>
          <p:nvPr>
            <p:ph type="body" sz="quarter" idx="22" hasCustomPrompt="1"/>
          </p:nvPr>
        </p:nvSpPr>
        <p:spPr>
          <a:xfrm>
            <a:off x="8920660"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1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版式-4">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175378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4529902" y="3286208"/>
            <a:ext cx="548728" cy="548732"/>
          </a:xfrm>
          <a:prstGeom prst="ellipse">
            <a:avLst/>
          </a:prstGeom>
          <a:solidFill>
            <a:srgbClr val="008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10005709" y="3287183"/>
            <a:ext cx="548728" cy="548732"/>
          </a:xfrm>
          <a:prstGeom prst="ellipse">
            <a:avLst/>
          </a:prstGeom>
          <a:solidFill>
            <a:srgbClr val="4FB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3428916"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617961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1" name="îṩḻïḓè"/>
          <p:cNvSpPr/>
          <p:nvPr userDrawn="1"/>
        </p:nvSpPr>
        <p:spPr>
          <a:xfrm>
            <a:off x="7278619" y="3286208"/>
            <a:ext cx="548728" cy="548732"/>
          </a:xfrm>
          <a:prstGeom prst="ellipse">
            <a:avLst/>
          </a:prstGeom>
          <a:solidFill>
            <a:srgbClr val="5D7FB7"/>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22" name="直接连接符 15"/>
          <p:cNvCxnSpPr/>
          <p:nvPr userDrawn="1"/>
        </p:nvCxnSpPr>
        <p:spPr>
          <a:xfrm>
            <a:off x="893962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7" name="文本占位符 30"/>
          <p:cNvSpPr>
            <a:spLocks noGrp="1"/>
          </p:cNvSpPr>
          <p:nvPr>
            <p:ph type="body" sz="quarter" idx="16" hasCustomPrompt="1"/>
          </p:nvPr>
        </p:nvSpPr>
        <p:spPr>
          <a:xfrm>
            <a:off x="739030"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8" name="文本占位符 30"/>
          <p:cNvSpPr>
            <a:spLocks noGrp="1"/>
          </p:cNvSpPr>
          <p:nvPr>
            <p:ph type="body" sz="quarter" idx="18" hasCustomPrompt="1"/>
          </p:nvPr>
        </p:nvSpPr>
        <p:spPr>
          <a:xfrm>
            <a:off x="980228"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9" name="文本占位符 30"/>
          <p:cNvSpPr>
            <a:spLocks noGrp="1"/>
          </p:cNvSpPr>
          <p:nvPr>
            <p:ph type="body" sz="quarter" idx="19" hasCustomPrompt="1"/>
          </p:nvPr>
        </p:nvSpPr>
        <p:spPr>
          <a:xfrm>
            <a:off x="3525746"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0" name="文本占位符 30"/>
          <p:cNvSpPr>
            <a:spLocks noGrp="1"/>
          </p:cNvSpPr>
          <p:nvPr>
            <p:ph type="body" sz="quarter" idx="20" hasCustomPrompt="1"/>
          </p:nvPr>
        </p:nvSpPr>
        <p:spPr>
          <a:xfrm>
            <a:off x="3766944"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1" name="文本占位符 30"/>
          <p:cNvSpPr>
            <a:spLocks noGrp="1"/>
          </p:cNvSpPr>
          <p:nvPr>
            <p:ph type="body" sz="quarter" idx="21" hasCustomPrompt="1"/>
          </p:nvPr>
        </p:nvSpPr>
        <p:spPr>
          <a:xfrm>
            <a:off x="6282098"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2" name="文本占位符 30"/>
          <p:cNvSpPr>
            <a:spLocks noGrp="1"/>
          </p:cNvSpPr>
          <p:nvPr>
            <p:ph type="body" sz="quarter" idx="22" hasCustomPrompt="1"/>
          </p:nvPr>
        </p:nvSpPr>
        <p:spPr>
          <a:xfrm>
            <a:off x="6523296"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3" name="文本占位符 30"/>
          <p:cNvSpPr>
            <a:spLocks noGrp="1"/>
          </p:cNvSpPr>
          <p:nvPr>
            <p:ph type="body" sz="quarter" idx="23" hasCustomPrompt="1"/>
          </p:nvPr>
        </p:nvSpPr>
        <p:spPr>
          <a:xfrm>
            <a:off x="9026191"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43" name="文本占位符 30"/>
          <p:cNvSpPr>
            <a:spLocks noGrp="1"/>
          </p:cNvSpPr>
          <p:nvPr>
            <p:ph type="body" sz="quarter" idx="24" hasCustomPrompt="1"/>
          </p:nvPr>
        </p:nvSpPr>
        <p:spPr>
          <a:xfrm>
            <a:off x="9267389"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7版式-1">
    <p:bg>
      <p:bgPr>
        <a:solidFill>
          <a:schemeClr val="bg1"/>
        </a:solidFill>
        <a:effectLst/>
      </p:bgPr>
    </p:bg>
    <p:spTree>
      <p:nvGrpSpPr>
        <p:cNvPr id="1" name=""/>
        <p:cNvGrpSpPr/>
        <p:nvPr/>
      </p:nvGrpSpPr>
      <p:grpSpPr>
        <a:xfrm>
          <a:off x="0" y="0"/>
          <a:ext cx="0" cy="0"/>
          <a:chOff x="0" y="0"/>
          <a:chExt cx="0" cy="0"/>
        </a:xfrm>
      </p:grpSpPr>
      <p:grpSp>
        <p:nvGrpSpPr>
          <p:cNvPr id="20" name="그룹 25"/>
          <p:cNvGrpSpPr/>
          <p:nvPr/>
        </p:nvGrpSpPr>
        <p:grpSpPr>
          <a:xfrm>
            <a:off x="4243676" y="2442355"/>
            <a:ext cx="3899442" cy="1895123"/>
            <a:chOff x="1115616" y="2498780"/>
            <a:chExt cx="3029712" cy="1472436"/>
          </a:xfrm>
        </p:grpSpPr>
        <p:cxnSp>
          <p:nvCxnSpPr>
            <p:cNvPr id="2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2" name="원호 6"/>
          <p:cNvSpPr/>
          <p:nvPr userDrawn="1"/>
        </p:nvSpPr>
        <p:spPr>
          <a:xfrm>
            <a:off x="4841856" y="301729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33" name="원호 7"/>
          <p:cNvSpPr/>
          <p:nvPr userDrawn="1"/>
        </p:nvSpPr>
        <p:spPr>
          <a:xfrm>
            <a:off x="4837628" y="301729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40" name="Straight Connector 79"/>
          <p:cNvCxnSpPr/>
          <p:nvPr userDrawn="1"/>
        </p:nvCxnSpPr>
        <p:spPr>
          <a:xfrm>
            <a:off x="4662338" y="5293389"/>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占位符 30"/>
          <p:cNvSpPr>
            <a:spLocks noGrp="1"/>
          </p:cNvSpPr>
          <p:nvPr>
            <p:ph type="body" sz="quarter" idx="15" hasCustomPrompt="1"/>
          </p:nvPr>
        </p:nvSpPr>
        <p:spPr>
          <a:xfrm>
            <a:off x="615059" y="1338522"/>
            <a:ext cx="10939432" cy="67996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1" name="文本占位符 30"/>
          <p:cNvSpPr>
            <a:spLocks noGrp="1"/>
          </p:cNvSpPr>
          <p:nvPr>
            <p:ph type="body" sz="quarter" idx="18" hasCustomPrompt="1"/>
          </p:nvPr>
        </p:nvSpPr>
        <p:spPr>
          <a:xfrm>
            <a:off x="5187849" y="489540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2" name="文本占位符 30"/>
          <p:cNvSpPr>
            <a:spLocks noGrp="1"/>
          </p:cNvSpPr>
          <p:nvPr>
            <p:ph type="body" sz="quarter" idx="16" hasCustomPrompt="1"/>
          </p:nvPr>
        </p:nvSpPr>
        <p:spPr>
          <a:xfrm>
            <a:off x="3601157" y="5328426"/>
            <a:ext cx="5384800"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5" name="文本占位符 30"/>
          <p:cNvSpPr>
            <a:spLocks noGrp="1"/>
          </p:cNvSpPr>
          <p:nvPr>
            <p:ph type="body" sz="quarter" idx="19" hasCustomPrompt="1"/>
          </p:nvPr>
        </p:nvSpPr>
        <p:spPr>
          <a:xfrm>
            <a:off x="5582927" y="390966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38" name="文本占位符 30"/>
          <p:cNvSpPr>
            <a:spLocks noGrp="1"/>
          </p:cNvSpPr>
          <p:nvPr>
            <p:ph type="body" sz="quarter" idx="20" hasCustomPrompt="1"/>
          </p:nvPr>
        </p:nvSpPr>
        <p:spPr>
          <a:xfrm>
            <a:off x="3510253" y="420367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39" name="文本占位符 30"/>
          <p:cNvSpPr>
            <a:spLocks noGrp="1"/>
          </p:cNvSpPr>
          <p:nvPr>
            <p:ph type="body" sz="quarter" idx="21" hasCustomPrompt="1"/>
          </p:nvPr>
        </p:nvSpPr>
        <p:spPr>
          <a:xfrm>
            <a:off x="4200720" y="271616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43" name="文本占位符 30"/>
          <p:cNvSpPr>
            <a:spLocks noGrp="1"/>
          </p:cNvSpPr>
          <p:nvPr>
            <p:ph type="body" sz="quarter" idx="22" hasCustomPrompt="1"/>
          </p:nvPr>
        </p:nvSpPr>
        <p:spPr>
          <a:xfrm>
            <a:off x="5908348" y="206359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44" name="文本占位符 30"/>
          <p:cNvSpPr>
            <a:spLocks noGrp="1"/>
          </p:cNvSpPr>
          <p:nvPr>
            <p:ph type="body" sz="quarter" idx="23" hasCustomPrompt="1"/>
          </p:nvPr>
        </p:nvSpPr>
        <p:spPr>
          <a:xfrm>
            <a:off x="7608046" y="273811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45" name="文本占位符 30"/>
          <p:cNvSpPr>
            <a:spLocks noGrp="1"/>
          </p:cNvSpPr>
          <p:nvPr>
            <p:ph type="body" sz="quarter" idx="24" hasCustomPrompt="1"/>
          </p:nvPr>
        </p:nvSpPr>
        <p:spPr>
          <a:xfrm>
            <a:off x="8258380" y="4153245"/>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2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7版式-2">
    <p:bg>
      <p:bgPr>
        <a:solidFill>
          <a:schemeClr val="bg1"/>
        </a:solidFill>
        <a:effectLst/>
      </p:bgPr>
    </p:bg>
    <p:spTree>
      <p:nvGrpSpPr>
        <p:cNvPr id="1" name=""/>
        <p:cNvGrpSpPr/>
        <p:nvPr/>
      </p:nvGrpSpPr>
      <p:grpSpPr>
        <a:xfrm>
          <a:off x="0" y="0"/>
          <a:ext cx="0" cy="0"/>
          <a:chOff x="0" y="0"/>
          <a:chExt cx="0" cy="0"/>
        </a:xfrm>
      </p:grpSpPr>
      <p:cxnSp>
        <p:nvCxnSpPr>
          <p:cNvPr id="40" name="Straight Connector 79"/>
          <p:cNvCxnSpPr/>
          <p:nvPr userDrawn="1"/>
        </p:nvCxnSpPr>
        <p:spPr>
          <a:xfrm>
            <a:off x="1931670"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86"/>
          <p:cNvCxnSpPr/>
          <p:nvPr userDrawn="1"/>
        </p:nvCxnSpPr>
        <p:spPr>
          <a:xfrm>
            <a:off x="7162800" y="5234068"/>
            <a:ext cx="306641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6" name="文本占位符 30"/>
          <p:cNvSpPr>
            <a:spLocks noGrp="1"/>
          </p:cNvSpPr>
          <p:nvPr>
            <p:ph type="body" sz="quarter" idx="15" hasCustomPrompt="1"/>
          </p:nvPr>
        </p:nvSpPr>
        <p:spPr>
          <a:xfrm>
            <a:off x="615059" y="1338523"/>
            <a:ext cx="10939432" cy="608398"/>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7" name="文本占位符 30"/>
          <p:cNvSpPr>
            <a:spLocks noGrp="1"/>
          </p:cNvSpPr>
          <p:nvPr>
            <p:ph type="body" sz="quarter" idx="18" hasCustomPrompt="1"/>
          </p:nvPr>
        </p:nvSpPr>
        <p:spPr>
          <a:xfrm>
            <a:off x="2471212" y="481550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8" name="文本占位符 30"/>
          <p:cNvSpPr>
            <a:spLocks noGrp="1"/>
          </p:cNvSpPr>
          <p:nvPr>
            <p:ph type="body" sz="quarter" idx="16" hasCustomPrompt="1"/>
          </p:nvPr>
        </p:nvSpPr>
        <p:spPr>
          <a:xfrm>
            <a:off x="1840231"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50" name="文本占位符 30"/>
          <p:cNvSpPr>
            <a:spLocks noGrp="1"/>
          </p:cNvSpPr>
          <p:nvPr>
            <p:ph type="body" sz="quarter" idx="20" hasCustomPrompt="1"/>
          </p:nvPr>
        </p:nvSpPr>
        <p:spPr>
          <a:xfrm>
            <a:off x="7216030"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grpSp>
        <p:nvGrpSpPr>
          <p:cNvPr id="44" name="그룹 25"/>
          <p:cNvGrpSpPr/>
          <p:nvPr userDrawn="1"/>
        </p:nvGrpSpPr>
        <p:grpSpPr>
          <a:xfrm>
            <a:off x="1529344" y="2383034"/>
            <a:ext cx="3899442" cy="1895123"/>
            <a:chOff x="1115616" y="2498780"/>
            <a:chExt cx="3029712" cy="1472436"/>
          </a:xfrm>
        </p:grpSpPr>
        <p:cxnSp>
          <p:nvCxnSpPr>
            <p:cNvPr id="51"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6" name="원호 6"/>
          <p:cNvSpPr/>
          <p:nvPr userDrawn="1"/>
        </p:nvSpPr>
        <p:spPr>
          <a:xfrm>
            <a:off x="2127524" y="2957975"/>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57" name="원호 7"/>
          <p:cNvSpPr/>
          <p:nvPr userDrawn="1"/>
        </p:nvSpPr>
        <p:spPr>
          <a:xfrm>
            <a:off x="2123296" y="2957975"/>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58" name="Straight Connector 79"/>
          <p:cNvCxnSpPr/>
          <p:nvPr userDrawn="1"/>
        </p:nvCxnSpPr>
        <p:spPr>
          <a:xfrm>
            <a:off x="1948006"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文本占位符 30"/>
          <p:cNvSpPr>
            <a:spLocks noGrp="1"/>
          </p:cNvSpPr>
          <p:nvPr>
            <p:ph type="body" sz="quarter" idx="22" hasCustomPrompt="1"/>
          </p:nvPr>
        </p:nvSpPr>
        <p:spPr>
          <a:xfrm>
            <a:off x="2868595" y="3850341"/>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61" name="文本占位符 30"/>
          <p:cNvSpPr>
            <a:spLocks noGrp="1"/>
          </p:cNvSpPr>
          <p:nvPr>
            <p:ph type="body" sz="quarter" idx="23" hasCustomPrompt="1"/>
          </p:nvPr>
        </p:nvSpPr>
        <p:spPr>
          <a:xfrm>
            <a:off x="849711" y="414435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62" name="文本占位符 30"/>
          <p:cNvSpPr>
            <a:spLocks noGrp="1"/>
          </p:cNvSpPr>
          <p:nvPr>
            <p:ph type="body" sz="quarter" idx="24" hasCustomPrompt="1"/>
          </p:nvPr>
        </p:nvSpPr>
        <p:spPr>
          <a:xfrm>
            <a:off x="1486388" y="2656842"/>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63" name="文本占位符 30"/>
          <p:cNvSpPr>
            <a:spLocks noGrp="1"/>
          </p:cNvSpPr>
          <p:nvPr>
            <p:ph type="body" sz="quarter" idx="25" hasCustomPrompt="1"/>
          </p:nvPr>
        </p:nvSpPr>
        <p:spPr>
          <a:xfrm>
            <a:off x="3194016" y="2004276"/>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64" name="文本占位符 30"/>
          <p:cNvSpPr>
            <a:spLocks noGrp="1"/>
          </p:cNvSpPr>
          <p:nvPr>
            <p:ph type="body" sz="quarter" idx="26" hasCustomPrompt="1"/>
          </p:nvPr>
        </p:nvSpPr>
        <p:spPr>
          <a:xfrm>
            <a:off x="4893714" y="2678794"/>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65" name="文本占位符 30"/>
          <p:cNvSpPr>
            <a:spLocks noGrp="1"/>
          </p:cNvSpPr>
          <p:nvPr>
            <p:ph type="body" sz="quarter" idx="27" hasCustomPrompt="1"/>
          </p:nvPr>
        </p:nvSpPr>
        <p:spPr>
          <a:xfrm>
            <a:off x="5469019" y="414435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grpSp>
        <p:nvGrpSpPr>
          <p:cNvPr id="66" name="그룹 25"/>
          <p:cNvGrpSpPr/>
          <p:nvPr userDrawn="1"/>
        </p:nvGrpSpPr>
        <p:grpSpPr>
          <a:xfrm>
            <a:off x="6855236" y="2374435"/>
            <a:ext cx="3899442" cy="1895123"/>
            <a:chOff x="1115616" y="2498780"/>
            <a:chExt cx="3029712" cy="1472436"/>
          </a:xfrm>
        </p:grpSpPr>
        <p:cxnSp>
          <p:nvCxnSpPr>
            <p:cNvPr id="6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72" name="원호 6"/>
          <p:cNvSpPr/>
          <p:nvPr userDrawn="1"/>
        </p:nvSpPr>
        <p:spPr>
          <a:xfrm>
            <a:off x="7453416" y="294937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3" name="원호 7"/>
          <p:cNvSpPr/>
          <p:nvPr userDrawn="1"/>
        </p:nvSpPr>
        <p:spPr>
          <a:xfrm>
            <a:off x="7449188" y="294937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5" name="文本占位符 30"/>
          <p:cNvSpPr>
            <a:spLocks noGrp="1"/>
          </p:cNvSpPr>
          <p:nvPr>
            <p:ph type="body" sz="quarter" idx="28" hasCustomPrompt="1"/>
          </p:nvPr>
        </p:nvSpPr>
        <p:spPr>
          <a:xfrm>
            <a:off x="7799409" y="482748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76" name="文本占位符 30"/>
          <p:cNvSpPr>
            <a:spLocks noGrp="1"/>
          </p:cNvSpPr>
          <p:nvPr>
            <p:ph type="body" sz="quarter" idx="19" hasCustomPrompt="1"/>
          </p:nvPr>
        </p:nvSpPr>
        <p:spPr>
          <a:xfrm>
            <a:off x="8194487" y="384174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77" name="文本占位符 30"/>
          <p:cNvSpPr>
            <a:spLocks noGrp="1"/>
          </p:cNvSpPr>
          <p:nvPr>
            <p:ph type="body" sz="quarter" idx="29" hasCustomPrompt="1"/>
          </p:nvPr>
        </p:nvSpPr>
        <p:spPr>
          <a:xfrm>
            <a:off x="6182329" y="413575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78" name="文本占位符 30"/>
          <p:cNvSpPr>
            <a:spLocks noGrp="1"/>
          </p:cNvSpPr>
          <p:nvPr>
            <p:ph type="body" sz="quarter" idx="21" hasCustomPrompt="1"/>
          </p:nvPr>
        </p:nvSpPr>
        <p:spPr>
          <a:xfrm>
            <a:off x="6812280" y="264824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79" name="文本占位符 30"/>
          <p:cNvSpPr>
            <a:spLocks noGrp="1"/>
          </p:cNvSpPr>
          <p:nvPr>
            <p:ph type="body" sz="quarter" idx="30" hasCustomPrompt="1"/>
          </p:nvPr>
        </p:nvSpPr>
        <p:spPr>
          <a:xfrm>
            <a:off x="8519908" y="199567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80" name="文本占位符 30"/>
          <p:cNvSpPr>
            <a:spLocks noGrp="1"/>
          </p:cNvSpPr>
          <p:nvPr>
            <p:ph type="body" sz="quarter" idx="31" hasCustomPrompt="1"/>
          </p:nvPr>
        </p:nvSpPr>
        <p:spPr>
          <a:xfrm>
            <a:off x="10219606" y="267019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81" name="文本占位符 30"/>
          <p:cNvSpPr>
            <a:spLocks noGrp="1"/>
          </p:cNvSpPr>
          <p:nvPr>
            <p:ph type="body" sz="quarter" idx="32" hasCustomPrompt="1"/>
          </p:nvPr>
        </p:nvSpPr>
        <p:spPr>
          <a:xfrm>
            <a:off x="10834080" y="412996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4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版式-3">
    <p:bg>
      <p:bgPr>
        <a:solidFill>
          <a:schemeClr val="bg1"/>
        </a:solidFill>
        <a:effectLst/>
      </p:bgPr>
    </p:bg>
    <p:spTree>
      <p:nvGrpSpPr>
        <p:cNvPr id="1" name=""/>
        <p:cNvGrpSpPr/>
        <p:nvPr/>
      </p:nvGrpSpPr>
      <p:grpSpPr>
        <a:xfrm>
          <a:off x="0" y="0"/>
          <a:ext cx="0" cy="0"/>
          <a:chOff x="0" y="0"/>
          <a:chExt cx="0" cy="0"/>
        </a:xfrm>
      </p:grpSpPr>
      <p:sp>
        <p:nvSpPr>
          <p:cNvPr id="45" name="ïṡ1íḓé"/>
          <p:cNvSpPr/>
          <p:nvPr userDrawn="1"/>
        </p:nvSpPr>
        <p:spPr>
          <a:xfrm>
            <a:off x="2409190" y="2855866"/>
            <a:ext cx="7373620" cy="1152128"/>
          </a:xfrm>
          <a:prstGeom prst="ellipse">
            <a:avLst/>
          </a:prstGeom>
          <a:solidFill>
            <a:schemeClr val="bg1">
              <a:lumMod val="95000"/>
            </a:schemeClr>
          </a:solidFill>
          <a:ln>
            <a:solidFill>
              <a:schemeClr val="tx1">
                <a:lumMod val="20000"/>
                <a:lumOff val="8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6" name="ïṣľîḑe"/>
          <p:cNvSpPr/>
          <p:nvPr userDrawn="1"/>
        </p:nvSpPr>
        <p:spPr>
          <a:xfrm>
            <a:off x="3804131" y="3071890"/>
            <a:ext cx="4608512" cy="720080"/>
          </a:xfrm>
          <a:prstGeom prst="ellipse">
            <a:avLst/>
          </a:prstGeom>
          <a:solidFill>
            <a:schemeClr val="bg1"/>
          </a:solidFill>
          <a:ln>
            <a:solidFill>
              <a:schemeClr val="tx1">
                <a:lumMod val="40000"/>
                <a:lumOff val="60000"/>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7" name="íṣļîḑê"/>
          <p:cNvSpPr/>
          <p:nvPr userDrawn="1"/>
        </p:nvSpPr>
        <p:spPr>
          <a:xfrm rot="8100000">
            <a:off x="3180524" y="2893835"/>
            <a:ext cx="577564" cy="577564"/>
          </a:xfrm>
          <a:prstGeom prst="teardrop">
            <a:avLst>
              <a:gd name="adj" fmla="val 13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48" name="iŝ1iḋe"/>
          <p:cNvSpPr/>
          <p:nvPr userDrawn="1"/>
        </p:nvSpPr>
        <p:spPr>
          <a:xfrm rot="8100000">
            <a:off x="8722321" y="2710690"/>
            <a:ext cx="577564" cy="577564"/>
          </a:xfrm>
          <a:prstGeom prst="teardrop">
            <a:avLst>
              <a:gd name="adj" fmla="val 13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49" name="íşlíďè"/>
          <p:cNvSpPr/>
          <p:nvPr userDrawn="1"/>
        </p:nvSpPr>
        <p:spPr>
          <a:xfrm rot="8100000">
            <a:off x="5891613" y="2158684"/>
            <a:ext cx="577564" cy="577564"/>
          </a:xfrm>
          <a:prstGeom prst="teardrop">
            <a:avLst>
              <a:gd name="adj" fmla="val 133968"/>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50" name="直接连接符 6"/>
          <p:cNvCxnSpPr/>
          <p:nvPr userDrawn="1"/>
        </p:nvCxnSpPr>
        <p:spPr>
          <a:xfrm>
            <a:off x="4298478"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7"/>
          <p:cNvCxnSpPr/>
          <p:nvPr userDrawn="1"/>
        </p:nvCxnSpPr>
        <p:spPr>
          <a:xfrm>
            <a:off x="7918296"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2" name="文本占位符 30"/>
          <p:cNvSpPr>
            <a:spLocks noGrp="1"/>
          </p:cNvSpPr>
          <p:nvPr>
            <p:ph type="body" sz="quarter" idx="15" hasCustomPrompt="1"/>
          </p:nvPr>
        </p:nvSpPr>
        <p:spPr>
          <a:xfrm>
            <a:off x="615059" y="1338522"/>
            <a:ext cx="10939432" cy="66357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3" name="文本占位符 30"/>
          <p:cNvSpPr>
            <a:spLocks noGrp="1"/>
          </p:cNvSpPr>
          <p:nvPr>
            <p:ph type="body" sz="quarter" idx="18" hasCustomPrompt="1"/>
          </p:nvPr>
        </p:nvSpPr>
        <p:spPr>
          <a:xfrm>
            <a:off x="1471998"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4" name="文本占位符 30"/>
          <p:cNvSpPr>
            <a:spLocks noGrp="1"/>
          </p:cNvSpPr>
          <p:nvPr>
            <p:ph type="body" sz="quarter" idx="16" hasCustomPrompt="1"/>
          </p:nvPr>
        </p:nvSpPr>
        <p:spPr>
          <a:xfrm>
            <a:off x="1025531"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5" name="文本占位符 30"/>
          <p:cNvSpPr>
            <a:spLocks noGrp="1"/>
          </p:cNvSpPr>
          <p:nvPr>
            <p:ph type="body" sz="quarter" idx="19" hasCustomPrompt="1"/>
          </p:nvPr>
        </p:nvSpPr>
        <p:spPr>
          <a:xfrm>
            <a:off x="5091816"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6" name="文本占位符 30"/>
          <p:cNvSpPr>
            <a:spLocks noGrp="1"/>
          </p:cNvSpPr>
          <p:nvPr>
            <p:ph type="body" sz="quarter" idx="20" hasCustomPrompt="1"/>
          </p:nvPr>
        </p:nvSpPr>
        <p:spPr>
          <a:xfrm>
            <a:off x="4645349"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7" name="文本占位符 30"/>
          <p:cNvSpPr>
            <a:spLocks noGrp="1"/>
          </p:cNvSpPr>
          <p:nvPr>
            <p:ph type="body" sz="quarter" idx="21" hasCustomPrompt="1"/>
          </p:nvPr>
        </p:nvSpPr>
        <p:spPr>
          <a:xfrm>
            <a:off x="8716654" y="454718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8" name="文本占位符 30"/>
          <p:cNvSpPr>
            <a:spLocks noGrp="1"/>
          </p:cNvSpPr>
          <p:nvPr>
            <p:ph type="body" sz="quarter" idx="22" hasCustomPrompt="1"/>
          </p:nvPr>
        </p:nvSpPr>
        <p:spPr>
          <a:xfrm>
            <a:off x="8270187" y="4980204"/>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8"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版式-3">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1097694"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1134206"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497302"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5067753"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5104266"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6467362"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8965963"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002476"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365572"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22301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1249383"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1249383"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5247889" y="37996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5247889" y="4232682"/>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9132341"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9132341"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23" hasCustomPrompt="1"/>
          </p:nvPr>
        </p:nvSpPr>
        <p:spPr>
          <a:xfrm rot="19044237">
            <a:off x="1152054" y="305074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28" name="文本占位符 30"/>
          <p:cNvSpPr>
            <a:spLocks noGrp="1"/>
          </p:cNvSpPr>
          <p:nvPr>
            <p:ph type="body" sz="quarter" idx="24" hasCustomPrompt="1"/>
          </p:nvPr>
        </p:nvSpPr>
        <p:spPr>
          <a:xfrm rot="19044237">
            <a:off x="5135658"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30" name="文本占位符 30"/>
          <p:cNvSpPr>
            <a:spLocks noGrp="1"/>
          </p:cNvSpPr>
          <p:nvPr>
            <p:ph type="body" sz="quarter" idx="25" hasCustomPrompt="1"/>
          </p:nvPr>
        </p:nvSpPr>
        <p:spPr>
          <a:xfrm rot="19044237">
            <a:off x="9059584"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23"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8版式-4">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685576"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722088"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085184"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ïṥḻïdé"/>
          <p:cNvSpPr/>
          <p:nvPr/>
        </p:nvSpPr>
        <p:spPr>
          <a:xfrm>
            <a:off x="3513743" y="2958232"/>
            <a:ext cx="2345839" cy="3024336"/>
          </a:xfrm>
          <a:prstGeom prst="rect">
            <a:avLst/>
          </a:prstGeom>
          <a:no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14" name="îṣļiḋê"/>
          <p:cNvSpPr/>
          <p:nvPr/>
        </p:nvSpPr>
        <p:spPr>
          <a:xfrm rot="5400000">
            <a:off x="3550256" y="2921719"/>
            <a:ext cx="840739" cy="91376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slíḑé"/>
          <p:cNvSpPr/>
          <p:nvPr/>
        </p:nvSpPr>
        <p:spPr>
          <a:xfrm rot="16200000">
            <a:off x="4913352" y="5036338"/>
            <a:ext cx="906847" cy="98561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6341910"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6378423"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7741519"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9170077"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206590"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569686"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03775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853874"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853874"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3670226"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3670226"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6499407"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6499407"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40" name="文本占位符 30"/>
          <p:cNvSpPr>
            <a:spLocks noGrp="1"/>
          </p:cNvSpPr>
          <p:nvPr>
            <p:ph type="body" sz="quarter" idx="23" hasCustomPrompt="1"/>
          </p:nvPr>
        </p:nvSpPr>
        <p:spPr>
          <a:xfrm>
            <a:off x="9337732"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4" hasCustomPrompt="1"/>
          </p:nvPr>
        </p:nvSpPr>
        <p:spPr>
          <a:xfrm>
            <a:off x="9337732"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0" name="文本占位符 30"/>
          <p:cNvSpPr>
            <a:spLocks noGrp="1"/>
          </p:cNvSpPr>
          <p:nvPr>
            <p:ph type="body" sz="quarter" idx="25" hasCustomPrompt="1"/>
          </p:nvPr>
        </p:nvSpPr>
        <p:spPr>
          <a:xfrm rot="19044237">
            <a:off x="752121" y="3067474"/>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31" name="文本占位符 30"/>
          <p:cNvSpPr>
            <a:spLocks noGrp="1"/>
          </p:cNvSpPr>
          <p:nvPr>
            <p:ph type="body" sz="quarter" idx="26" hasCustomPrompt="1"/>
          </p:nvPr>
        </p:nvSpPr>
        <p:spPr>
          <a:xfrm rot="19044237">
            <a:off x="3587842" y="306523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42" name="文本占位符 30"/>
          <p:cNvSpPr>
            <a:spLocks noGrp="1"/>
          </p:cNvSpPr>
          <p:nvPr>
            <p:ph type="body" sz="quarter" idx="27" hasCustomPrompt="1"/>
          </p:nvPr>
        </p:nvSpPr>
        <p:spPr>
          <a:xfrm rot="19044237">
            <a:off x="6423562" y="3065229"/>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43" name="文本占位符 30"/>
          <p:cNvSpPr>
            <a:spLocks noGrp="1"/>
          </p:cNvSpPr>
          <p:nvPr>
            <p:ph type="body" sz="quarter" idx="28" hasCustomPrompt="1"/>
          </p:nvPr>
        </p:nvSpPr>
        <p:spPr>
          <a:xfrm rot="19044237">
            <a:off x="9283849" y="3026201"/>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04</a:t>
            </a:r>
            <a:endParaRPr kumimoji="1" lang="zh-CN" altLang="en-US" dirty="0"/>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9版式-3">
    <p:bg>
      <p:bgPr>
        <a:solidFill>
          <a:schemeClr val="bg1"/>
        </a:solidFill>
        <a:effectLst/>
      </p:bgPr>
    </p:bg>
    <p:spTree>
      <p:nvGrpSpPr>
        <p:cNvPr id="1" name=""/>
        <p:cNvGrpSpPr/>
        <p:nvPr/>
      </p:nvGrpSpPr>
      <p:grpSpPr>
        <a:xfrm>
          <a:off x="0" y="0"/>
          <a:ext cx="0" cy="0"/>
          <a:chOff x="0" y="0"/>
          <a:chExt cx="0" cy="0"/>
        </a:xfrm>
      </p:grpSpPr>
      <p:sp>
        <p:nvSpPr>
          <p:cNvPr id="32" name="稻壳儿小白白(http://dwz.cn/Wu2UP)"/>
          <p:cNvSpPr>
            <a:spLocks noChangeArrowheads="1"/>
          </p:cNvSpPr>
          <p:nvPr userDrawn="1"/>
        </p:nvSpPr>
        <p:spPr bwMode="auto">
          <a:xfrm>
            <a:off x="2201637" y="2789321"/>
            <a:ext cx="862013" cy="862012"/>
          </a:xfrm>
          <a:prstGeom prst="pentagon">
            <a:avLst/>
          </a:prstGeom>
          <a:solidFill>
            <a:srgbClr val="0089FF"/>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800">
              <a:latin typeface="+mn-lt"/>
              <a:ea typeface="+mn-ea"/>
              <a:cs typeface="+mn-ea"/>
              <a:sym typeface="+mn-lt"/>
            </a:endParaRPr>
          </a:p>
        </p:txBody>
      </p:sp>
      <p:sp>
        <p:nvSpPr>
          <p:cNvPr id="33" name="稻壳儿小白白(http://dwz.cn/Wu2UP)"/>
          <p:cNvSpPr>
            <a:spLocks noChangeArrowheads="1"/>
          </p:cNvSpPr>
          <p:nvPr userDrawn="1"/>
        </p:nvSpPr>
        <p:spPr bwMode="auto">
          <a:xfrm>
            <a:off x="5729367" y="2789321"/>
            <a:ext cx="862013" cy="862012"/>
          </a:xfrm>
          <a:prstGeom prst="pentagon">
            <a:avLst/>
          </a:prstGeom>
          <a:solidFill>
            <a:schemeClr val="accent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34" name="稻壳儿小白白(http://dwz.cn/Wu2UP)"/>
          <p:cNvSpPr>
            <a:spLocks noChangeArrowheads="1"/>
          </p:cNvSpPr>
          <p:nvPr userDrawn="1"/>
        </p:nvSpPr>
        <p:spPr bwMode="auto">
          <a:xfrm>
            <a:off x="9171321" y="2789321"/>
            <a:ext cx="860425" cy="862012"/>
          </a:xfrm>
          <a:prstGeom prst="pentagon">
            <a:avLst/>
          </a:prstGeom>
          <a:solidFill>
            <a:schemeClr val="tx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400">
              <a:latin typeface="+mn-lt"/>
              <a:ea typeface="+mn-ea"/>
              <a:cs typeface="+mn-ea"/>
              <a:sym typeface="+mn-lt"/>
            </a:endParaRPr>
          </a:p>
        </p:txBody>
      </p:sp>
      <p:cxnSp>
        <p:nvCxnSpPr>
          <p:cNvPr id="39" name="直接连接符 13"/>
          <p:cNvCxnSpPr/>
          <p:nvPr userDrawn="1"/>
        </p:nvCxnSpPr>
        <p:spPr>
          <a:xfrm>
            <a:off x="4415985"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14"/>
          <p:cNvCxnSpPr/>
          <p:nvPr userDrawn="1"/>
        </p:nvCxnSpPr>
        <p:spPr>
          <a:xfrm>
            <a:off x="7978726"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2" name="文本占位符 30"/>
          <p:cNvSpPr>
            <a:spLocks noGrp="1"/>
          </p:cNvSpPr>
          <p:nvPr>
            <p:ph type="body" sz="quarter" idx="18" hasCustomPrompt="1"/>
          </p:nvPr>
        </p:nvSpPr>
        <p:spPr>
          <a:xfrm>
            <a:off x="1676258"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3" name="文本占位符 30"/>
          <p:cNvSpPr>
            <a:spLocks noGrp="1"/>
          </p:cNvSpPr>
          <p:nvPr>
            <p:ph type="body" sz="quarter" idx="16" hasCustomPrompt="1"/>
          </p:nvPr>
        </p:nvSpPr>
        <p:spPr>
          <a:xfrm>
            <a:off x="1222630"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19" hasCustomPrompt="1"/>
          </p:nvPr>
        </p:nvSpPr>
        <p:spPr>
          <a:xfrm>
            <a:off x="519770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5" name="文本占位符 30"/>
          <p:cNvSpPr>
            <a:spLocks noGrp="1"/>
          </p:cNvSpPr>
          <p:nvPr>
            <p:ph type="body" sz="quarter" idx="20" hasCustomPrompt="1"/>
          </p:nvPr>
        </p:nvSpPr>
        <p:spPr>
          <a:xfrm>
            <a:off x="4779933"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6" name="文本占位符 30"/>
          <p:cNvSpPr>
            <a:spLocks noGrp="1"/>
          </p:cNvSpPr>
          <p:nvPr>
            <p:ph type="body" sz="quarter" idx="21" hasCustomPrompt="1"/>
          </p:nvPr>
        </p:nvSpPr>
        <p:spPr>
          <a:xfrm>
            <a:off x="864176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7" name="文本占位符 30"/>
          <p:cNvSpPr>
            <a:spLocks noGrp="1"/>
          </p:cNvSpPr>
          <p:nvPr>
            <p:ph type="body" sz="quarter" idx="22" hasCustomPrompt="1"/>
          </p:nvPr>
        </p:nvSpPr>
        <p:spPr>
          <a:xfrm>
            <a:off x="8313638"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0版式-4">
    <p:bg>
      <p:bgPr>
        <a:solidFill>
          <a:schemeClr val="bg1"/>
        </a:solidFill>
        <a:effectLst/>
      </p:bgPr>
    </p:bg>
    <p:spTree>
      <p:nvGrpSpPr>
        <p:cNvPr id="1" name=""/>
        <p:cNvGrpSpPr/>
        <p:nvPr/>
      </p:nvGrpSpPr>
      <p:grpSpPr>
        <a:xfrm>
          <a:off x="0" y="0"/>
          <a:ext cx="0" cy="0"/>
          <a:chOff x="0" y="0"/>
          <a:chExt cx="0" cy="0"/>
        </a:xfrm>
      </p:grpSpPr>
      <p:sp>
        <p:nvSpPr>
          <p:cNvPr id="19" name="îSḻíḑê"/>
          <p:cNvSpPr/>
          <p:nvPr userDrawn="1"/>
        </p:nvSpPr>
        <p:spPr bwMode="auto">
          <a:xfrm>
            <a:off x="4092055" y="1321080"/>
            <a:ext cx="3997173" cy="4020490"/>
          </a:xfrm>
          <a:prstGeom prst="rect">
            <a:avLst/>
          </a:prstGeom>
          <a:noFill/>
          <a:ln w="9525">
            <a:noFill/>
            <a:miter lim="800000"/>
          </a:ln>
        </p:spPr>
        <p:txBody>
          <a:bodyPr wrap="square" lIns="91440" tIns="45720" rIns="91440" bIns="45720" anchor="ctr">
            <a:normAutofit/>
          </a:bodyPr>
          <a:lstStyle/>
          <a:p>
            <a:pPr algn="ctr"/>
            <a:endParaRPr/>
          </a:p>
        </p:txBody>
      </p:sp>
      <p:sp>
        <p:nvSpPr>
          <p:cNvPr id="20" name="îṡ1îḍé"/>
          <p:cNvSpPr/>
          <p:nvPr userDrawn="1"/>
        </p:nvSpPr>
        <p:spPr bwMode="auto">
          <a:xfrm>
            <a:off x="6125617" y="3013217"/>
            <a:ext cx="907691" cy="1172504"/>
          </a:xfrm>
          <a:custGeom>
            <a:avLst/>
            <a:gdLst/>
            <a:ahLst/>
            <a:cxnLst>
              <a:cxn ang="0">
                <a:pos x="222" y="0"/>
              </a:cxn>
              <a:cxn ang="0">
                <a:pos x="0" y="223"/>
              </a:cxn>
              <a:cxn ang="0">
                <a:pos x="222" y="446"/>
              </a:cxn>
              <a:cxn ang="0">
                <a:pos x="222" y="0"/>
              </a:cxn>
            </a:cxnLst>
            <a:rect l="0" t="0" r="r" b="b"/>
            <a:pathLst>
              <a:path w="345" h="446">
                <a:moveTo>
                  <a:pt x="222" y="0"/>
                </a:moveTo>
                <a:cubicBezTo>
                  <a:pt x="0" y="223"/>
                  <a:pt x="0" y="223"/>
                  <a:pt x="0" y="223"/>
                </a:cubicBezTo>
                <a:cubicBezTo>
                  <a:pt x="222" y="446"/>
                  <a:pt x="222" y="446"/>
                  <a:pt x="222" y="446"/>
                </a:cubicBezTo>
                <a:cubicBezTo>
                  <a:pt x="345" y="323"/>
                  <a:pt x="345" y="123"/>
                  <a:pt x="222" y="0"/>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1" name="iṣlîďé"/>
          <p:cNvSpPr/>
          <p:nvPr userDrawn="1"/>
        </p:nvSpPr>
        <p:spPr bwMode="auto">
          <a:xfrm>
            <a:off x="5501058" y="3651099"/>
            <a:ext cx="1169173" cy="909357"/>
          </a:xfrm>
          <a:custGeom>
            <a:avLst/>
            <a:gdLst/>
            <a:ahLst/>
            <a:cxnLst>
              <a:cxn ang="0">
                <a:pos x="445" y="223"/>
              </a:cxn>
              <a:cxn ang="0">
                <a:pos x="222" y="0"/>
              </a:cxn>
              <a:cxn ang="0">
                <a:pos x="0" y="223"/>
              </a:cxn>
              <a:cxn ang="0">
                <a:pos x="445" y="223"/>
              </a:cxn>
            </a:cxnLst>
            <a:rect l="0" t="0" r="r" b="b"/>
            <a:pathLst>
              <a:path w="445" h="346">
                <a:moveTo>
                  <a:pt x="445" y="223"/>
                </a:moveTo>
                <a:cubicBezTo>
                  <a:pt x="222" y="0"/>
                  <a:pt x="222" y="0"/>
                  <a:pt x="222" y="0"/>
                </a:cubicBezTo>
                <a:cubicBezTo>
                  <a:pt x="0" y="223"/>
                  <a:pt x="0" y="223"/>
                  <a:pt x="0" y="223"/>
                </a:cubicBezTo>
                <a:cubicBezTo>
                  <a:pt x="123" y="346"/>
                  <a:pt x="322" y="346"/>
                  <a:pt x="445" y="2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2" name="íŝḻîḍe"/>
          <p:cNvSpPr/>
          <p:nvPr userDrawn="1"/>
        </p:nvSpPr>
        <p:spPr bwMode="auto">
          <a:xfrm>
            <a:off x="5141313" y="3013217"/>
            <a:ext cx="909357" cy="1172504"/>
          </a:xfrm>
          <a:custGeom>
            <a:avLst/>
            <a:gdLst/>
            <a:ahLst/>
            <a:cxnLst>
              <a:cxn ang="0">
                <a:pos x="123" y="446"/>
              </a:cxn>
              <a:cxn ang="0">
                <a:pos x="346" y="223"/>
              </a:cxn>
              <a:cxn ang="0">
                <a:pos x="123" y="0"/>
              </a:cxn>
              <a:cxn ang="0">
                <a:pos x="123" y="446"/>
              </a:cxn>
            </a:cxnLst>
            <a:rect l="0" t="0" r="r" b="b"/>
            <a:pathLst>
              <a:path w="346" h="446">
                <a:moveTo>
                  <a:pt x="123" y="446"/>
                </a:moveTo>
                <a:cubicBezTo>
                  <a:pt x="346" y="223"/>
                  <a:pt x="346" y="223"/>
                  <a:pt x="346" y="223"/>
                </a:cubicBezTo>
                <a:cubicBezTo>
                  <a:pt x="123" y="0"/>
                  <a:pt x="123" y="0"/>
                  <a:pt x="123" y="0"/>
                </a:cubicBezTo>
                <a:cubicBezTo>
                  <a:pt x="0" y="123"/>
                  <a:pt x="0" y="323"/>
                  <a:pt x="123" y="446"/>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3" name="ïṧļídè"/>
          <p:cNvSpPr/>
          <p:nvPr userDrawn="1"/>
        </p:nvSpPr>
        <p:spPr bwMode="auto">
          <a:xfrm>
            <a:off x="5501058" y="2636816"/>
            <a:ext cx="1169173" cy="909357"/>
          </a:xfrm>
          <a:custGeom>
            <a:avLst/>
            <a:gdLst/>
            <a:ahLst/>
            <a:cxnLst>
              <a:cxn ang="0">
                <a:pos x="0" y="123"/>
              </a:cxn>
              <a:cxn ang="0">
                <a:pos x="222" y="346"/>
              </a:cxn>
              <a:cxn ang="0">
                <a:pos x="445" y="123"/>
              </a:cxn>
              <a:cxn ang="0">
                <a:pos x="0" y="123"/>
              </a:cxn>
            </a:cxnLst>
            <a:rect l="0" t="0" r="r" b="b"/>
            <a:pathLst>
              <a:path w="445" h="346">
                <a:moveTo>
                  <a:pt x="0" y="123"/>
                </a:moveTo>
                <a:cubicBezTo>
                  <a:pt x="222" y="346"/>
                  <a:pt x="222" y="346"/>
                  <a:pt x="222" y="346"/>
                </a:cubicBezTo>
                <a:cubicBezTo>
                  <a:pt x="445" y="123"/>
                  <a:pt x="445" y="123"/>
                  <a:pt x="445" y="123"/>
                </a:cubicBezTo>
                <a:cubicBezTo>
                  <a:pt x="322" y="0"/>
                  <a:pt x="123" y="0"/>
                  <a:pt x="0" y="1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4" name="ís1ïďè"/>
          <p:cNvSpPr/>
          <p:nvPr userDrawn="1"/>
        </p:nvSpPr>
        <p:spPr bwMode="auto">
          <a:xfrm>
            <a:off x="4338547" y="4400569"/>
            <a:ext cx="936005" cy="937670"/>
          </a:xfrm>
          <a:custGeom>
            <a:avLst/>
            <a:gdLst/>
            <a:ahLst/>
            <a:cxnLst>
              <a:cxn ang="0">
                <a:pos x="355" y="357"/>
              </a:cxn>
              <a:cxn ang="0">
                <a:pos x="0" y="1"/>
              </a:cxn>
              <a:cxn ang="0">
                <a:pos x="2" y="0"/>
              </a:cxn>
              <a:cxn ang="0">
                <a:pos x="356" y="354"/>
              </a:cxn>
              <a:cxn ang="0">
                <a:pos x="355" y="357"/>
              </a:cxn>
            </a:cxnLst>
            <a:rect l="0" t="0" r="r" b="b"/>
            <a:pathLst>
              <a:path w="356" h="357">
                <a:moveTo>
                  <a:pt x="355" y="357"/>
                </a:moveTo>
                <a:cubicBezTo>
                  <a:pt x="199" y="284"/>
                  <a:pt x="73" y="158"/>
                  <a:pt x="0" y="1"/>
                </a:cubicBezTo>
                <a:cubicBezTo>
                  <a:pt x="2" y="0"/>
                  <a:pt x="2" y="0"/>
                  <a:pt x="2" y="0"/>
                </a:cubicBezTo>
                <a:cubicBezTo>
                  <a:pt x="75" y="156"/>
                  <a:pt x="201" y="282"/>
                  <a:pt x="356" y="354"/>
                </a:cubicBezTo>
                <a:lnTo>
                  <a:pt x="355" y="357"/>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5" name="îśļîdè"/>
          <p:cNvSpPr/>
          <p:nvPr userDrawn="1"/>
        </p:nvSpPr>
        <p:spPr bwMode="auto">
          <a:xfrm>
            <a:off x="6893407" y="1845709"/>
            <a:ext cx="937670" cy="936005"/>
          </a:xfrm>
          <a:custGeom>
            <a:avLst/>
            <a:gdLst/>
            <a:ahLst/>
            <a:cxnLst>
              <a:cxn ang="0">
                <a:pos x="354" y="356"/>
              </a:cxn>
              <a:cxn ang="0">
                <a:pos x="0" y="2"/>
              </a:cxn>
              <a:cxn ang="0">
                <a:pos x="1" y="0"/>
              </a:cxn>
              <a:cxn ang="0">
                <a:pos x="357" y="355"/>
              </a:cxn>
              <a:cxn ang="0">
                <a:pos x="354" y="356"/>
              </a:cxn>
            </a:cxnLst>
            <a:rect l="0" t="0" r="r" b="b"/>
            <a:pathLst>
              <a:path w="357" h="356">
                <a:moveTo>
                  <a:pt x="354" y="356"/>
                </a:moveTo>
                <a:cubicBezTo>
                  <a:pt x="282" y="201"/>
                  <a:pt x="156" y="75"/>
                  <a:pt x="0" y="2"/>
                </a:cubicBezTo>
                <a:cubicBezTo>
                  <a:pt x="1" y="0"/>
                  <a:pt x="1" y="0"/>
                  <a:pt x="1" y="0"/>
                </a:cubicBezTo>
                <a:cubicBezTo>
                  <a:pt x="158" y="73"/>
                  <a:pt x="284" y="199"/>
                  <a:pt x="357" y="355"/>
                </a:cubicBezTo>
                <a:lnTo>
                  <a:pt x="354" y="356"/>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6" name="íŝ1iḋé"/>
          <p:cNvSpPr/>
          <p:nvPr userDrawn="1"/>
        </p:nvSpPr>
        <p:spPr bwMode="auto">
          <a:xfrm>
            <a:off x="6893407" y="4400569"/>
            <a:ext cx="937670" cy="937670"/>
          </a:xfrm>
          <a:custGeom>
            <a:avLst/>
            <a:gdLst/>
            <a:ahLst/>
            <a:cxnLst>
              <a:cxn ang="0">
                <a:pos x="1" y="357"/>
              </a:cxn>
              <a:cxn ang="0">
                <a:pos x="0" y="354"/>
              </a:cxn>
              <a:cxn ang="0">
                <a:pos x="354" y="0"/>
              </a:cxn>
              <a:cxn ang="0">
                <a:pos x="357" y="1"/>
              </a:cxn>
              <a:cxn ang="0">
                <a:pos x="1" y="357"/>
              </a:cxn>
            </a:cxnLst>
            <a:rect l="0" t="0" r="r" b="b"/>
            <a:pathLst>
              <a:path w="357" h="357">
                <a:moveTo>
                  <a:pt x="1" y="357"/>
                </a:moveTo>
                <a:cubicBezTo>
                  <a:pt x="0" y="354"/>
                  <a:pt x="0" y="354"/>
                  <a:pt x="0" y="354"/>
                </a:cubicBezTo>
                <a:cubicBezTo>
                  <a:pt x="156" y="282"/>
                  <a:pt x="282" y="156"/>
                  <a:pt x="354" y="0"/>
                </a:cubicBezTo>
                <a:cubicBezTo>
                  <a:pt x="357" y="1"/>
                  <a:pt x="357" y="1"/>
                  <a:pt x="357" y="1"/>
                </a:cubicBezTo>
                <a:cubicBezTo>
                  <a:pt x="284" y="158"/>
                  <a:pt x="158" y="284"/>
                  <a:pt x="1" y="35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7" name="ïs1ïḋè"/>
          <p:cNvSpPr/>
          <p:nvPr userDrawn="1"/>
        </p:nvSpPr>
        <p:spPr bwMode="auto">
          <a:xfrm>
            <a:off x="4383516" y="1890677"/>
            <a:ext cx="912688" cy="912688"/>
          </a:xfrm>
          <a:custGeom>
            <a:avLst/>
            <a:gdLst/>
            <a:ahLst/>
            <a:cxnLst>
              <a:cxn ang="0">
                <a:pos x="2" y="347"/>
              </a:cxn>
              <a:cxn ang="0">
                <a:pos x="0" y="346"/>
              </a:cxn>
              <a:cxn ang="0">
                <a:pos x="346" y="0"/>
              </a:cxn>
              <a:cxn ang="0">
                <a:pos x="347" y="2"/>
              </a:cxn>
              <a:cxn ang="0">
                <a:pos x="2" y="347"/>
              </a:cxn>
            </a:cxnLst>
            <a:rect l="0" t="0" r="r" b="b"/>
            <a:pathLst>
              <a:path w="347" h="347">
                <a:moveTo>
                  <a:pt x="2" y="347"/>
                </a:moveTo>
                <a:cubicBezTo>
                  <a:pt x="0" y="346"/>
                  <a:pt x="0" y="346"/>
                  <a:pt x="0" y="346"/>
                </a:cubicBezTo>
                <a:cubicBezTo>
                  <a:pt x="71" y="194"/>
                  <a:pt x="194" y="71"/>
                  <a:pt x="346" y="0"/>
                </a:cubicBezTo>
                <a:cubicBezTo>
                  <a:pt x="347" y="2"/>
                  <a:pt x="347" y="2"/>
                  <a:pt x="347" y="2"/>
                </a:cubicBezTo>
                <a:cubicBezTo>
                  <a:pt x="196" y="73"/>
                  <a:pt x="73" y="195"/>
                  <a:pt x="2" y="34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53" name="iŝ1iḓê"/>
          <p:cNvSpPr/>
          <p:nvPr userDrawn="1"/>
        </p:nvSpPr>
        <p:spPr>
          <a:xfrm>
            <a:off x="728291"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3" name="文本占位符 30"/>
          <p:cNvSpPr>
            <a:spLocks noGrp="1"/>
          </p:cNvSpPr>
          <p:nvPr>
            <p:ph type="body" sz="quarter" idx="18" hasCustomPrompt="1"/>
          </p:nvPr>
        </p:nvSpPr>
        <p:spPr>
          <a:xfrm>
            <a:off x="902381" y="176383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4" name="文本占位符 30"/>
          <p:cNvSpPr>
            <a:spLocks noGrp="1"/>
          </p:cNvSpPr>
          <p:nvPr>
            <p:ph type="body" sz="quarter" idx="16" hasCustomPrompt="1"/>
          </p:nvPr>
        </p:nvSpPr>
        <p:spPr>
          <a:xfrm>
            <a:off x="902381"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6" name="iŝ1iḓê"/>
          <p:cNvSpPr/>
          <p:nvPr userDrawn="1"/>
        </p:nvSpPr>
        <p:spPr>
          <a:xfrm>
            <a:off x="728291" y="4219783"/>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7" name="文本占位符 30"/>
          <p:cNvSpPr>
            <a:spLocks noGrp="1"/>
          </p:cNvSpPr>
          <p:nvPr>
            <p:ph type="body" sz="quarter" idx="19" hasCustomPrompt="1"/>
          </p:nvPr>
        </p:nvSpPr>
        <p:spPr>
          <a:xfrm>
            <a:off x="902381" y="4369329"/>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8" name="文本占位符 30"/>
          <p:cNvSpPr>
            <a:spLocks noGrp="1"/>
          </p:cNvSpPr>
          <p:nvPr>
            <p:ph type="body" sz="quarter" idx="20" hasCustomPrompt="1"/>
          </p:nvPr>
        </p:nvSpPr>
        <p:spPr>
          <a:xfrm>
            <a:off x="902381" y="4822638"/>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9" name="iŝ1iḓê"/>
          <p:cNvSpPr/>
          <p:nvPr userDrawn="1"/>
        </p:nvSpPr>
        <p:spPr>
          <a:xfrm>
            <a:off x="8335720" y="4223682"/>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0" name="文本占位符 30"/>
          <p:cNvSpPr>
            <a:spLocks noGrp="1"/>
          </p:cNvSpPr>
          <p:nvPr>
            <p:ph type="body" sz="quarter" idx="21" hasCustomPrompt="1"/>
          </p:nvPr>
        </p:nvSpPr>
        <p:spPr>
          <a:xfrm>
            <a:off x="8509810" y="4373228"/>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2" hasCustomPrompt="1"/>
          </p:nvPr>
        </p:nvSpPr>
        <p:spPr>
          <a:xfrm>
            <a:off x="8509810" y="4826537"/>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2" name="iŝ1iḓê"/>
          <p:cNvSpPr/>
          <p:nvPr userDrawn="1"/>
        </p:nvSpPr>
        <p:spPr>
          <a:xfrm>
            <a:off x="8335720"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3" name="文本占位符 30"/>
          <p:cNvSpPr>
            <a:spLocks noGrp="1"/>
          </p:cNvSpPr>
          <p:nvPr>
            <p:ph type="body" sz="quarter" idx="23" hasCustomPrompt="1"/>
          </p:nvPr>
        </p:nvSpPr>
        <p:spPr>
          <a:xfrm>
            <a:off x="8509810" y="1763830"/>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4" name="文本占位符 30"/>
          <p:cNvSpPr>
            <a:spLocks noGrp="1"/>
          </p:cNvSpPr>
          <p:nvPr>
            <p:ph type="body" sz="quarter" idx="24" hasCustomPrompt="1"/>
          </p:nvPr>
        </p:nvSpPr>
        <p:spPr>
          <a:xfrm>
            <a:off x="8509810"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5" name="文本占位符 30"/>
          <p:cNvSpPr>
            <a:spLocks noGrp="1"/>
          </p:cNvSpPr>
          <p:nvPr>
            <p:ph type="body" sz="quarter" idx="25" hasCustomPrompt="1"/>
          </p:nvPr>
        </p:nvSpPr>
        <p:spPr>
          <a:xfrm>
            <a:off x="5766555" y="533823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6" name="文本占位符 30"/>
          <p:cNvSpPr>
            <a:spLocks noGrp="1"/>
          </p:cNvSpPr>
          <p:nvPr>
            <p:ph type="body" sz="quarter" idx="26" hasCustomPrompt="1"/>
          </p:nvPr>
        </p:nvSpPr>
        <p:spPr>
          <a:xfrm>
            <a:off x="5766555" y="169111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59" name="文本占位符 30"/>
          <p:cNvSpPr>
            <a:spLocks noGrp="1"/>
          </p:cNvSpPr>
          <p:nvPr>
            <p:ph type="body" sz="quarter" idx="27" hasCustomPrompt="1"/>
          </p:nvPr>
        </p:nvSpPr>
        <p:spPr>
          <a:xfrm>
            <a:off x="754340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0" name="文本占位符 30"/>
          <p:cNvSpPr>
            <a:spLocks noGrp="1"/>
          </p:cNvSpPr>
          <p:nvPr>
            <p:ph type="body" sz="quarter" idx="28" hasCustomPrompt="1"/>
          </p:nvPr>
        </p:nvSpPr>
        <p:spPr>
          <a:xfrm>
            <a:off x="397433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2" name="文本占位符 30"/>
          <p:cNvSpPr>
            <a:spLocks noGrp="1"/>
          </p:cNvSpPr>
          <p:nvPr>
            <p:ph type="body" sz="quarter" idx="29" hasCustomPrompt="1"/>
          </p:nvPr>
        </p:nvSpPr>
        <p:spPr>
          <a:xfrm>
            <a:off x="5777758" y="2814227"/>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3" name="文本占位符 30"/>
          <p:cNvSpPr>
            <a:spLocks noGrp="1"/>
          </p:cNvSpPr>
          <p:nvPr>
            <p:ph type="body" sz="quarter" idx="30" hasCustomPrompt="1"/>
          </p:nvPr>
        </p:nvSpPr>
        <p:spPr>
          <a:xfrm>
            <a:off x="5766555" y="3966816"/>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4" name="文本占位符 30"/>
          <p:cNvSpPr>
            <a:spLocks noGrp="1"/>
          </p:cNvSpPr>
          <p:nvPr>
            <p:ph type="body" sz="quarter" idx="31" hasCustomPrompt="1"/>
          </p:nvPr>
        </p:nvSpPr>
        <p:spPr>
          <a:xfrm>
            <a:off x="5229118" y="341099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5" name="文本占位符 30"/>
          <p:cNvSpPr>
            <a:spLocks noGrp="1"/>
          </p:cNvSpPr>
          <p:nvPr>
            <p:ph type="body" sz="quarter" idx="32" hasCustomPrompt="1"/>
          </p:nvPr>
        </p:nvSpPr>
        <p:spPr>
          <a:xfrm>
            <a:off x="6278271" y="3401368"/>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4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1版式-3">
    <p:bg>
      <p:bgPr>
        <a:solidFill>
          <a:schemeClr val="bg1"/>
        </a:solidFill>
        <a:effectLst/>
      </p:bgPr>
    </p:bg>
    <p:spTree>
      <p:nvGrpSpPr>
        <p:cNvPr id="1" name=""/>
        <p:cNvGrpSpPr/>
        <p:nvPr/>
      </p:nvGrpSpPr>
      <p:grpSpPr>
        <a:xfrm>
          <a:off x="0" y="0"/>
          <a:ext cx="0" cy="0"/>
          <a:chOff x="0" y="0"/>
          <a:chExt cx="0" cy="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425360" y="3327134"/>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137360" y="3327134"/>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sp>
        <p:nvSpPr>
          <p:cNvPr id="42"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4" name="文本占位符 30"/>
          <p:cNvSpPr>
            <a:spLocks noGrp="1"/>
          </p:cNvSpPr>
          <p:nvPr>
            <p:ph type="body" sz="quarter" idx="19" hasCustomPrompt="1"/>
          </p:nvPr>
        </p:nvSpPr>
        <p:spPr>
          <a:xfrm>
            <a:off x="4388478" y="1554544"/>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0" hasCustomPrompt="1"/>
          </p:nvPr>
        </p:nvSpPr>
        <p:spPr>
          <a:xfrm>
            <a:off x="4388477" y="2007852"/>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1" hasCustomPrompt="1"/>
          </p:nvPr>
        </p:nvSpPr>
        <p:spPr>
          <a:xfrm>
            <a:off x="4811993" y="3423065"/>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2" hasCustomPrompt="1"/>
          </p:nvPr>
        </p:nvSpPr>
        <p:spPr>
          <a:xfrm>
            <a:off x="4811992" y="3876373"/>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3" hasCustomPrompt="1"/>
          </p:nvPr>
        </p:nvSpPr>
        <p:spPr>
          <a:xfrm>
            <a:off x="4388477" y="5311572"/>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4" hasCustomPrompt="1"/>
          </p:nvPr>
        </p:nvSpPr>
        <p:spPr>
          <a:xfrm>
            <a:off x="4388476" y="5764881"/>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1版式-4">
    <p:bg>
      <p:bgPr>
        <a:solidFill>
          <a:schemeClr val="bg1"/>
        </a:solidFill>
        <a:effectLst/>
      </p:bgPr>
    </p:bg>
    <p:spTree>
      <p:nvGrpSpPr>
        <p:cNvPr id="1" name=""/>
        <p:cNvGrpSpPr/>
        <p:nvPr/>
      </p:nvGrpSpPr>
      <p:grpSpPr>
        <a:xfrm>
          <a:off x="0" y="0"/>
          <a:ext cx="0" cy="0"/>
          <a:chOff x="0" y="0"/>
          <a:chExt cx="0" cy="0"/>
        </a:xfrm>
      </p:grpSpPr>
      <p:grpSp>
        <p:nvGrpSpPr>
          <p:cNvPr id="4" name="20429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2254651" y="1474850"/>
            <a:ext cx="9265837" cy="4327400"/>
            <a:chOff x="2254651" y="1474850"/>
            <a:chExt cx="9265837" cy="432740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9" name="直接连接符 8"/>
            <p:cNvCxnSpPr>
              <a:stCxn id="19" idx="0"/>
            </p:cNvCxnSpPr>
            <p:nvPr/>
          </p:nvCxnSpPr>
          <p:spPr>
            <a:xfrm>
              <a:off x="4316502" y="3965649"/>
              <a:ext cx="7203986"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316502" y="2720249"/>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3" name="ïşļiďé"/>
            <p:cNvGrpSpPr/>
            <p:nvPr/>
          </p:nvGrpSpPr>
          <p:grpSpPr>
            <a:xfrm>
              <a:off x="7761155" y="2188828"/>
              <a:ext cx="952304" cy="623435"/>
              <a:chOff x="6349908" y="2695299"/>
              <a:chExt cx="952304" cy="623435"/>
            </a:xfrm>
          </p:grpSpPr>
          <p:sp>
            <p:nvSpPr>
              <p:cNvPr id="29" name="iş1îďé"/>
              <p:cNvSpPr txBox="1"/>
              <p:nvPr/>
            </p:nvSpPr>
            <p:spPr>
              <a:xfrm>
                <a:off x="6349908" y="2980180"/>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Apr-Jun</a:t>
                </a:r>
              </a:p>
            </p:txBody>
          </p:sp>
          <p:grpSp>
            <p:nvGrpSpPr>
              <p:cNvPr id="30" name="ïṩḻíḍé"/>
              <p:cNvGrpSpPr>
                <a:grpSpLocks noChangeAspect="1"/>
              </p:cNvGrpSpPr>
              <p:nvPr/>
            </p:nvGrpSpPr>
            <p:grpSpPr>
              <a:xfrm>
                <a:off x="6700714" y="2695299"/>
                <a:ext cx="250681" cy="252001"/>
                <a:chOff x="1547813" y="3240088"/>
                <a:chExt cx="301626" cy="303213"/>
              </a:xfrm>
              <a:solidFill>
                <a:sysClr val="window" lastClr="FFFFFF"/>
              </a:solidFill>
            </p:grpSpPr>
            <p:sp>
              <p:nvSpPr>
                <p:cNvPr id="31" name="íṥlïḍè"/>
                <p:cNvSpPr/>
                <p:nvPr/>
              </p:nvSpPr>
              <p:spPr bwMode="auto">
                <a:xfrm>
                  <a:off x="1611313" y="3392488"/>
                  <a:ext cx="85725" cy="87313"/>
                </a:xfrm>
                <a:custGeom>
                  <a:avLst/>
                  <a:gdLst>
                    <a:gd name="T0" fmla="*/ 92 w 218"/>
                    <a:gd name="T1" fmla="*/ 191 h 219"/>
                    <a:gd name="T2" fmla="*/ 70 w 218"/>
                    <a:gd name="T3" fmla="*/ 183 h 219"/>
                    <a:gd name="T4" fmla="*/ 50 w 218"/>
                    <a:gd name="T5" fmla="*/ 168 h 219"/>
                    <a:gd name="T6" fmla="*/ 35 w 218"/>
                    <a:gd name="T7" fmla="*/ 149 h 219"/>
                    <a:gd name="T8" fmla="*/ 27 w 218"/>
                    <a:gd name="T9" fmla="*/ 125 h 219"/>
                    <a:gd name="T10" fmla="*/ 26 w 218"/>
                    <a:gd name="T11" fmla="*/ 101 h 219"/>
                    <a:gd name="T12" fmla="*/ 32 w 218"/>
                    <a:gd name="T13" fmla="*/ 77 h 219"/>
                    <a:gd name="T14" fmla="*/ 45 w 218"/>
                    <a:gd name="T15" fmla="*/ 56 h 219"/>
                    <a:gd name="T16" fmla="*/ 62 w 218"/>
                    <a:gd name="T17" fmla="*/ 40 h 219"/>
                    <a:gd name="T18" fmla="*/ 85 w 218"/>
                    <a:gd name="T19" fmla="*/ 29 h 219"/>
                    <a:gd name="T20" fmla="*/ 109 w 218"/>
                    <a:gd name="T21" fmla="*/ 26 h 219"/>
                    <a:gd name="T22" fmla="*/ 134 w 218"/>
                    <a:gd name="T23" fmla="*/ 29 h 219"/>
                    <a:gd name="T24" fmla="*/ 155 w 218"/>
                    <a:gd name="T25" fmla="*/ 40 h 219"/>
                    <a:gd name="T26" fmla="*/ 174 w 218"/>
                    <a:gd name="T27" fmla="*/ 56 h 219"/>
                    <a:gd name="T28" fmla="*/ 186 w 218"/>
                    <a:gd name="T29" fmla="*/ 77 h 219"/>
                    <a:gd name="T30" fmla="*/ 192 w 218"/>
                    <a:gd name="T31" fmla="*/ 101 h 219"/>
                    <a:gd name="T32" fmla="*/ 191 w 218"/>
                    <a:gd name="T33" fmla="*/ 125 h 219"/>
                    <a:gd name="T34" fmla="*/ 182 w 218"/>
                    <a:gd name="T35" fmla="*/ 149 h 219"/>
                    <a:gd name="T36" fmla="*/ 168 w 218"/>
                    <a:gd name="T37" fmla="*/ 168 h 219"/>
                    <a:gd name="T38" fmla="*/ 149 w 218"/>
                    <a:gd name="T39" fmla="*/ 183 h 219"/>
                    <a:gd name="T40" fmla="*/ 125 w 218"/>
                    <a:gd name="T41" fmla="*/ 191 h 219"/>
                    <a:gd name="T42" fmla="*/ 109 w 218"/>
                    <a:gd name="T43" fmla="*/ 0 h 219"/>
                    <a:gd name="T44" fmla="*/ 77 w 218"/>
                    <a:gd name="T45" fmla="*/ 4 h 219"/>
                    <a:gd name="T46" fmla="*/ 48 w 218"/>
                    <a:gd name="T47" fmla="*/ 18 h 219"/>
                    <a:gd name="T48" fmla="*/ 25 w 218"/>
                    <a:gd name="T49" fmla="*/ 40 h 219"/>
                    <a:gd name="T50" fmla="*/ 8 w 218"/>
                    <a:gd name="T51" fmla="*/ 66 h 219"/>
                    <a:gd name="T52" fmla="*/ 1 w 218"/>
                    <a:gd name="T53" fmla="*/ 98 h 219"/>
                    <a:gd name="T54" fmla="*/ 2 w 218"/>
                    <a:gd name="T55" fmla="*/ 131 h 219"/>
                    <a:gd name="T56" fmla="*/ 13 w 218"/>
                    <a:gd name="T57" fmla="*/ 161 h 219"/>
                    <a:gd name="T58" fmla="*/ 32 w 218"/>
                    <a:gd name="T59" fmla="*/ 187 h 219"/>
                    <a:gd name="T60" fmla="*/ 57 w 218"/>
                    <a:gd name="T61" fmla="*/ 205 h 219"/>
                    <a:gd name="T62" fmla="*/ 87 w 218"/>
                    <a:gd name="T63" fmla="*/ 217 h 219"/>
                    <a:gd name="T64" fmla="*/ 120 w 218"/>
                    <a:gd name="T65" fmla="*/ 218 h 219"/>
                    <a:gd name="T66" fmla="*/ 151 w 218"/>
                    <a:gd name="T67" fmla="*/ 210 h 219"/>
                    <a:gd name="T68" fmla="*/ 178 w 218"/>
                    <a:gd name="T69" fmla="*/ 193 h 219"/>
                    <a:gd name="T70" fmla="*/ 200 w 218"/>
                    <a:gd name="T71" fmla="*/ 171 h 219"/>
                    <a:gd name="T72" fmla="*/ 213 w 218"/>
                    <a:gd name="T73" fmla="*/ 142 h 219"/>
                    <a:gd name="T74" fmla="*/ 218 w 218"/>
                    <a:gd name="T75" fmla="*/ 109 h 219"/>
                    <a:gd name="T76" fmla="*/ 213 w 218"/>
                    <a:gd name="T77" fmla="*/ 77 h 219"/>
                    <a:gd name="T78" fmla="*/ 200 w 218"/>
                    <a:gd name="T79" fmla="*/ 48 h 219"/>
                    <a:gd name="T80" fmla="*/ 178 w 218"/>
                    <a:gd name="T81" fmla="*/ 25 h 219"/>
                    <a:gd name="T82" fmla="*/ 151 w 218"/>
                    <a:gd name="T83" fmla="*/ 8 h 219"/>
                    <a:gd name="T84" fmla="*/ 120 w 218"/>
                    <a:gd name="T85"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8" h="219">
                      <a:moveTo>
                        <a:pt x="109" y="193"/>
                      </a:moveTo>
                      <a:lnTo>
                        <a:pt x="101" y="193"/>
                      </a:lnTo>
                      <a:lnTo>
                        <a:pt x="92" y="191"/>
                      </a:lnTo>
                      <a:lnTo>
                        <a:pt x="85" y="190"/>
                      </a:lnTo>
                      <a:lnTo>
                        <a:pt x="76" y="187"/>
                      </a:lnTo>
                      <a:lnTo>
                        <a:pt x="70" y="183"/>
                      </a:lnTo>
                      <a:lnTo>
                        <a:pt x="62" y="179"/>
                      </a:lnTo>
                      <a:lnTo>
                        <a:pt x="56" y="174"/>
                      </a:lnTo>
                      <a:lnTo>
                        <a:pt x="50" y="168"/>
                      </a:lnTo>
                      <a:lnTo>
                        <a:pt x="45" y="162"/>
                      </a:lnTo>
                      <a:lnTo>
                        <a:pt x="40" y="156"/>
                      </a:lnTo>
                      <a:lnTo>
                        <a:pt x="35" y="149"/>
                      </a:lnTo>
                      <a:lnTo>
                        <a:pt x="32" y="142"/>
                      </a:lnTo>
                      <a:lnTo>
                        <a:pt x="29" y="134"/>
                      </a:lnTo>
                      <a:lnTo>
                        <a:pt x="27" y="125"/>
                      </a:lnTo>
                      <a:lnTo>
                        <a:pt x="26" y="118"/>
                      </a:lnTo>
                      <a:lnTo>
                        <a:pt x="26" y="109"/>
                      </a:lnTo>
                      <a:lnTo>
                        <a:pt x="26" y="101"/>
                      </a:lnTo>
                      <a:lnTo>
                        <a:pt x="27" y="92"/>
                      </a:lnTo>
                      <a:lnTo>
                        <a:pt x="29" y="85"/>
                      </a:lnTo>
                      <a:lnTo>
                        <a:pt x="32" y="77"/>
                      </a:lnTo>
                      <a:lnTo>
                        <a:pt x="35" y="70"/>
                      </a:lnTo>
                      <a:lnTo>
                        <a:pt x="40" y="62"/>
                      </a:lnTo>
                      <a:lnTo>
                        <a:pt x="45" y="56"/>
                      </a:lnTo>
                      <a:lnTo>
                        <a:pt x="50" y="50"/>
                      </a:lnTo>
                      <a:lnTo>
                        <a:pt x="56" y="45"/>
                      </a:lnTo>
                      <a:lnTo>
                        <a:pt x="62" y="40"/>
                      </a:lnTo>
                      <a:lnTo>
                        <a:pt x="70" y="35"/>
                      </a:lnTo>
                      <a:lnTo>
                        <a:pt x="76" y="32"/>
                      </a:lnTo>
                      <a:lnTo>
                        <a:pt x="85" y="29"/>
                      </a:lnTo>
                      <a:lnTo>
                        <a:pt x="92" y="27"/>
                      </a:lnTo>
                      <a:lnTo>
                        <a:pt x="101" y="26"/>
                      </a:lnTo>
                      <a:lnTo>
                        <a:pt x="109" y="26"/>
                      </a:lnTo>
                      <a:lnTo>
                        <a:pt x="118" y="26"/>
                      </a:lnTo>
                      <a:lnTo>
                        <a:pt x="125" y="27"/>
                      </a:lnTo>
                      <a:lnTo>
                        <a:pt x="134" y="29"/>
                      </a:lnTo>
                      <a:lnTo>
                        <a:pt x="142" y="32"/>
                      </a:lnTo>
                      <a:lnTo>
                        <a:pt x="149" y="35"/>
                      </a:lnTo>
                      <a:lnTo>
                        <a:pt x="155" y="40"/>
                      </a:lnTo>
                      <a:lnTo>
                        <a:pt x="162" y="45"/>
                      </a:lnTo>
                      <a:lnTo>
                        <a:pt x="168" y="50"/>
                      </a:lnTo>
                      <a:lnTo>
                        <a:pt x="174" y="56"/>
                      </a:lnTo>
                      <a:lnTo>
                        <a:pt x="178" y="62"/>
                      </a:lnTo>
                      <a:lnTo>
                        <a:pt x="182" y="70"/>
                      </a:lnTo>
                      <a:lnTo>
                        <a:pt x="186" y="77"/>
                      </a:lnTo>
                      <a:lnTo>
                        <a:pt x="189" y="85"/>
                      </a:lnTo>
                      <a:lnTo>
                        <a:pt x="191" y="92"/>
                      </a:lnTo>
                      <a:lnTo>
                        <a:pt x="192" y="101"/>
                      </a:lnTo>
                      <a:lnTo>
                        <a:pt x="193" y="109"/>
                      </a:lnTo>
                      <a:lnTo>
                        <a:pt x="192" y="118"/>
                      </a:lnTo>
                      <a:lnTo>
                        <a:pt x="191" y="125"/>
                      </a:lnTo>
                      <a:lnTo>
                        <a:pt x="189" y="134"/>
                      </a:lnTo>
                      <a:lnTo>
                        <a:pt x="186" y="142"/>
                      </a:lnTo>
                      <a:lnTo>
                        <a:pt x="182" y="149"/>
                      </a:lnTo>
                      <a:lnTo>
                        <a:pt x="178" y="156"/>
                      </a:lnTo>
                      <a:lnTo>
                        <a:pt x="174" y="162"/>
                      </a:lnTo>
                      <a:lnTo>
                        <a:pt x="168" y="168"/>
                      </a:lnTo>
                      <a:lnTo>
                        <a:pt x="162" y="174"/>
                      </a:lnTo>
                      <a:lnTo>
                        <a:pt x="155" y="179"/>
                      </a:lnTo>
                      <a:lnTo>
                        <a:pt x="149" y="183"/>
                      </a:lnTo>
                      <a:lnTo>
                        <a:pt x="142" y="187"/>
                      </a:lnTo>
                      <a:lnTo>
                        <a:pt x="134" y="190"/>
                      </a:lnTo>
                      <a:lnTo>
                        <a:pt x="125" y="191"/>
                      </a:lnTo>
                      <a:lnTo>
                        <a:pt x="118" y="193"/>
                      </a:lnTo>
                      <a:lnTo>
                        <a:pt x="109" y="193"/>
                      </a:lnTo>
                      <a:close/>
                      <a:moveTo>
                        <a:pt x="109" y="0"/>
                      </a:moveTo>
                      <a:lnTo>
                        <a:pt x="98" y="0"/>
                      </a:lnTo>
                      <a:lnTo>
                        <a:pt x="87" y="2"/>
                      </a:lnTo>
                      <a:lnTo>
                        <a:pt x="77" y="4"/>
                      </a:lnTo>
                      <a:lnTo>
                        <a:pt x="66" y="8"/>
                      </a:lnTo>
                      <a:lnTo>
                        <a:pt x="57" y="13"/>
                      </a:lnTo>
                      <a:lnTo>
                        <a:pt x="48" y="18"/>
                      </a:lnTo>
                      <a:lnTo>
                        <a:pt x="40" y="25"/>
                      </a:lnTo>
                      <a:lnTo>
                        <a:pt x="32" y="32"/>
                      </a:lnTo>
                      <a:lnTo>
                        <a:pt x="25" y="40"/>
                      </a:lnTo>
                      <a:lnTo>
                        <a:pt x="19" y="48"/>
                      </a:lnTo>
                      <a:lnTo>
                        <a:pt x="13" y="57"/>
                      </a:lnTo>
                      <a:lnTo>
                        <a:pt x="8" y="66"/>
                      </a:lnTo>
                      <a:lnTo>
                        <a:pt x="5" y="77"/>
                      </a:lnTo>
                      <a:lnTo>
                        <a:pt x="2" y="87"/>
                      </a:lnTo>
                      <a:lnTo>
                        <a:pt x="1" y="98"/>
                      </a:lnTo>
                      <a:lnTo>
                        <a:pt x="0" y="109"/>
                      </a:lnTo>
                      <a:lnTo>
                        <a:pt x="1" y="120"/>
                      </a:lnTo>
                      <a:lnTo>
                        <a:pt x="2" y="131"/>
                      </a:lnTo>
                      <a:lnTo>
                        <a:pt x="5" y="142"/>
                      </a:lnTo>
                      <a:lnTo>
                        <a:pt x="8" y="151"/>
                      </a:lnTo>
                      <a:lnTo>
                        <a:pt x="13" y="161"/>
                      </a:lnTo>
                      <a:lnTo>
                        <a:pt x="19" y="171"/>
                      </a:lnTo>
                      <a:lnTo>
                        <a:pt x="25" y="178"/>
                      </a:lnTo>
                      <a:lnTo>
                        <a:pt x="32" y="187"/>
                      </a:lnTo>
                      <a:lnTo>
                        <a:pt x="40" y="193"/>
                      </a:lnTo>
                      <a:lnTo>
                        <a:pt x="48" y="200"/>
                      </a:lnTo>
                      <a:lnTo>
                        <a:pt x="57" y="205"/>
                      </a:lnTo>
                      <a:lnTo>
                        <a:pt x="66" y="210"/>
                      </a:lnTo>
                      <a:lnTo>
                        <a:pt x="77" y="214"/>
                      </a:lnTo>
                      <a:lnTo>
                        <a:pt x="87" y="217"/>
                      </a:lnTo>
                      <a:lnTo>
                        <a:pt x="98" y="218"/>
                      </a:lnTo>
                      <a:lnTo>
                        <a:pt x="109" y="219"/>
                      </a:lnTo>
                      <a:lnTo>
                        <a:pt x="120" y="218"/>
                      </a:lnTo>
                      <a:lnTo>
                        <a:pt x="131" y="217"/>
                      </a:lnTo>
                      <a:lnTo>
                        <a:pt x="142" y="214"/>
                      </a:lnTo>
                      <a:lnTo>
                        <a:pt x="151" y="210"/>
                      </a:lnTo>
                      <a:lnTo>
                        <a:pt x="161" y="205"/>
                      </a:lnTo>
                      <a:lnTo>
                        <a:pt x="169" y="200"/>
                      </a:lnTo>
                      <a:lnTo>
                        <a:pt x="178" y="193"/>
                      </a:lnTo>
                      <a:lnTo>
                        <a:pt x="187" y="187"/>
                      </a:lnTo>
                      <a:lnTo>
                        <a:pt x="193" y="178"/>
                      </a:lnTo>
                      <a:lnTo>
                        <a:pt x="200" y="171"/>
                      </a:lnTo>
                      <a:lnTo>
                        <a:pt x="205" y="161"/>
                      </a:lnTo>
                      <a:lnTo>
                        <a:pt x="209" y="151"/>
                      </a:lnTo>
                      <a:lnTo>
                        <a:pt x="213" y="142"/>
                      </a:lnTo>
                      <a:lnTo>
                        <a:pt x="216" y="131"/>
                      </a:lnTo>
                      <a:lnTo>
                        <a:pt x="218" y="120"/>
                      </a:lnTo>
                      <a:lnTo>
                        <a:pt x="218" y="109"/>
                      </a:lnTo>
                      <a:lnTo>
                        <a:pt x="218" y="98"/>
                      </a:lnTo>
                      <a:lnTo>
                        <a:pt x="216" y="87"/>
                      </a:lnTo>
                      <a:lnTo>
                        <a:pt x="213" y="77"/>
                      </a:lnTo>
                      <a:lnTo>
                        <a:pt x="209" y="66"/>
                      </a:lnTo>
                      <a:lnTo>
                        <a:pt x="205" y="57"/>
                      </a:lnTo>
                      <a:lnTo>
                        <a:pt x="200" y="48"/>
                      </a:lnTo>
                      <a:lnTo>
                        <a:pt x="193" y="40"/>
                      </a:lnTo>
                      <a:lnTo>
                        <a:pt x="187" y="32"/>
                      </a:lnTo>
                      <a:lnTo>
                        <a:pt x="178" y="25"/>
                      </a:lnTo>
                      <a:lnTo>
                        <a:pt x="169" y="18"/>
                      </a:lnTo>
                      <a:lnTo>
                        <a:pt x="161" y="13"/>
                      </a:lnTo>
                      <a:lnTo>
                        <a:pt x="151" y="8"/>
                      </a:lnTo>
                      <a:lnTo>
                        <a:pt x="142" y="4"/>
                      </a:lnTo>
                      <a:lnTo>
                        <a:pt x="131" y="2"/>
                      </a:lnTo>
                      <a:lnTo>
                        <a:pt x="120" y="0"/>
                      </a:lnTo>
                      <a:lnTo>
                        <a:pt x="1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iśļîḑe"/>
                <p:cNvSpPr/>
                <p:nvPr/>
              </p:nvSpPr>
              <p:spPr bwMode="auto">
                <a:xfrm>
                  <a:off x="1763713" y="3278188"/>
                  <a:ext cx="49213" cy="47625"/>
                </a:xfrm>
                <a:custGeom>
                  <a:avLst/>
                  <a:gdLst>
                    <a:gd name="T0" fmla="*/ 54 w 122"/>
                    <a:gd name="T1" fmla="*/ 96 h 121"/>
                    <a:gd name="T2" fmla="*/ 41 w 122"/>
                    <a:gd name="T3" fmla="*/ 90 h 121"/>
                    <a:gd name="T4" fmla="*/ 31 w 122"/>
                    <a:gd name="T5" fmla="*/ 81 h 121"/>
                    <a:gd name="T6" fmla="*/ 26 w 122"/>
                    <a:gd name="T7" fmla="*/ 68 h 121"/>
                    <a:gd name="T8" fmla="*/ 26 w 122"/>
                    <a:gd name="T9" fmla="*/ 54 h 121"/>
                    <a:gd name="T10" fmla="*/ 31 w 122"/>
                    <a:gd name="T11" fmla="*/ 41 h 121"/>
                    <a:gd name="T12" fmla="*/ 41 w 122"/>
                    <a:gd name="T13" fmla="*/ 31 h 121"/>
                    <a:gd name="T14" fmla="*/ 54 w 122"/>
                    <a:gd name="T15" fmla="*/ 26 h 121"/>
                    <a:gd name="T16" fmla="*/ 68 w 122"/>
                    <a:gd name="T17" fmla="*/ 26 h 121"/>
                    <a:gd name="T18" fmla="*/ 81 w 122"/>
                    <a:gd name="T19" fmla="*/ 31 h 121"/>
                    <a:gd name="T20" fmla="*/ 90 w 122"/>
                    <a:gd name="T21" fmla="*/ 41 h 121"/>
                    <a:gd name="T22" fmla="*/ 96 w 122"/>
                    <a:gd name="T23" fmla="*/ 54 h 121"/>
                    <a:gd name="T24" fmla="*/ 96 w 122"/>
                    <a:gd name="T25" fmla="*/ 68 h 121"/>
                    <a:gd name="T26" fmla="*/ 90 w 122"/>
                    <a:gd name="T27" fmla="*/ 81 h 121"/>
                    <a:gd name="T28" fmla="*/ 81 w 122"/>
                    <a:gd name="T29" fmla="*/ 90 h 121"/>
                    <a:gd name="T30" fmla="*/ 68 w 122"/>
                    <a:gd name="T31" fmla="*/ 96 h 121"/>
                    <a:gd name="T32" fmla="*/ 61 w 122"/>
                    <a:gd name="T33" fmla="*/ 0 h 121"/>
                    <a:gd name="T34" fmla="*/ 49 w 122"/>
                    <a:gd name="T35" fmla="*/ 1 h 121"/>
                    <a:gd name="T36" fmla="*/ 38 w 122"/>
                    <a:gd name="T37" fmla="*/ 4 h 121"/>
                    <a:gd name="T38" fmla="*/ 27 w 122"/>
                    <a:gd name="T39" fmla="*/ 11 h 121"/>
                    <a:gd name="T40" fmla="*/ 19 w 122"/>
                    <a:gd name="T41" fmla="*/ 18 h 121"/>
                    <a:gd name="T42" fmla="*/ 11 w 122"/>
                    <a:gd name="T43" fmla="*/ 27 h 121"/>
                    <a:gd name="T44" fmla="*/ 5 w 122"/>
                    <a:gd name="T45" fmla="*/ 38 h 121"/>
                    <a:gd name="T46" fmla="*/ 1 w 122"/>
                    <a:gd name="T47" fmla="*/ 48 h 121"/>
                    <a:gd name="T48" fmla="*/ 0 w 122"/>
                    <a:gd name="T49" fmla="*/ 61 h 121"/>
                    <a:gd name="T50" fmla="*/ 1 w 122"/>
                    <a:gd name="T51" fmla="*/ 73 h 121"/>
                    <a:gd name="T52" fmla="*/ 5 w 122"/>
                    <a:gd name="T53" fmla="*/ 85 h 121"/>
                    <a:gd name="T54" fmla="*/ 11 w 122"/>
                    <a:gd name="T55" fmla="*/ 96 h 121"/>
                    <a:gd name="T56" fmla="*/ 19 w 122"/>
                    <a:gd name="T57" fmla="*/ 104 h 121"/>
                    <a:gd name="T58" fmla="*/ 27 w 122"/>
                    <a:gd name="T59" fmla="*/ 112 h 121"/>
                    <a:gd name="T60" fmla="*/ 38 w 122"/>
                    <a:gd name="T61" fmla="*/ 117 h 121"/>
                    <a:gd name="T62" fmla="*/ 49 w 122"/>
                    <a:gd name="T63" fmla="*/ 120 h 121"/>
                    <a:gd name="T64" fmla="*/ 61 w 122"/>
                    <a:gd name="T65" fmla="*/ 121 h 121"/>
                    <a:gd name="T66" fmla="*/ 73 w 122"/>
                    <a:gd name="T67" fmla="*/ 120 h 121"/>
                    <a:gd name="T68" fmla="*/ 85 w 122"/>
                    <a:gd name="T69" fmla="*/ 117 h 121"/>
                    <a:gd name="T70" fmla="*/ 95 w 122"/>
                    <a:gd name="T71" fmla="*/ 112 h 121"/>
                    <a:gd name="T72" fmla="*/ 104 w 122"/>
                    <a:gd name="T73" fmla="*/ 104 h 121"/>
                    <a:gd name="T74" fmla="*/ 112 w 122"/>
                    <a:gd name="T75" fmla="*/ 96 h 121"/>
                    <a:gd name="T76" fmla="*/ 117 w 122"/>
                    <a:gd name="T77" fmla="*/ 85 h 121"/>
                    <a:gd name="T78" fmla="*/ 121 w 122"/>
                    <a:gd name="T79" fmla="*/ 73 h 121"/>
                    <a:gd name="T80" fmla="*/ 122 w 122"/>
                    <a:gd name="T81" fmla="*/ 61 h 121"/>
                    <a:gd name="T82" fmla="*/ 121 w 122"/>
                    <a:gd name="T83" fmla="*/ 48 h 121"/>
                    <a:gd name="T84" fmla="*/ 117 w 122"/>
                    <a:gd name="T85" fmla="*/ 38 h 121"/>
                    <a:gd name="T86" fmla="*/ 112 w 122"/>
                    <a:gd name="T87" fmla="*/ 27 h 121"/>
                    <a:gd name="T88" fmla="*/ 104 w 122"/>
                    <a:gd name="T89" fmla="*/ 18 h 121"/>
                    <a:gd name="T90" fmla="*/ 95 w 122"/>
                    <a:gd name="T91" fmla="*/ 11 h 121"/>
                    <a:gd name="T92" fmla="*/ 85 w 122"/>
                    <a:gd name="T93" fmla="*/ 4 h 121"/>
                    <a:gd name="T94" fmla="*/ 73 w 122"/>
                    <a:gd name="T95" fmla="*/ 1 h 121"/>
                    <a:gd name="T96" fmla="*/ 61 w 122"/>
                    <a:gd name="T9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21">
                      <a:moveTo>
                        <a:pt x="61" y="97"/>
                      </a:moveTo>
                      <a:lnTo>
                        <a:pt x="54" y="96"/>
                      </a:lnTo>
                      <a:lnTo>
                        <a:pt x="47" y="93"/>
                      </a:lnTo>
                      <a:lnTo>
                        <a:pt x="41" y="90"/>
                      </a:lnTo>
                      <a:lnTo>
                        <a:pt x="36" y="86"/>
                      </a:lnTo>
                      <a:lnTo>
                        <a:pt x="31" y="81"/>
                      </a:lnTo>
                      <a:lnTo>
                        <a:pt x="28" y="75"/>
                      </a:lnTo>
                      <a:lnTo>
                        <a:pt x="26" y="68"/>
                      </a:lnTo>
                      <a:lnTo>
                        <a:pt x="26" y="61"/>
                      </a:lnTo>
                      <a:lnTo>
                        <a:pt x="26" y="54"/>
                      </a:lnTo>
                      <a:lnTo>
                        <a:pt x="28" y="47"/>
                      </a:lnTo>
                      <a:lnTo>
                        <a:pt x="31" y="41"/>
                      </a:lnTo>
                      <a:lnTo>
                        <a:pt x="36" y="35"/>
                      </a:lnTo>
                      <a:lnTo>
                        <a:pt x="41" y="31"/>
                      </a:lnTo>
                      <a:lnTo>
                        <a:pt x="47" y="28"/>
                      </a:lnTo>
                      <a:lnTo>
                        <a:pt x="54" y="26"/>
                      </a:lnTo>
                      <a:lnTo>
                        <a:pt x="61" y="25"/>
                      </a:lnTo>
                      <a:lnTo>
                        <a:pt x="68" y="26"/>
                      </a:lnTo>
                      <a:lnTo>
                        <a:pt x="75" y="28"/>
                      </a:lnTo>
                      <a:lnTo>
                        <a:pt x="81" y="31"/>
                      </a:lnTo>
                      <a:lnTo>
                        <a:pt x="86" y="35"/>
                      </a:lnTo>
                      <a:lnTo>
                        <a:pt x="90" y="41"/>
                      </a:lnTo>
                      <a:lnTo>
                        <a:pt x="94" y="47"/>
                      </a:lnTo>
                      <a:lnTo>
                        <a:pt x="96" y="54"/>
                      </a:lnTo>
                      <a:lnTo>
                        <a:pt x="97" y="61"/>
                      </a:lnTo>
                      <a:lnTo>
                        <a:pt x="96" y="68"/>
                      </a:lnTo>
                      <a:lnTo>
                        <a:pt x="94" y="75"/>
                      </a:lnTo>
                      <a:lnTo>
                        <a:pt x="90" y="81"/>
                      </a:lnTo>
                      <a:lnTo>
                        <a:pt x="86" y="86"/>
                      </a:lnTo>
                      <a:lnTo>
                        <a:pt x="81" y="90"/>
                      </a:lnTo>
                      <a:lnTo>
                        <a:pt x="75" y="93"/>
                      </a:lnTo>
                      <a:lnTo>
                        <a:pt x="68" y="96"/>
                      </a:lnTo>
                      <a:lnTo>
                        <a:pt x="61" y="97"/>
                      </a:lnTo>
                      <a:close/>
                      <a:moveTo>
                        <a:pt x="61" y="0"/>
                      </a:moveTo>
                      <a:lnTo>
                        <a:pt x="55" y="0"/>
                      </a:lnTo>
                      <a:lnTo>
                        <a:pt x="49" y="1"/>
                      </a:lnTo>
                      <a:lnTo>
                        <a:pt x="43" y="2"/>
                      </a:lnTo>
                      <a:lnTo>
                        <a:pt x="38" y="4"/>
                      </a:lnTo>
                      <a:lnTo>
                        <a:pt x="32" y="8"/>
                      </a:lnTo>
                      <a:lnTo>
                        <a:pt x="27" y="11"/>
                      </a:lnTo>
                      <a:lnTo>
                        <a:pt x="23" y="14"/>
                      </a:lnTo>
                      <a:lnTo>
                        <a:pt x="19" y="18"/>
                      </a:lnTo>
                      <a:lnTo>
                        <a:pt x="14" y="23"/>
                      </a:lnTo>
                      <a:lnTo>
                        <a:pt x="11" y="27"/>
                      </a:lnTo>
                      <a:lnTo>
                        <a:pt x="8" y="32"/>
                      </a:lnTo>
                      <a:lnTo>
                        <a:pt x="5" y="38"/>
                      </a:lnTo>
                      <a:lnTo>
                        <a:pt x="3" y="43"/>
                      </a:lnTo>
                      <a:lnTo>
                        <a:pt x="1" y="48"/>
                      </a:lnTo>
                      <a:lnTo>
                        <a:pt x="0" y="55"/>
                      </a:lnTo>
                      <a:lnTo>
                        <a:pt x="0" y="61"/>
                      </a:lnTo>
                      <a:lnTo>
                        <a:pt x="0" y="67"/>
                      </a:lnTo>
                      <a:lnTo>
                        <a:pt x="1" y="73"/>
                      </a:lnTo>
                      <a:lnTo>
                        <a:pt x="3" y="79"/>
                      </a:lnTo>
                      <a:lnTo>
                        <a:pt x="5" y="85"/>
                      </a:lnTo>
                      <a:lnTo>
                        <a:pt x="8" y="90"/>
                      </a:lnTo>
                      <a:lnTo>
                        <a:pt x="11" y="96"/>
                      </a:lnTo>
                      <a:lnTo>
                        <a:pt x="14" y="100"/>
                      </a:lnTo>
                      <a:lnTo>
                        <a:pt x="19" y="104"/>
                      </a:lnTo>
                      <a:lnTo>
                        <a:pt x="23" y="108"/>
                      </a:lnTo>
                      <a:lnTo>
                        <a:pt x="27" y="112"/>
                      </a:lnTo>
                      <a:lnTo>
                        <a:pt x="32" y="115"/>
                      </a:lnTo>
                      <a:lnTo>
                        <a:pt x="38" y="117"/>
                      </a:lnTo>
                      <a:lnTo>
                        <a:pt x="43" y="119"/>
                      </a:lnTo>
                      <a:lnTo>
                        <a:pt x="49" y="120"/>
                      </a:lnTo>
                      <a:lnTo>
                        <a:pt x="55" y="121"/>
                      </a:lnTo>
                      <a:lnTo>
                        <a:pt x="61" y="121"/>
                      </a:lnTo>
                      <a:lnTo>
                        <a:pt x="68" y="121"/>
                      </a:lnTo>
                      <a:lnTo>
                        <a:pt x="73" y="120"/>
                      </a:lnTo>
                      <a:lnTo>
                        <a:pt x="80" y="119"/>
                      </a:lnTo>
                      <a:lnTo>
                        <a:pt x="85" y="117"/>
                      </a:lnTo>
                      <a:lnTo>
                        <a:pt x="90" y="115"/>
                      </a:lnTo>
                      <a:lnTo>
                        <a:pt x="95" y="112"/>
                      </a:lnTo>
                      <a:lnTo>
                        <a:pt x="100" y="108"/>
                      </a:lnTo>
                      <a:lnTo>
                        <a:pt x="104" y="104"/>
                      </a:lnTo>
                      <a:lnTo>
                        <a:pt x="108" y="100"/>
                      </a:lnTo>
                      <a:lnTo>
                        <a:pt x="112" y="96"/>
                      </a:lnTo>
                      <a:lnTo>
                        <a:pt x="115" y="90"/>
                      </a:lnTo>
                      <a:lnTo>
                        <a:pt x="117" y="85"/>
                      </a:lnTo>
                      <a:lnTo>
                        <a:pt x="119" y="79"/>
                      </a:lnTo>
                      <a:lnTo>
                        <a:pt x="121" y="73"/>
                      </a:lnTo>
                      <a:lnTo>
                        <a:pt x="122" y="67"/>
                      </a:lnTo>
                      <a:lnTo>
                        <a:pt x="122" y="61"/>
                      </a:lnTo>
                      <a:lnTo>
                        <a:pt x="122" y="55"/>
                      </a:lnTo>
                      <a:lnTo>
                        <a:pt x="121" y="48"/>
                      </a:lnTo>
                      <a:lnTo>
                        <a:pt x="119" y="43"/>
                      </a:lnTo>
                      <a:lnTo>
                        <a:pt x="117" y="38"/>
                      </a:lnTo>
                      <a:lnTo>
                        <a:pt x="115" y="32"/>
                      </a:lnTo>
                      <a:lnTo>
                        <a:pt x="112" y="27"/>
                      </a:lnTo>
                      <a:lnTo>
                        <a:pt x="108" y="23"/>
                      </a:lnTo>
                      <a:lnTo>
                        <a:pt x="104" y="18"/>
                      </a:lnTo>
                      <a:lnTo>
                        <a:pt x="100" y="14"/>
                      </a:lnTo>
                      <a:lnTo>
                        <a:pt x="95" y="11"/>
                      </a:lnTo>
                      <a:lnTo>
                        <a:pt x="90" y="8"/>
                      </a:lnTo>
                      <a:lnTo>
                        <a:pt x="85" y="4"/>
                      </a:lnTo>
                      <a:lnTo>
                        <a:pt x="80" y="2"/>
                      </a:lnTo>
                      <a:lnTo>
                        <a:pt x="73" y="1"/>
                      </a:lnTo>
                      <a:lnTo>
                        <a:pt x="68" y="0"/>
                      </a:lnTo>
                      <a:lnTo>
                        <a:pt x="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îşļíḑè"/>
                <p:cNvSpPr/>
                <p:nvPr/>
              </p:nvSpPr>
              <p:spPr bwMode="auto">
                <a:xfrm>
                  <a:off x="1547813" y="3330576"/>
                  <a:ext cx="212725" cy="212725"/>
                </a:xfrm>
                <a:custGeom>
                  <a:avLst/>
                  <a:gdLst>
                    <a:gd name="T0" fmla="*/ 407 w 535"/>
                    <a:gd name="T1" fmla="*/ 408 h 536"/>
                    <a:gd name="T2" fmla="*/ 367 w 535"/>
                    <a:gd name="T3" fmla="*/ 436 h 536"/>
                    <a:gd name="T4" fmla="*/ 330 w 535"/>
                    <a:gd name="T5" fmla="*/ 452 h 536"/>
                    <a:gd name="T6" fmla="*/ 321 w 535"/>
                    <a:gd name="T7" fmla="*/ 465 h 536"/>
                    <a:gd name="T8" fmla="*/ 217 w 535"/>
                    <a:gd name="T9" fmla="*/ 461 h 536"/>
                    <a:gd name="T10" fmla="*/ 199 w 535"/>
                    <a:gd name="T11" fmla="*/ 449 h 536"/>
                    <a:gd name="T12" fmla="*/ 163 w 535"/>
                    <a:gd name="T13" fmla="*/ 432 h 536"/>
                    <a:gd name="T14" fmla="*/ 134 w 535"/>
                    <a:gd name="T15" fmla="*/ 409 h 536"/>
                    <a:gd name="T16" fmla="*/ 82 w 535"/>
                    <a:gd name="T17" fmla="*/ 433 h 536"/>
                    <a:gd name="T18" fmla="*/ 75 w 535"/>
                    <a:gd name="T19" fmla="*/ 316 h 536"/>
                    <a:gd name="T20" fmla="*/ 72 w 535"/>
                    <a:gd name="T21" fmla="*/ 287 h 536"/>
                    <a:gd name="T22" fmla="*/ 72 w 535"/>
                    <a:gd name="T23" fmla="*/ 246 h 536"/>
                    <a:gd name="T24" fmla="*/ 75 w 535"/>
                    <a:gd name="T25" fmla="*/ 217 h 536"/>
                    <a:gd name="T26" fmla="*/ 82 w 535"/>
                    <a:gd name="T27" fmla="*/ 99 h 536"/>
                    <a:gd name="T28" fmla="*/ 134 w 535"/>
                    <a:gd name="T29" fmla="*/ 124 h 536"/>
                    <a:gd name="T30" fmla="*/ 163 w 535"/>
                    <a:gd name="T31" fmla="*/ 101 h 536"/>
                    <a:gd name="T32" fmla="*/ 199 w 535"/>
                    <a:gd name="T33" fmla="*/ 84 h 536"/>
                    <a:gd name="T34" fmla="*/ 217 w 535"/>
                    <a:gd name="T35" fmla="*/ 72 h 536"/>
                    <a:gd name="T36" fmla="*/ 321 w 535"/>
                    <a:gd name="T37" fmla="*/ 68 h 536"/>
                    <a:gd name="T38" fmla="*/ 330 w 535"/>
                    <a:gd name="T39" fmla="*/ 81 h 536"/>
                    <a:gd name="T40" fmla="*/ 367 w 535"/>
                    <a:gd name="T41" fmla="*/ 97 h 536"/>
                    <a:gd name="T42" fmla="*/ 407 w 535"/>
                    <a:gd name="T43" fmla="*/ 124 h 536"/>
                    <a:gd name="T44" fmla="*/ 505 w 535"/>
                    <a:gd name="T45" fmla="*/ 188 h 536"/>
                    <a:gd name="T46" fmla="*/ 458 w 535"/>
                    <a:gd name="T47" fmla="*/ 221 h 536"/>
                    <a:gd name="T48" fmla="*/ 463 w 535"/>
                    <a:gd name="T49" fmla="*/ 256 h 536"/>
                    <a:gd name="T50" fmla="*/ 461 w 535"/>
                    <a:gd name="T51" fmla="*/ 297 h 536"/>
                    <a:gd name="T52" fmla="*/ 462 w 535"/>
                    <a:gd name="T53" fmla="*/ 319 h 536"/>
                    <a:gd name="T54" fmla="*/ 528 w 535"/>
                    <a:gd name="T55" fmla="*/ 329 h 536"/>
                    <a:gd name="T56" fmla="*/ 489 w 535"/>
                    <a:gd name="T57" fmla="*/ 276 h 536"/>
                    <a:gd name="T58" fmla="*/ 486 w 535"/>
                    <a:gd name="T59" fmla="*/ 238 h 536"/>
                    <a:gd name="T60" fmla="*/ 534 w 535"/>
                    <a:gd name="T61" fmla="*/ 197 h 536"/>
                    <a:gd name="T62" fmla="*/ 467 w 535"/>
                    <a:gd name="T63" fmla="*/ 74 h 536"/>
                    <a:gd name="T64" fmla="*/ 455 w 535"/>
                    <a:gd name="T65" fmla="*/ 70 h 536"/>
                    <a:gd name="T66" fmla="*/ 380 w 535"/>
                    <a:gd name="T67" fmla="*/ 74 h 536"/>
                    <a:gd name="T68" fmla="*/ 346 w 535"/>
                    <a:gd name="T69" fmla="*/ 8 h 536"/>
                    <a:gd name="T70" fmla="*/ 205 w 535"/>
                    <a:gd name="T71" fmla="*/ 0 h 536"/>
                    <a:gd name="T72" fmla="*/ 192 w 535"/>
                    <a:gd name="T73" fmla="*/ 13 h 536"/>
                    <a:gd name="T74" fmla="*/ 143 w 535"/>
                    <a:gd name="T75" fmla="*/ 84 h 536"/>
                    <a:gd name="T76" fmla="*/ 74 w 535"/>
                    <a:gd name="T77" fmla="*/ 70 h 536"/>
                    <a:gd name="T78" fmla="*/ 0 w 535"/>
                    <a:gd name="T79" fmla="*/ 191 h 536"/>
                    <a:gd name="T80" fmla="*/ 49 w 535"/>
                    <a:gd name="T81" fmla="*/ 229 h 536"/>
                    <a:gd name="T82" fmla="*/ 46 w 535"/>
                    <a:gd name="T83" fmla="*/ 266 h 536"/>
                    <a:gd name="T84" fmla="*/ 48 w 535"/>
                    <a:gd name="T85" fmla="*/ 303 h 536"/>
                    <a:gd name="T86" fmla="*/ 0 w 535"/>
                    <a:gd name="T87" fmla="*/ 340 h 536"/>
                    <a:gd name="T88" fmla="*/ 73 w 535"/>
                    <a:gd name="T89" fmla="*/ 463 h 536"/>
                    <a:gd name="T90" fmla="*/ 143 w 535"/>
                    <a:gd name="T91" fmla="*/ 449 h 536"/>
                    <a:gd name="T92" fmla="*/ 192 w 535"/>
                    <a:gd name="T93" fmla="*/ 523 h 536"/>
                    <a:gd name="T94" fmla="*/ 205 w 535"/>
                    <a:gd name="T95" fmla="*/ 536 h 536"/>
                    <a:gd name="T96" fmla="*/ 346 w 535"/>
                    <a:gd name="T97" fmla="*/ 528 h 536"/>
                    <a:gd name="T98" fmla="*/ 364 w 535"/>
                    <a:gd name="T99" fmla="*/ 467 h 536"/>
                    <a:gd name="T100" fmla="*/ 409 w 535"/>
                    <a:gd name="T101" fmla="*/ 437 h 536"/>
                    <a:gd name="T102" fmla="*/ 458 w 535"/>
                    <a:gd name="T103" fmla="*/ 463 h 536"/>
                    <a:gd name="T104" fmla="*/ 467 w 535"/>
                    <a:gd name="T105" fmla="*/ 459 h 536"/>
                    <a:gd name="T106" fmla="*/ 535 w 535"/>
                    <a:gd name="T107" fmla="*/ 335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5" h="536">
                      <a:moveTo>
                        <a:pt x="453" y="433"/>
                      </a:moveTo>
                      <a:lnTo>
                        <a:pt x="414" y="410"/>
                      </a:lnTo>
                      <a:lnTo>
                        <a:pt x="410" y="409"/>
                      </a:lnTo>
                      <a:lnTo>
                        <a:pt x="407" y="408"/>
                      </a:lnTo>
                      <a:lnTo>
                        <a:pt x="403" y="409"/>
                      </a:lnTo>
                      <a:lnTo>
                        <a:pt x="399" y="411"/>
                      </a:lnTo>
                      <a:lnTo>
                        <a:pt x="383" y="424"/>
                      </a:lnTo>
                      <a:lnTo>
                        <a:pt x="367" y="436"/>
                      </a:lnTo>
                      <a:lnTo>
                        <a:pt x="359" y="441"/>
                      </a:lnTo>
                      <a:lnTo>
                        <a:pt x="350" y="446"/>
                      </a:lnTo>
                      <a:lnTo>
                        <a:pt x="340" y="449"/>
                      </a:lnTo>
                      <a:lnTo>
                        <a:pt x="330" y="452"/>
                      </a:lnTo>
                      <a:lnTo>
                        <a:pt x="326" y="454"/>
                      </a:lnTo>
                      <a:lnTo>
                        <a:pt x="323" y="457"/>
                      </a:lnTo>
                      <a:lnTo>
                        <a:pt x="321" y="461"/>
                      </a:lnTo>
                      <a:lnTo>
                        <a:pt x="321" y="465"/>
                      </a:lnTo>
                      <a:lnTo>
                        <a:pt x="321" y="511"/>
                      </a:lnTo>
                      <a:lnTo>
                        <a:pt x="218" y="511"/>
                      </a:lnTo>
                      <a:lnTo>
                        <a:pt x="218" y="465"/>
                      </a:lnTo>
                      <a:lnTo>
                        <a:pt x="217" y="461"/>
                      </a:lnTo>
                      <a:lnTo>
                        <a:pt x="216" y="457"/>
                      </a:lnTo>
                      <a:lnTo>
                        <a:pt x="213" y="454"/>
                      </a:lnTo>
                      <a:lnTo>
                        <a:pt x="208" y="452"/>
                      </a:lnTo>
                      <a:lnTo>
                        <a:pt x="199" y="449"/>
                      </a:lnTo>
                      <a:lnTo>
                        <a:pt x="189" y="446"/>
                      </a:lnTo>
                      <a:lnTo>
                        <a:pt x="180" y="441"/>
                      </a:lnTo>
                      <a:lnTo>
                        <a:pt x="172" y="437"/>
                      </a:lnTo>
                      <a:lnTo>
                        <a:pt x="163" y="432"/>
                      </a:lnTo>
                      <a:lnTo>
                        <a:pt x="155" y="425"/>
                      </a:lnTo>
                      <a:lnTo>
                        <a:pt x="146" y="419"/>
                      </a:lnTo>
                      <a:lnTo>
                        <a:pt x="137" y="411"/>
                      </a:lnTo>
                      <a:lnTo>
                        <a:pt x="134" y="409"/>
                      </a:lnTo>
                      <a:lnTo>
                        <a:pt x="130" y="408"/>
                      </a:lnTo>
                      <a:lnTo>
                        <a:pt x="126" y="409"/>
                      </a:lnTo>
                      <a:lnTo>
                        <a:pt x="122" y="410"/>
                      </a:lnTo>
                      <a:lnTo>
                        <a:pt x="82" y="433"/>
                      </a:lnTo>
                      <a:lnTo>
                        <a:pt x="30" y="344"/>
                      </a:lnTo>
                      <a:lnTo>
                        <a:pt x="70" y="321"/>
                      </a:lnTo>
                      <a:lnTo>
                        <a:pt x="73" y="319"/>
                      </a:lnTo>
                      <a:lnTo>
                        <a:pt x="75" y="316"/>
                      </a:lnTo>
                      <a:lnTo>
                        <a:pt x="75" y="311"/>
                      </a:lnTo>
                      <a:lnTo>
                        <a:pt x="75" y="307"/>
                      </a:lnTo>
                      <a:lnTo>
                        <a:pt x="74" y="297"/>
                      </a:lnTo>
                      <a:lnTo>
                        <a:pt x="72" y="287"/>
                      </a:lnTo>
                      <a:lnTo>
                        <a:pt x="72" y="277"/>
                      </a:lnTo>
                      <a:lnTo>
                        <a:pt x="71" y="266"/>
                      </a:lnTo>
                      <a:lnTo>
                        <a:pt x="72" y="257"/>
                      </a:lnTo>
                      <a:lnTo>
                        <a:pt x="72" y="246"/>
                      </a:lnTo>
                      <a:lnTo>
                        <a:pt x="74" y="236"/>
                      </a:lnTo>
                      <a:lnTo>
                        <a:pt x="75" y="226"/>
                      </a:lnTo>
                      <a:lnTo>
                        <a:pt x="76" y="221"/>
                      </a:lnTo>
                      <a:lnTo>
                        <a:pt x="75" y="217"/>
                      </a:lnTo>
                      <a:lnTo>
                        <a:pt x="73" y="214"/>
                      </a:lnTo>
                      <a:lnTo>
                        <a:pt x="70" y="212"/>
                      </a:lnTo>
                      <a:lnTo>
                        <a:pt x="30" y="188"/>
                      </a:lnTo>
                      <a:lnTo>
                        <a:pt x="82" y="99"/>
                      </a:lnTo>
                      <a:lnTo>
                        <a:pt x="122" y="122"/>
                      </a:lnTo>
                      <a:lnTo>
                        <a:pt x="126" y="124"/>
                      </a:lnTo>
                      <a:lnTo>
                        <a:pt x="130" y="124"/>
                      </a:lnTo>
                      <a:lnTo>
                        <a:pt x="134" y="124"/>
                      </a:lnTo>
                      <a:lnTo>
                        <a:pt x="137" y="121"/>
                      </a:lnTo>
                      <a:lnTo>
                        <a:pt x="146" y="114"/>
                      </a:lnTo>
                      <a:lnTo>
                        <a:pt x="155" y="106"/>
                      </a:lnTo>
                      <a:lnTo>
                        <a:pt x="163" y="101"/>
                      </a:lnTo>
                      <a:lnTo>
                        <a:pt x="172" y="96"/>
                      </a:lnTo>
                      <a:lnTo>
                        <a:pt x="180" y="91"/>
                      </a:lnTo>
                      <a:lnTo>
                        <a:pt x="189" y="87"/>
                      </a:lnTo>
                      <a:lnTo>
                        <a:pt x="199" y="84"/>
                      </a:lnTo>
                      <a:lnTo>
                        <a:pt x="208" y="81"/>
                      </a:lnTo>
                      <a:lnTo>
                        <a:pt x="213" y="78"/>
                      </a:lnTo>
                      <a:lnTo>
                        <a:pt x="215" y="76"/>
                      </a:lnTo>
                      <a:lnTo>
                        <a:pt x="217" y="72"/>
                      </a:lnTo>
                      <a:lnTo>
                        <a:pt x="218" y="68"/>
                      </a:lnTo>
                      <a:lnTo>
                        <a:pt x="218" y="26"/>
                      </a:lnTo>
                      <a:lnTo>
                        <a:pt x="321" y="26"/>
                      </a:lnTo>
                      <a:lnTo>
                        <a:pt x="321" y="68"/>
                      </a:lnTo>
                      <a:lnTo>
                        <a:pt x="321" y="72"/>
                      </a:lnTo>
                      <a:lnTo>
                        <a:pt x="323" y="76"/>
                      </a:lnTo>
                      <a:lnTo>
                        <a:pt x="326" y="78"/>
                      </a:lnTo>
                      <a:lnTo>
                        <a:pt x="330" y="81"/>
                      </a:lnTo>
                      <a:lnTo>
                        <a:pt x="340" y="84"/>
                      </a:lnTo>
                      <a:lnTo>
                        <a:pt x="350" y="87"/>
                      </a:lnTo>
                      <a:lnTo>
                        <a:pt x="360" y="91"/>
                      </a:lnTo>
                      <a:lnTo>
                        <a:pt x="367" y="97"/>
                      </a:lnTo>
                      <a:lnTo>
                        <a:pt x="383" y="107"/>
                      </a:lnTo>
                      <a:lnTo>
                        <a:pt x="399" y="121"/>
                      </a:lnTo>
                      <a:lnTo>
                        <a:pt x="403" y="124"/>
                      </a:lnTo>
                      <a:lnTo>
                        <a:pt x="407" y="124"/>
                      </a:lnTo>
                      <a:lnTo>
                        <a:pt x="410" y="124"/>
                      </a:lnTo>
                      <a:lnTo>
                        <a:pt x="414" y="122"/>
                      </a:lnTo>
                      <a:lnTo>
                        <a:pt x="453" y="99"/>
                      </a:lnTo>
                      <a:lnTo>
                        <a:pt x="505" y="188"/>
                      </a:lnTo>
                      <a:lnTo>
                        <a:pt x="465" y="212"/>
                      </a:lnTo>
                      <a:lnTo>
                        <a:pt x="462" y="214"/>
                      </a:lnTo>
                      <a:lnTo>
                        <a:pt x="460" y="217"/>
                      </a:lnTo>
                      <a:lnTo>
                        <a:pt x="458" y="221"/>
                      </a:lnTo>
                      <a:lnTo>
                        <a:pt x="458" y="226"/>
                      </a:lnTo>
                      <a:lnTo>
                        <a:pt x="461" y="235"/>
                      </a:lnTo>
                      <a:lnTo>
                        <a:pt x="462" y="246"/>
                      </a:lnTo>
                      <a:lnTo>
                        <a:pt x="463" y="256"/>
                      </a:lnTo>
                      <a:lnTo>
                        <a:pt x="463" y="266"/>
                      </a:lnTo>
                      <a:lnTo>
                        <a:pt x="463" y="277"/>
                      </a:lnTo>
                      <a:lnTo>
                        <a:pt x="462" y="287"/>
                      </a:lnTo>
                      <a:lnTo>
                        <a:pt x="461" y="297"/>
                      </a:lnTo>
                      <a:lnTo>
                        <a:pt x="458" y="307"/>
                      </a:lnTo>
                      <a:lnTo>
                        <a:pt x="458" y="311"/>
                      </a:lnTo>
                      <a:lnTo>
                        <a:pt x="460" y="316"/>
                      </a:lnTo>
                      <a:lnTo>
                        <a:pt x="462" y="319"/>
                      </a:lnTo>
                      <a:lnTo>
                        <a:pt x="465" y="321"/>
                      </a:lnTo>
                      <a:lnTo>
                        <a:pt x="505" y="344"/>
                      </a:lnTo>
                      <a:lnTo>
                        <a:pt x="453" y="433"/>
                      </a:lnTo>
                      <a:close/>
                      <a:moveTo>
                        <a:pt x="528" y="329"/>
                      </a:moveTo>
                      <a:lnTo>
                        <a:pt x="485" y="303"/>
                      </a:lnTo>
                      <a:lnTo>
                        <a:pt x="486" y="294"/>
                      </a:lnTo>
                      <a:lnTo>
                        <a:pt x="487" y="285"/>
                      </a:lnTo>
                      <a:lnTo>
                        <a:pt x="489" y="276"/>
                      </a:lnTo>
                      <a:lnTo>
                        <a:pt x="489" y="266"/>
                      </a:lnTo>
                      <a:lnTo>
                        <a:pt x="489" y="257"/>
                      </a:lnTo>
                      <a:lnTo>
                        <a:pt x="487" y="248"/>
                      </a:lnTo>
                      <a:lnTo>
                        <a:pt x="486" y="238"/>
                      </a:lnTo>
                      <a:lnTo>
                        <a:pt x="485" y="229"/>
                      </a:lnTo>
                      <a:lnTo>
                        <a:pt x="528" y="205"/>
                      </a:lnTo>
                      <a:lnTo>
                        <a:pt x="531" y="202"/>
                      </a:lnTo>
                      <a:lnTo>
                        <a:pt x="534" y="197"/>
                      </a:lnTo>
                      <a:lnTo>
                        <a:pt x="535" y="192"/>
                      </a:lnTo>
                      <a:lnTo>
                        <a:pt x="533" y="187"/>
                      </a:lnTo>
                      <a:lnTo>
                        <a:pt x="468" y="76"/>
                      </a:lnTo>
                      <a:lnTo>
                        <a:pt x="467" y="74"/>
                      </a:lnTo>
                      <a:lnTo>
                        <a:pt x="465" y="72"/>
                      </a:lnTo>
                      <a:lnTo>
                        <a:pt x="463" y="71"/>
                      </a:lnTo>
                      <a:lnTo>
                        <a:pt x="461" y="70"/>
                      </a:lnTo>
                      <a:lnTo>
                        <a:pt x="455" y="70"/>
                      </a:lnTo>
                      <a:lnTo>
                        <a:pt x="451" y="71"/>
                      </a:lnTo>
                      <a:lnTo>
                        <a:pt x="409" y="96"/>
                      </a:lnTo>
                      <a:lnTo>
                        <a:pt x="395" y="85"/>
                      </a:lnTo>
                      <a:lnTo>
                        <a:pt x="380" y="74"/>
                      </a:lnTo>
                      <a:lnTo>
                        <a:pt x="364" y="66"/>
                      </a:lnTo>
                      <a:lnTo>
                        <a:pt x="347" y="59"/>
                      </a:lnTo>
                      <a:lnTo>
                        <a:pt x="347" y="13"/>
                      </a:lnTo>
                      <a:lnTo>
                        <a:pt x="346" y="8"/>
                      </a:lnTo>
                      <a:lnTo>
                        <a:pt x="342" y="4"/>
                      </a:lnTo>
                      <a:lnTo>
                        <a:pt x="338" y="1"/>
                      </a:lnTo>
                      <a:lnTo>
                        <a:pt x="334" y="0"/>
                      </a:lnTo>
                      <a:lnTo>
                        <a:pt x="205" y="0"/>
                      </a:lnTo>
                      <a:lnTo>
                        <a:pt x="200" y="1"/>
                      </a:lnTo>
                      <a:lnTo>
                        <a:pt x="196" y="4"/>
                      </a:lnTo>
                      <a:lnTo>
                        <a:pt x="193" y="8"/>
                      </a:lnTo>
                      <a:lnTo>
                        <a:pt x="192" y="13"/>
                      </a:lnTo>
                      <a:lnTo>
                        <a:pt x="192" y="59"/>
                      </a:lnTo>
                      <a:lnTo>
                        <a:pt x="175" y="66"/>
                      </a:lnTo>
                      <a:lnTo>
                        <a:pt x="159" y="73"/>
                      </a:lnTo>
                      <a:lnTo>
                        <a:pt x="143" y="84"/>
                      </a:lnTo>
                      <a:lnTo>
                        <a:pt x="127" y="96"/>
                      </a:lnTo>
                      <a:lnTo>
                        <a:pt x="84" y="71"/>
                      </a:lnTo>
                      <a:lnTo>
                        <a:pt x="78" y="70"/>
                      </a:lnTo>
                      <a:lnTo>
                        <a:pt x="74" y="70"/>
                      </a:lnTo>
                      <a:lnTo>
                        <a:pt x="70" y="72"/>
                      </a:lnTo>
                      <a:lnTo>
                        <a:pt x="67" y="76"/>
                      </a:lnTo>
                      <a:lnTo>
                        <a:pt x="2" y="187"/>
                      </a:lnTo>
                      <a:lnTo>
                        <a:pt x="0" y="191"/>
                      </a:lnTo>
                      <a:lnTo>
                        <a:pt x="0" y="197"/>
                      </a:lnTo>
                      <a:lnTo>
                        <a:pt x="2" y="201"/>
                      </a:lnTo>
                      <a:lnTo>
                        <a:pt x="6" y="205"/>
                      </a:lnTo>
                      <a:lnTo>
                        <a:pt x="49" y="229"/>
                      </a:lnTo>
                      <a:lnTo>
                        <a:pt x="47" y="238"/>
                      </a:lnTo>
                      <a:lnTo>
                        <a:pt x="46" y="248"/>
                      </a:lnTo>
                      <a:lnTo>
                        <a:pt x="46" y="257"/>
                      </a:lnTo>
                      <a:lnTo>
                        <a:pt x="46" y="266"/>
                      </a:lnTo>
                      <a:lnTo>
                        <a:pt x="46" y="276"/>
                      </a:lnTo>
                      <a:lnTo>
                        <a:pt x="46" y="285"/>
                      </a:lnTo>
                      <a:lnTo>
                        <a:pt x="47" y="294"/>
                      </a:lnTo>
                      <a:lnTo>
                        <a:pt x="48" y="303"/>
                      </a:lnTo>
                      <a:lnTo>
                        <a:pt x="6" y="329"/>
                      </a:lnTo>
                      <a:lnTo>
                        <a:pt x="2" y="332"/>
                      </a:lnTo>
                      <a:lnTo>
                        <a:pt x="0" y="335"/>
                      </a:lnTo>
                      <a:lnTo>
                        <a:pt x="0" y="340"/>
                      </a:lnTo>
                      <a:lnTo>
                        <a:pt x="1" y="345"/>
                      </a:lnTo>
                      <a:lnTo>
                        <a:pt x="65" y="457"/>
                      </a:lnTo>
                      <a:lnTo>
                        <a:pt x="69" y="461"/>
                      </a:lnTo>
                      <a:lnTo>
                        <a:pt x="73" y="463"/>
                      </a:lnTo>
                      <a:lnTo>
                        <a:pt x="78" y="463"/>
                      </a:lnTo>
                      <a:lnTo>
                        <a:pt x="83" y="461"/>
                      </a:lnTo>
                      <a:lnTo>
                        <a:pt x="127" y="437"/>
                      </a:lnTo>
                      <a:lnTo>
                        <a:pt x="143" y="449"/>
                      </a:lnTo>
                      <a:lnTo>
                        <a:pt x="159" y="459"/>
                      </a:lnTo>
                      <a:lnTo>
                        <a:pt x="175" y="467"/>
                      </a:lnTo>
                      <a:lnTo>
                        <a:pt x="192" y="474"/>
                      </a:lnTo>
                      <a:lnTo>
                        <a:pt x="192" y="523"/>
                      </a:lnTo>
                      <a:lnTo>
                        <a:pt x="193" y="528"/>
                      </a:lnTo>
                      <a:lnTo>
                        <a:pt x="196" y="533"/>
                      </a:lnTo>
                      <a:lnTo>
                        <a:pt x="200" y="535"/>
                      </a:lnTo>
                      <a:lnTo>
                        <a:pt x="205" y="536"/>
                      </a:lnTo>
                      <a:lnTo>
                        <a:pt x="334" y="536"/>
                      </a:lnTo>
                      <a:lnTo>
                        <a:pt x="338" y="535"/>
                      </a:lnTo>
                      <a:lnTo>
                        <a:pt x="342" y="533"/>
                      </a:lnTo>
                      <a:lnTo>
                        <a:pt x="346" y="528"/>
                      </a:lnTo>
                      <a:lnTo>
                        <a:pt x="347" y="523"/>
                      </a:lnTo>
                      <a:lnTo>
                        <a:pt x="347" y="474"/>
                      </a:lnTo>
                      <a:lnTo>
                        <a:pt x="355" y="470"/>
                      </a:lnTo>
                      <a:lnTo>
                        <a:pt x="364" y="467"/>
                      </a:lnTo>
                      <a:lnTo>
                        <a:pt x="373" y="463"/>
                      </a:lnTo>
                      <a:lnTo>
                        <a:pt x="380" y="459"/>
                      </a:lnTo>
                      <a:lnTo>
                        <a:pt x="395" y="449"/>
                      </a:lnTo>
                      <a:lnTo>
                        <a:pt x="409" y="437"/>
                      </a:lnTo>
                      <a:lnTo>
                        <a:pt x="452" y="461"/>
                      </a:lnTo>
                      <a:lnTo>
                        <a:pt x="454" y="463"/>
                      </a:lnTo>
                      <a:lnTo>
                        <a:pt x="456" y="463"/>
                      </a:lnTo>
                      <a:lnTo>
                        <a:pt x="458" y="463"/>
                      </a:lnTo>
                      <a:lnTo>
                        <a:pt x="462" y="462"/>
                      </a:lnTo>
                      <a:lnTo>
                        <a:pt x="464" y="462"/>
                      </a:lnTo>
                      <a:lnTo>
                        <a:pt x="466" y="461"/>
                      </a:lnTo>
                      <a:lnTo>
                        <a:pt x="467" y="459"/>
                      </a:lnTo>
                      <a:lnTo>
                        <a:pt x="469" y="457"/>
                      </a:lnTo>
                      <a:lnTo>
                        <a:pt x="533" y="345"/>
                      </a:lnTo>
                      <a:lnTo>
                        <a:pt x="535" y="340"/>
                      </a:lnTo>
                      <a:lnTo>
                        <a:pt x="535" y="335"/>
                      </a:lnTo>
                      <a:lnTo>
                        <a:pt x="533" y="332"/>
                      </a:lnTo>
                      <a:lnTo>
                        <a:pt x="528" y="3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íṩľiďe"/>
                <p:cNvSpPr/>
                <p:nvPr/>
              </p:nvSpPr>
              <p:spPr bwMode="auto">
                <a:xfrm>
                  <a:off x="1727201" y="3240088"/>
                  <a:ext cx="122238" cy="125413"/>
                </a:xfrm>
                <a:custGeom>
                  <a:avLst/>
                  <a:gdLst>
                    <a:gd name="T0" fmla="*/ 235 w 308"/>
                    <a:gd name="T1" fmla="*/ 227 h 315"/>
                    <a:gd name="T2" fmla="*/ 223 w 308"/>
                    <a:gd name="T3" fmla="*/ 229 h 315"/>
                    <a:gd name="T4" fmla="*/ 195 w 308"/>
                    <a:gd name="T5" fmla="*/ 248 h 315"/>
                    <a:gd name="T6" fmla="*/ 178 w 308"/>
                    <a:gd name="T7" fmla="*/ 257 h 315"/>
                    <a:gd name="T8" fmla="*/ 176 w 308"/>
                    <a:gd name="T9" fmla="*/ 289 h 315"/>
                    <a:gd name="T10" fmla="*/ 136 w 308"/>
                    <a:gd name="T11" fmla="*/ 260 h 315"/>
                    <a:gd name="T12" fmla="*/ 129 w 308"/>
                    <a:gd name="T13" fmla="*/ 253 h 315"/>
                    <a:gd name="T14" fmla="*/ 95 w 308"/>
                    <a:gd name="T15" fmla="*/ 237 h 315"/>
                    <a:gd name="T16" fmla="*/ 79 w 308"/>
                    <a:gd name="T17" fmla="*/ 226 h 315"/>
                    <a:gd name="T18" fmla="*/ 50 w 308"/>
                    <a:gd name="T19" fmla="*/ 240 h 315"/>
                    <a:gd name="T20" fmla="*/ 55 w 308"/>
                    <a:gd name="T21" fmla="*/ 192 h 315"/>
                    <a:gd name="T22" fmla="*/ 58 w 308"/>
                    <a:gd name="T23" fmla="*/ 180 h 315"/>
                    <a:gd name="T24" fmla="*/ 56 w 308"/>
                    <a:gd name="T25" fmla="*/ 145 h 315"/>
                    <a:gd name="T26" fmla="*/ 57 w 308"/>
                    <a:gd name="T27" fmla="*/ 126 h 315"/>
                    <a:gd name="T28" fmla="*/ 31 w 308"/>
                    <a:gd name="T29" fmla="*/ 108 h 315"/>
                    <a:gd name="T30" fmla="*/ 76 w 308"/>
                    <a:gd name="T31" fmla="*/ 87 h 315"/>
                    <a:gd name="T32" fmla="*/ 87 w 308"/>
                    <a:gd name="T33" fmla="*/ 84 h 315"/>
                    <a:gd name="T34" fmla="*/ 117 w 308"/>
                    <a:gd name="T35" fmla="*/ 66 h 315"/>
                    <a:gd name="T36" fmla="*/ 135 w 308"/>
                    <a:gd name="T37" fmla="*/ 57 h 315"/>
                    <a:gd name="T38" fmla="*/ 137 w 308"/>
                    <a:gd name="T39" fmla="*/ 25 h 315"/>
                    <a:gd name="T40" fmla="*/ 176 w 308"/>
                    <a:gd name="T41" fmla="*/ 53 h 315"/>
                    <a:gd name="T42" fmla="*/ 185 w 308"/>
                    <a:gd name="T43" fmla="*/ 62 h 315"/>
                    <a:gd name="T44" fmla="*/ 215 w 308"/>
                    <a:gd name="T45" fmla="*/ 77 h 315"/>
                    <a:gd name="T46" fmla="*/ 231 w 308"/>
                    <a:gd name="T47" fmla="*/ 88 h 315"/>
                    <a:gd name="T48" fmla="*/ 259 w 308"/>
                    <a:gd name="T49" fmla="*/ 76 h 315"/>
                    <a:gd name="T50" fmla="*/ 254 w 308"/>
                    <a:gd name="T51" fmla="*/ 123 h 315"/>
                    <a:gd name="T52" fmla="*/ 251 w 308"/>
                    <a:gd name="T53" fmla="*/ 134 h 315"/>
                    <a:gd name="T54" fmla="*/ 253 w 308"/>
                    <a:gd name="T55" fmla="*/ 169 h 315"/>
                    <a:gd name="T56" fmla="*/ 252 w 308"/>
                    <a:gd name="T57" fmla="*/ 188 h 315"/>
                    <a:gd name="T58" fmla="*/ 278 w 308"/>
                    <a:gd name="T59" fmla="*/ 207 h 315"/>
                    <a:gd name="T60" fmla="*/ 278 w 308"/>
                    <a:gd name="T61" fmla="*/ 178 h 315"/>
                    <a:gd name="T62" fmla="*/ 279 w 308"/>
                    <a:gd name="T63" fmla="*/ 148 h 315"/>
                    <a:gd name="T64" fmla="*/ 304 w 308"/>
                    <a:gd name="T65" fmla="*/ 123 h 315"/>
                    <a:gd name="T66" fmla="*/ 308 w 308"/>
                    <a:gd name="T67" fmla="*/ 116 h 315"/>
                    <a:gd name="T68" fmla="*/ 275 w 308"/>
                    <a:gd name="T69" fmla="*/ 51 h 315"/>
                    <a:gd name="T70" fmla="*/ 269 w 308"/>
                    <a:gd name="T71" fmla="*/ 46 h 315"/>
                    <a:gd name="T72" fmla="*/ 256 w 308"/>
                    <a:gd name="T73" fmla="*/ 46 h 315"/>
                    <a:gd name="T74" fmla="*/ 218 w 308"/>
                    <a:gd name="T75" fmla="*/ 49 h 315"/>
                    <a:gd name="T76" fmla="*/ 202 w 308"/>
                    <a:gd name="T77" fmla="*/ 13 h 315"/>
                    <a:gd name="T78" fmla="*/ 193 w 308"/>
                    <a:gd name="T79" fmla="*/ 2 h 315"/>
                    <a:gd name="T80" fmla="*/ 119 w 308"/>
                    <a:gd name="T81" fmla="*/ 2 h 315"/>
                    <a:gd name="T82" fmla="*/ 112 w 308"/>
                    <a:gd name="T83" fmla="*/ 13 h 315"/>
                    <a:gd name="T84" fmla="*/ 93 w 308"/>
                    <a:gd name="T85" fmla="*/ 50 h 315"/>
                    <a:gd name="T86" fmla="*/ 52 w 308"/>
                    <a:gd name="T87" fmla="*/ 46 h 315"/>
                    <a:gd name="T88" fmla="*/ 37 w 308"/>
                    <a:gd name="T89" fmla="*/ 47 h 315"/>
                    <a:gd name="T90" fmla="*/ 1 w 308"/>
                    <a:gd name="T91" fmla="*/ 111 h 315"/>
                    <a:gd name="T92" fmla="*/ 3 w 308"/>
                    <a:gd name="T93" fmla="*/ 121 h 315"/>
                    <a:gd name="T94" fmla="*/ 31 w 308"/>
                    <a:gd name="T95" fmla="*/ 138 h 315"/>
                    <a:gd name="T96" fmla="*/ 30 w 308"/>
                    <a:gd name="T97" fmla="*/ 167 h 315"/>
                    <a:gd name="T98" fmla="*/ 4 w 308"/>
                    <a:gd name="T99" fmla="*/ 193 h 315"/>
                    <a:gd name="T100" fmla="*/ 1 w 308"/>
                    <a:gd name="T101" fmla="*/ 199 h 315"/>
                    <a:gd name="T102" fmla="*/ 34 w 308"/>
                    <a:gd name="T103" fmla="*/ 263 h 315"/>
                    <a:gd name="T104" fmla="*/ 46 w 308"/>
                    <a:gd name="T105" fmla="*/ 270 h 315"/>
                    <a:gd name="T106" fmla="*/ 85 w 308"/>
                    <a:gd name="T107" fmla="*/ 259 h 315"/>
                    <a:gd name="T108" fmla="*/ 112 w 308"/>
                    <a:gd name="T109" fmla="*/ 274 h 315"/>
                    <a:gd name="T110" fmla="*/ 116 w 308"/>
                    <a:gd name="T111" fmla="*/ 311 h 315"/>
                    <a:gd name="T112" fmla="*/ 189 w 308"/>
                    <a:gd name="T113" fmla="*/ 315 h 315"/>
                    <a:gd name="T114" fmla="*/ 201 w 308"/>
                    <a:gd name="T115" fmla="*/ 306 h 315"/>
                    <a:gd name="T116" fmla="*/ 210 w 308"/>
                    <a:gd name="T117" fmla="*/ 270 h 315"/>
                    <a:gd name="T118" fmla="*/ 234 w 308"/>
                    <a:gd name="T119" fmla="*/ 255 h 315"/>
                    <a:gd name="T120" fmla="*/ 267 w 308"/>
                    <a:gd name="T121" fmla="*/ 270 h 315"/>
                    <a:gd name="T122" fmla="*/ 307 w 308"/>
                    <a:gd name="T123" fmla="*/ 208 h 315"/>
                    <a:gd name="T124" fmla="*/ 306 w 308"/>
                    <a:gd name="T125" fmla="*/ 194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15">
                      <a:moveTo>
                        <a:pt x="260" y="240"/>
                      </a:moveTo>
                      <a:lnTo>
                        <a:pt x="239" y="228"/>
                      </a:lnTo>
                      <a:lnTo>
                        <a:pt x="235" y="227"/>
                      </a:lnTo>
                      <a:lnTo>
                        <a:pt x="231" y="226"/>
                      </a:lnTo>
                      <a:lnTo>
                        <a:pt x="227" y="227"/>
                      </a:lnTo>
                      <a:lnTo>
                        <a:pt x="223" y="229"/>
                      </a:lnTo>
                      <a:lnTo>
                        <a:pt x="215" y="237"/>
                      </a:lnTo>
                      <a:lnTo>
                        <a:pt x="205" y="243"/>
                      </a:lnTo>
                      <a:lnTo>
                        <a:pt x="195" y="248"/>
                      </a:lnTo>
                      <a:lnTo>
                        <a:pt x="185" y="253"/>
                      </a:lnTo>
                      <a:lnTo>
                        <a:pt x="181" y="255"/>
                      </a:lnTo>
                      <a:lnTo>
                        <a:pt x="178" y="257"/>
                      </a:lnTo>
                      <a:lnTo>
                        <a:pt x="177" y="260"/>
                      </a:lnTo>
                      <a:lnTo>
                        <a:pt x="176" y="265"/>
                      </a:lnTo>
                      <a:lnTo>
                        <a:pt x="176" y="289"/>
                      </a:lnTo>
                      <a:lnTo>
                        <a:pt x="137" y="289"/>
                      </a:lnTo>
                      <a:lnTo>
                        <a:pt x="137" y="265"/>
                      </a:lnTo>
                      <a:lnTo>
                        <a:pt x="136" y="260"/>
                      </a:lnTo>
                      <a:lnTo>
                        <a:pt x="135" y="257"/>
                      </a:lnTo>
                      <a:lnTo>
                        <a:pt x="132" y="255"/>
                      </a:lnTo>
                      <a:lnTo>
                        <a:pt x="129" y="253"/>
                      </a:lnTo>
                      <a:lnTo>
                        <a:pt x="117" y="248"/>
                      </a:lnTo>
                      <a:lnTo>
                        <a:pt x="105" y="243"/>
                      </a:lnTo>
                      <a:lnTo>
                        <a:pt x="95" y="237"/>
                      </a:lnTo>
                      <a:lnTo>
                        <a:pt x="87" y="229"/>
                      </a:lnTo>
                      <a:lnTo>
                        <a:pt x="84" y="227"/>
                      </a:lnTo>
                      <a:lnTo>
                        <a:pt x="79" y="226"/>
                      </a:lnTo>
                      <a:lnTo>
                        <a:pt x="76" y="227"/>
                      </a:lnTo>
                      <a:lnTo>
                        <a:pt x="72" y="228"/>
                      </a:lnTo>
                      <a:lnTo>
                        <a:pt x="50" y="240"/>
                      </a:lnTo>
                      <a:lnTo>
                        <a:pt x="30" y="207"/>
                      </a:lnTo>
                      <a:lnTo>
                        <a:pt x="51" y="194"/>
                      </a:lnTo>
                      <a:lnTo>
                        <a:pt x="55" y="192"/>
                      </a:lnTo>
                      <a:lnTo>
                        <a:pt x="57" y="188"/>
                      </a:lnTo>
                      <a:lnTo>
                        <a:pt x="58" y="184"/>
                      </a:lnTo>
                      <a:lnTo>
                        <a:pt x="58" y="180"/>
                      </a:lnTo>
                      <a:lnTo>
                        <a:pt x="56" y="168"/>
                      </a:lnTo>
                      <a:lnTo>
                        <a:pt x="55" y="157"/>
                      </a:lnTo>
                      <a:lnTo>
                        <a:pt x="56" y="145"/>
                      </a:lnTo>
                      <a:lnTo>
                        <a:pt x="58" y="134"/>
                      </a:lnTo>
                      <a:lnTo>
                        <a:pt x="58" y="130"/>
                      </a:lnTo>
                      <a:lnTo>
                        <a:pt x="57" y="126"/>
                      </a:lnTo>
                      <a:lnTo>
                        <a:pt x="55" y="123"/>
                      </a:lnTo>
                      <a:lnTo>
                        <a:pt x="51" y="120"/>
                      </a:lnTo>
                      <a:lnTo>
                        <a:pt x="31" y="108"/>
                      </a:lnTo>
                      <a:lnTo>
                        <a:pt x="50" y="73"/>
                      </a:lnTo>
                      <a:lnTo>
                        <a:pt x="72" y="86"/>
                      </a:lnTo>
                      <a:lnTo>
                        <a:pt x="76" y="87"/>
                      </a:lnTo>
                      <a:lnTo>
                        <a:pt x="79" y="87"/>
                      </a:lnTo>
                      <a:lnTo>
                        <a:pt x="84" y="86"/>
                      </a:lnTo>
                      <a:lnTo>
                        <a:pt x="87" y="84"/>
                      </a:lnTo>
                      <a:lnTo>
                        <a:pt x="95" y="78"/>
                      </a:lnTo>
                      <a:lnTo>
                        <a:pt x="105" y="71"/>
                      </a:lnTo>
                      <a:lnTo>
                        <a:pt x="117" y="66"/>
                      </a:lnTo>
                      <a:lnTo>
                        <a:pt x="129" y="62"/>
                      </a:lnTo>
                      <a:lnTo>
                        <a:pt x="132" y="59"/>
                      </a:lnTo>
                      <a:lnTo>
                        <a:pt x="135" y="57"/>
                      </a:lnTo>
                      <a:lnTo>
                        <a:pt x="136" y="53"/>
                      </a:lnTo>
                      <a:lnTo>
                        <a:pt x="137" y="50"/>
                      </a:lnTo>
                      <a:lnTo>
                        <a:pt x="137" y="25"/>
                      </a:lnTo>
                      <a:lnTo>
                        <a:pt x="176" y="25"/>
                      </a:lnTo>
                      <a:lnTo>
                        <a:pt x="176" y="50"/>
                      </a:lnTo>
                      <a:lnTo>
                        <a:pt x="176" y="53"/>
                      </a:lnTo>
                      <a:lnTo>
                        <a:pt x="178" y="57"/>
                      </a:lnTo>
                      <a:lnTo>
                        <a:pt x="181" y="59"/>
                      </a:lnTo>
                      <a:lnTo>
                        <a:pt x="185" y="62"/>
                      </a:lnTo>
                      <a:lnTo>
                        <a:pt x="195" y="66"/>
                      </a:lnTo>
                      <a:lnTo>
                        <a:pt x="205" y="71"/>
                      </a:lnTo>
                      <a:lnTo>
                        <a:pt x="215" y="77"/>
                      </a:lnTo>
                      <a:lnTo>
                        <a:pt x="223" y="84"/>
                      </a:lnTo>
                      <a:lnTo>
                        <a:pt x="227" y="87"/>
                      </a:lnTo>
                      <a:lnTo>
                        <a:pt x="231" y="88"/>
                      </a:lnTo>
                      <a:lnTo>
                        <a:pt x="235" y="88"/>
                      </a:lnTo>
                      <a:lnTo>
                        <a:pt x="239" y="86"/>
                      </a:lnTo>
                      <a:lnTo>
                        <a:pt x="259" y="76"/>
                      </a:lnTo>
                      <a:lnTo>
                        <a:pt x="278" y="108"/>
                      </a:lnTo>
                      <a:lnTo>
                        <a:pt x="258" y="120"/>
                      </a:lnTo>
                      <a:lnTo>
                        <a:pt x="254" y="123"/>
                      </a:lnTo>
                      <a:lnTo>
                        <a:pt x="252" y="126"/>
                      </a:lnTo>
                      <a:lnTo>
                        <a:pt x="251" y="130"/>
                      </a:lnTo>
                      <a:lnTo>
                        <a:pt x="251" y="134"/>
                      </a:lnTo>
                      <a:lnTo>
                        <a:pt x="253" y="145"/>
                      </a:lnTo>
                      <a:lnTo>
                        <a:pt x="254" y="157"/>
                      </a:lnTo>
                      <a:lnTo>
                        <a:pt x="253" y="169"/>
                      </a:lnTo>
                      <a:lnTo>
                        <a:pt x="251" y="180"/>
                      </a:lnTo>
                      <a:lnTo>
                        <a:pt x="251" y="184"/>
                      </a:lnTo>
                      <a:lnTo>
                        <a:pt x="252" y="188"/>
                      </a:lnTo>
                      <a:lnTo>
                        <a:pt x="254" y="192"/>
                      </a:lnTo>
                      <a:lnTo>
                        <a:pt x="258" y="194"/>
                      </a:lnTo>
                      <a:lnTo>
                        <a:pt x="278" y="207"/>
                      </a:lnTo>
                      <a:lnTo>
                        <a:pt x="260" y="240"/>
                      </a:lnTo>
                      <a:close/>
                      <a:moveTo>
                        <a:pt x="302" y="192"/>
                      </a:moveTo>
                      <a:lnTo>
                        <a:pt x="278" y="178"/>
                      </a:lnTo>
                      <a:lnTo>
                        <a:pt x="279" y="167"/>
                      </a:lnTo>
                      <a:lnTo>
                        <a:pt x="279" y="157"/>
                      </a:lnTo>
                      <a:lnTo>
                        <a:pt x="279" y="148"/>
                      </a:lnTo>
                      <a:lnTo>
                        <a:pt x="278" y="138"/>
                      </a:lnTo>
                      <a:lnTo>
                        <a:pt x="302" y="124"/>
                      </a:lnTo>
                      <a:lnTo>
                        <a:pt x="304" y="123"/>
                      </a:lnTo>
                      <a:lnTo>
                        <a:pt x="306" y="121"/>
                      </a:lnTo>
                      <a:lnTo>
                        <a:pt x="307" y="119"/>
                      </a:lnTo>
                      <a:lnTo>
                        <a:pt x="308" y="116"/>
                      </a:lnTo>
                      <a:lnTo>
                        <a:pt x="308" y="111"/>
                      </a:lnTo>
                      <a:lnTo>
                        <a:pt x="306" y="106"/>
                      </a:lnTo>
                      <a:lnTo>
                        <a:pt x="275" y="51"/>
                      </a:lnTo>
                      <a:lnTo>
                        <a:pt x="273" y="49"/>
                      </a:lnTo>
                      <a:lnTo>
                        <a:pt x="271" y="47"/>
                      </a:lnTo>
                      <a:lnTo>
                        <a:pt x="269" y="46"/>
                      </a:lnTo>
                      <a:lnTo>
                        <a:pt x="266" y="44"/>
                      </a:lnTo>
                      <a:lnTo>
                        <a:pt x="262" y="44"/>
                      </a:lnTo>
                      <a:lnTo>
                        <a:pt x="256" y="46"/>
                      </a:lnTo>
                      <a:lnTo>
                        <a:pt x="234" y="59"/>
                      </a:lnTo>
                      <a:lnTo>
                        <a:pt x="226" y="54"/>
                      </a:lnTo>
                      <a:lnTo>
                        <a:pt x="218" y="49"/>
                      </a:lnTo>
                      <a:lnTo>
                        <a:pt x="210" y="44"/>
                      </a:lnTo>
                      <a:lnTo>
                        <a:pt x="202" y="41"/>
                      </a:lnTo>
                      <a:lnTo>
                        <a:pt x="202" y="13"/>
                      </a:lnTo>
                      <a:lnTo>
                        <a:pt x="201" y="8"/>
                      </a:lnTo>
                      <a:lnTo>
                        <a:pt x="197" y="4"/>
                      </a:lnTo>
                      <a:lnTo>
                        <a:pt x="193" y="2"/>
                      </a:lnTo>
                      <a:lnTo>
                        <a:pt x="189" y="0"/>
                      </a:lnTo>
                      <a:lnTo>
                        <a:pt x="124" y="0"/>
                      </a:lnTo>
                      <a:lnTo>
                        <a:pt x="119" y="2"/>
                      </a:lnTo>
                      <a:lnTo>
                        <a:pt x="116" y="4"/>
                      </a:lnTo>
                      <a:lnTo>
                        <a:pt x="113" y="8"/>
                      </a:lnTo>
                      <a:lnTo>
                        <a:pt x="112" y="13"/>
                      </a:lnTo>
                      <a:lnTo>
                        <a:pt x="112" y="41"/>
                      </a:lnTo>
                      <a:lnTo>
                        <a:pt x="102" y="44"/>
                      </a:lnTo>
                      <a:lnTo>
                        <a:pt x="93" y="50"/>
                      </a:lnTo>
                      <a:lnTo>
                        <a:pt x="85" y="54"/>
                      </a:lnTo>
                      <a:lnTo>
                        <a:pt x="77" y="59"/>
                      </a:lnTo>
                      <a:lnTo>
                        <a:pt x="52" y="46"/>
                      </a:lnTo>
                      <a:lnTo>
                        <a:pt x="47" y="44"/>
                      </a:lnTo>
                      <a:lnTo>
                        <a:pt x="43" y="44"/>
                      </a:lnTo>
                      <a:lnTo>
                        <a:pt x="37" y="47"/>
                      </a:lnTo>
                      <a:lnTo>
                        <a:pt x="34" y="51"/>
                      </a:lnTo>
                      <a:lnTo>
                        <a:pt x="2" y="106"/>
                      </a:lnTo>
                      <a:lnTo>
                        <a:pt x="1" y="111"/>
                      </a:lnTo>
                      <a:lnTo>
                        <a:pt x="1" y="116"/>
                      </a:lnTo>
                      <a:lnTo>
                        <a:pt x="2" y="119"/>
                      </a:lnTo>
                      <a:lnTo>
                        <a:pt x="3" y="121"/>
                      </a:lnTo>
                      <a:lnTo>
                        <a:pt x="5" y="123"/>
                      </a:lnTo>
                      <a:lnTo>
                        <a:pt x="7" y="124"/>
                      </a:lnTo>
                      <a:lnTo>
                        <a:pt x="31" y="138"/>
                      </a:lnTo>
                      <a:lnTo>
                        <a:pt x="30" y="148"/>
                      </a:lnTo>
                      <a:lnTo>
                        <a:pt x="29" y="157"/>
                      </a:lnTo>
                      <a:lnTo>
                        <a:pt x="30" y="167"/>
                      </a:lnTo>
                      <a:lnTo>
                        <a:pt x="31" y="178"/>
                      </a:lnTo>
                      <a:lnTo>
                        <a:pt x="6" y="192"/>
                      </a:lnTo>
                      <a:lnTo>
                        <a:pt x="4" y="193"/>
                      </a:lnTo>
                      <a:lnTo>
                        <a:pt x="3" y="194"/>
                      </a:lnTo>
                      <a:lnTo>
                        <a:pt x="2" y="196"/>
                      </a:lnTo>
                      <a:lnTo>
                        <a:pt x="1" y="199"/>
                      </a:lnTo>
                      <a:lnTo>
                        <a:pt x="0" y="203"/>
                      </a:lnTo>
                      <a:lnTo>
                        <a:pt x="2" y="208"/>
                      </a:lnTo>
                      <a:lnTo>
                        <a:pt x="34" y="263"/>
                      </a:lnTo>
                      <a:lnTo>
                        <a:pt x="37" y="268"/>
                      </a:lnTo>
                      <a:lnTo>
                        <a:pt x="42" y="270"/>
                      </a:lnTo>
                      <a:lnTo>
                        <a:pt x="46" y="270"/>
                      </a:lnTo>
                      <a:lnTo>
                        <a:pt x="51" y="269"/>
                      </a:lnTo>
                      <a:lnTo>
                        <a:pt x="77" y="254"/>
                      </a:lnTo>
                      <a:lnTo>
                        <a:pt x="85" y="259"/>
                      </a:lnTo>
                      <a:lnTo>
                        <a:pt x="93" y="266"/>
                      </a:lnTo>
                      <a:lnTo>
                        <a:pt x="102" y="270"/>
                      </a:lnTo>
                      <a:lnTo>
                        <a:pt x="112" y="274"/>
                      </a:lnTo>
                      <a:lnTo>
                        <a:pt x="112" y="302"/>
                      </a:lnTo>
                      <a:lnTo>
                        <a:pt x="113" y="306"/>
                      </a:lnTo>
                      <a:lnTo>
                        <a:pt x="116" y="311"/>
                      </a:lnTo>
                      <a:lnTo>
                        <a:pt x="119" y="314"/>
                      </a:lnTo>
                      <a:lnTo>
                        <a:pt x="124" y="315"/>
                      </a:lnTo>
                      <a:lnTo>
                        <a:pt x="189" y="315"/>
                      </a:lnTo>
                      <a:lnTo>
                        <a:pt x="193" y="314"/>
                      </a:lnTo>
                      <a:lnTo>
                        <a:pt x="197" y="311"/>
                      </a:lnTo>
                      <a:lnTo>
                        <a:pt x="201" y="306"/>
                      </a:lnTo>
                      <a:lnTo>
                        <a:pt x="202" y="302"/>
                      </a:lnTo>
                      <a:lnTo>
                        <a:pt x="202" y="274"/>
                      </a:lnTo>
                      <a:lnTo>
                        <a:pt x="210" y="270"/>
                      </a:lnTo>
                      <a:lnTo>
                        <a:pt x="218" y="266"/>
                      </a:lnTo>
                      <a:lnTo>
                        <a:pt x="226" y="260"/>
                      </a:lnTo>
                      <a:lnTo>
                        <a:pt x="234" y="255"/>
                      </a:lnTo>
                      <a:lnTo>
                        <a:pt x="258" y="268"/>
                      </a:lnTo>
                      <a:lnTo>
                        <a:pt x="262" y="270"/>
                      </a:lnTo>
                      <a:lnTo>
                        <a:pt x="267" y="270"/>
                      </a:lnTo>
                      <a:lnTo>
                        <a:pt x="271" y="268"/>
                      </a:lnTo>
                      <a:lnTo>
                        <a:pt x="275" y="263"/>
                      </a:lnTo>
                      <a:lnTo>
                        <a:pt x="307" y="208"/>
                      </a:lnTo>
                      <a:lnTo>
                        <a:pt x="308" y="202"/>
                      </a:lnTo>
                      <a:lnTo>
                        <a:pt x="308" y="198"/>
                      </a:lnTo>
                      <a:lnTo>
                        <a:pt x="306" y="194"/>
                      </a:lnTo>
                      <a:lnTo>
                        <a:pt x="302"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9" name="îṣ1îďé"/>
            <p:cNvSpPr/>
            <p:nvPr/>
          </p:nvSpPr>
          <p:spPr>
            <a:xfrm>
              <a:off x="4028502" y="3965649"/>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028502" y="2720249"/>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grpSp>
      <p:sp>
        <p:nvSpPr>
          <p:cNvPr id="40"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2" name="文本占位符 30"/>
          <p:cNvSpPr>
            <a:spLocks noGrp="1"/>
          </p:cNvSpPr>
          <p:nvPr>
            <p:ph type="body" sz="quarter" idx="19" hasCustomPrompt="1"/>
          </p:nvPr>
        </p:nvSpPr>
        <p:spPr>
          <a:xfrm>
            <a:off x="4388478" y="1484803"/>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20" hasCustomPrompt="1"/>
          </p:nvPr>
        </p:nvSpPr>
        <p:spPr>
          <a:xfrm>
            <a:off x="4388477" y="1938111"/>
            <a:ext cx="6112681" cy="64399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4" name="文本占位符 30"/>
          <p:cNvSpPr>
            <a:spLocks noGrp="1"/>
          </p:cNvSpPr>
          <p:nvPr>
            <p:ph type="body" sz="quarter" idx="21" hasCustomPrompt="1"/>
          </p:nvPr>
        </p:nvSpPr>
        <p:spPr>
          <a:xfrm>
            <a:off x="4811993" y="2745621"/>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2" hasCustomPrompt="1"/>
          </p:nvPr>
        </p:nvSpPr>
        <p:spPr>
          <a:xfrm>
            <a:off x="4811992" y="3190028"/>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3" hasCustomPrompt="1"/>
          </p:nvPr>
        </p:nvSpPr>
        <p:spPr>
          <a:xfrm>
            <a:off x="4388477" y="5229380"/>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4" hasCustomPrompt="1"/>
          </p:nvPr>
        </p:nvSpPr>
        <p:spPr>
          <a:xfrm>
            <a:off x="4388476" y="5682689"/>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5" hasCustomPrompt="1"/>
          </p:nvPr>
        </p:nvSpPr>
        <p:spPr>
          <a:xfrm>
            <a:off x="4811993" y="3988972"/>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6" hasCustomPrompt="1"/>
          </p:nvPr>
        </p:nvSpPr>
        <p:spPr>
          <a:xfrm>
            <a:off x="4811992" y="4433379"/>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5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版式">
    <p:spTree>
      <p:nvGrpSpPr>
        <p:cNvPr id="1" name=""/>
        <p:cNvGrpSpPr/>
        <p:nvPr/>
      </p:nvGrpSpPr>
      <p:grpSpPr>
        <a:xfrm>
          <a:off x="0" y="0"/>
          <a:ext cx="0" cy="0"/>
          <a:chOff x="0" y="0"/>
          <a:chExt cx="0" cy="0"/>
        </a:xfrm>
      </p:grpSpPr>
      <p:cxnSp>
        <p:nvCxnSpPr>
          <p:cNvPr id="3" name="直接连接符 72"/>
          <p:cNvCxnSpPr/>
          <p:nvPr userDrawn="1"/>
        </p:nvCxnSpPr>
        <p:spPr>
          <a:xfrm flipH="1">
            <a:off x="3665634" y="2105269"/>
            <a:ext cx="786375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4" name="直接连接符 73"/>
          <p:cNvCxnSpPr/>
          <p:nvPr userDrawn="1"/>
        </p:nvCxnSpPr>
        <p:spPr>
          <a:xfrm flipH="1">
            <a:off x="4658165" y="3265197"/>
            <a:ext cx="6871226"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5" name="直接连接符 74"/>
          <p:cNvCxnSpPr/>
          <p:nvPr userDrawn="1"/>
        </p:nvCxnSpPr>
        <p:spPr>
          <a:xfrm flipH="1">
            <a:off x="3304744" y="4425124"/>
            <a:ext cx="822464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6" name="直接连接符 75"/>
          <p:cNvCxnSpPr/>
          <p:nvPr userDrawn="1"/>
        </p:nvCxnSpPr>
        <p:spPr>
          <a:xfrm flipH="1">
            <a:off x="3437030" y="5585053"/>
            <a:ext cx="8092361"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sp>
        <p:nvSpPr>
          <p:cNvPr id="7" name="流程图: 决策 76"/>
          <p:cNvSpPr/>
          <p:nvPr userDrawn="1"/>
        </p:nvSpPr>
        <p:spPr>
          <a:xfrm>
            <a:off x="2650758" y="1917635"/>
            <a:ext cx="1649998" cy="1543094"/>
          </a:xfrm>
          <a:prstGeom prst="flowChartDecision">
            <a:avLst/>
          </a:prstGeom>
          <a:solidFill>
            <a:srgbClr val="4E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8" name="流程图: 决策 77"/>
          <p:cNvSpPr/>
          <p:nvPr userDrawn="1"/>
        </p:nvSpPr>
        <p:spPr>
          <a:xfrm>
            <a:off x="2440724" y="3637362"/>
            <a:ext cx="2004033" cy="1952278"/>
          </a:xfrm>
          <a:prstGeom prst="flowChartDecision">
            <a:avLst/>
          </a:prstGeom>
          <a:solidFill>
            <a:srgbClr val="0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9" name="流程图: 决策 78"/>
          <p:cNvSpPr/>
          <p:nvPr userDrawn="1"/>
        </p:nvSpPr>
        <p:spPr>
          <a:xfrm>
            <a:off x="788051" y="2305361"/>
            <a:ext cx="2516693" cy="2451698"/>
          </a:xfrm>
          <a:prstGeom prst="flowChartDecision">
            <a:avLst/>
          </a:prstGeom>
          <a:solidFill>
            <a:srgbClr val="134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latin typeface="思源黑体 CN Normal" panose="020B0400000000000000" pitchFamily="34" charset="-128"/>
              <a:ea typeface="思源黑体 CN Normal" panose="020B0400000000000000" pitchFamily="34" charset="-128"/>
              <a:cs typeface="+mn-ea"/>
              <a:sym typeface="+mn-lt"/>
            </a:endParaRPr>
          </a:p>
        </p:txBody>
      </p:sp>
      <p:sp>
        <p:nvSpPr>
          <p:cNvPr id="10" name="流程图: 决策 79"/>
          <p:cNvSpPr/>
          <p:nvPr userDrawn="1"/>
        </p:nvSpPr>
        <p:spPr>
          <a:xfrm>
            <a:off x="3568337" y="2936824"/>
            <a:ext cx="1347513" cy="1260209"/>
          </a:xfrm>
          <a:prstGeom prst="flowChartDecision">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Normal" panose="020B0400000000000000" pitchFamily="34" charset="-128"/>
              <a:ea typeface="思源黑体 CN Normal" panose="020B0400000000000000" pitchFamily="34" charset="-128"/>
              <a:cs typeface="+mn-ea"/>
              <a:sym typeface="+mn-lt"/>
            </a:endParaRPr>
          </a:p>
        </p:txBody>
      </p:sp>
      <p:sp>
        <p:nvSpPr>
          <p:cNvPr id="17" name="文本占位符 30"/>
          <p:cNvSpPr>
            <a:spLocks noGrp="1"/>
          </p:cNvSpPr>
          <p:nvPr>
            <p:ph type="body" sz="quarter" idx="17" hasCustomPrompt="1"/>
          </p:nvPr>
        </p:nvSpPr>
        <p:spPr>
          <a:xfrm>
            <a:off x="4444757" y="2117359"/>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8" hasCustomPrompt="1"/>
          </p:nvPr>
        </p:nvSpPr>
        <p:spPr>
          <a:xfrm>
            <a:off x="4444757" y="1681039"/>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19" name="文本占位符 30"/>
          <p:cNvSpPr>
            <a:spLocks noGrp="1"/>
          </p:cNvSpPr>
          <p:nvPr>
            <p:ph type="body" sz="quarter" idx="19" hasCustomPrompt="1"/>
          </p:nvPr>
        </p:nvSpPr>
        <p:spPr>
          <a:xfrm>
            <a:off x="5107366" y="3277285"/>
            <a:ext cx="642202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0" name="文本占位符 30"/>
          <p:cNvSpPr>
            <a:spLocks noGrp="1"/>
          </p:cNvSpPr>
          <p:nvPr>
            <p:ph type="body" sz="quarter" idx="20" hasCustomPrompt="1"/>
          </p:nvPr>
        </p:nvSpPr>
        <p:spPr>
          <a:xfrm>
            <a:off x="5107366" y="2840965"/>
            <a:ext cx="642202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1" name="文本占位符 30"/>
          <p:cNvSpPr>
            <a:spLocks noGrp="1"/>
          </p:cNvSpPr>
          <p:nvPr>
            <p:ph type="body" sz="quarter" idx="21" hasCustomPrompt="1"/>
          </p:nvPr>
        </p:nvSpPr>
        <p:spPr>
          <a:xfrm>
            <a:off x="5018156" y="4459314"/>
            <a:ext cx="651123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2" name="文本占位符 30"/>
          <p:cNvSpPr>
            <a:spLocks noGrp="1"/>
          </p:cNvSpPr>
          <p:nvPr>
            <p:ph type="body" sz="quarter" idx="22" hasCustomPrompt="1"/>
          </p:nvPr>
        </p:nvSpPr>
        <p:spPr>
          <a:xfrm>
            <a:off x="5018156" y="4022994"/>
            <a:ext cx="651123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3" name="文本占位符 30"/>
          <p:cNvSpPr>
            <a:spLocks noGrp="1"/>
          </p:cNvSpPr>
          <p:nvPr>
            <p:ph type="body" sz="quarter" idx="23" hasCustomPrompt="1"/>
          </p:nvPr>
        </p:nvSpPr>
        <p:spPr>
          <a:xfrm>
            <a:off x="4444757" y="5613281"/>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4" name="文本占位符 30"/>
          <p:cNvSpPr>
            <a:spLocks noGrp="1"/>
          </p:cNvSpPr>
          <p:nvPr>
            <p:ph type="body" sz="quarter" idx="24" hasCustomPrompt="1"/>
          </p:nvPr>
        </p:nvSpPr>
        <p:spPr>
          <a:xfrm>
            <a:off x="4444757" y="5176961"/>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5" name="文本占位符 30"/>
          <p:cNvSpPr>
            <a:spLocks noGrp="1"/>
          </p:cNvSpPr>
          <p:nvPr>
            <p:ph type="body" sz="quarter" idx="25" hasCustomPrompt="1"/>
          </p:nvPr>
        </p:nvSpPr>
        <p:spPr>
          <a:xfrm>
            <a:off x="1567681" y="3255024"/>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6" name="文本占位符 30"/>
          <p:cNvSpPr>
            <a:spLocks noGrp="1"/>
          </p:cNvSpPr>
          <p:nvPr>
            <p:ph type="body" sz="quarter" idx="26" hasCustomPrompt="1"/>
          </p:nvPr>
        </p:nvSpPr>
        <p:spPr>
          <a:xfrm>
            <a:off x="3043396" y="2534774"/>
            <a:ext cx="928824" cy="47297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20%</a:t>
            </a:r>
            <a:endParaRPr kumimoji="1" lang="zh-CN" altLang="en-US" dirty="0"/>
          </a:p>
        </p:txBody>
      </p:sp>
      <p:sp>
        <p:nvSpPr>
          <p:cNvPr id="27" name="文本占位符 30"/>
          <p:cNvSpPr>
            <a:spLocks noGrp="1"/>
          </p:cNvSpPr>
          <p:nvPr>
            <p:ph type="body" sz="quarter" idx="27" hasCustomPrompt="1"/>
          </p:nvPr>
        </p:nvSpPr>
        <p:spPr>
          <a:xfrm>
            <a:off x="2934754" y="4305226"/>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8" name="文本占位符 30"/>
          <p:cNvSpPr>
            <a:spLocks noGrp="1"/>
          </p:cNvSpPr>
          <p:nvPr>
            <p:ph type="body" sz="quarter" idx="28" hasCustomPrompt="1"/>
          </p:nvPr>
        </p:nvSpPr>
        <p:spPr>
          <a:xfrm>
            <a:off x="3815128" y="3356524"/>
            <a:ext cx="832890" cy="44820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a:t>
            </a:r>
            <a:endParaRPr kumimoji="1" lang="zh-CN" altLang="en-US" dirty="0"/>
          </a:p>
        </p:txBody>
      </p:sp>
      <p:sp>
        <p:nvSpPr>
          <p:cNvPr id="3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架构图">
    <p:spTree>
      <p:nvGrpSpPr>
        <p:cNvPr id="1" name=""/>
        <p:cNvGrpSpPr/>
        <p:nvPr/>
      </p:nvGrpSpPr>
      <p:grpSpPr>
        <a:xfrm>
          <a:off x="0" y="0"/>
          <a:ext cx="0" cy="0"/>
          <a:chOff x="0" y="0"/>
          <a:chExt cx="0" cy="0"/>
        </a:xfrm>
      </p:grpSpPr>
      <p:grpSp>
        <p:nvGrpSpPr>
          <p:cNvPr id="6" name="组合 5"/>
          <p:cNvGrpSpPr/>
          <p:nvPr userDrawn="1"/>
        </p:nvGrpSpPr>
        <p:grpSpPr>
          <a:xfrm>
            <a:off x="694065" y="1486176"/>
            <a:ext cx="7776271" cy="4953786"/>
            <a:chOff x="582929" y="1006660"/>
            <a:chExt cx="8506284" cy="5418836"/>
          </a:xfrm>
        </p:grpSpPr>
        <p:sp>
          <p:nvSpPr>
            <p:cNvPr id="7" name="剪去单角的矩形 6"/>
            <p:cNvSpPr/>
            <p:nvPr/>
          </p:nvSpPr>
          <p:spPr>
            <a:xfrm>
              <a:off x="582929" y="5950356"/>
              <a:ext cx="8506284" cy="47514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0" name="剪去单角的矩形 9"/>
            <p:cNvSpPr/>
            <p:nvPr/>
          </p:nvSpPr>
          <p:spPr>
            <a:xfrm>
              <a:off x="582930" y="1006660"/>
              <a:ext cx="8506283" cy="2000880"/>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2" name="文本框 11"/>
            <p:cNvSpPr txBox="1"/>
            <p:nvPr/>
          </p:nvSpPr>
          <p:spPr>
            <a:xfrm>
              <a:off x="3870325" y="1071205"/>
              <a:ext cx="1708150" cy="336670"/>
            </a:xfrm>
            <a:prstGeom prst="rect">
              <a:avLst/>
            </a:prstGeom>
            <a:noFill/>
          </p:spPr>
          <p:txBody>
            <a:bodyPr wrap="square" rtlCol="0">
              <a:spAutoFit/>
            </a:bodyPr>
            <a:lstStyle/>
            <a:p>
              <a:pPr lvl="0" algn="ctr"/>
              <a:r>
                <a:rPr lang="zh-CN" altLang="en-US" sz="1400" dirty="0">
                  <a:solidFill>
                    <a:srgbClr val="383736"/>
                  </a:solidFill>
                  <a:latin typeface="思源黑体 CN Normal" panose="020B0400000000000000" pitchFamily="34" charset="-128"/>
                  <a:ea typeface="思源黑体 CN Normal" panose="020B0400000000000000" pitchFamily="34" charset="-128"/>
                  <a:sym typeface="+mn-ea"/>
                </a:rPr>
                <a:t>运维门户</a:t>
              </a:r>
            </a:p>
          </p:txBody>
        </p:sp>
        <p:grpSp>
          <p:nvGrpSpPr>
            <p:cNvPr id="13" name="组合 12"/>
            <p:cNvGrpSpPr/>
            <p:nvPr/>
          </p:nvGrpSpPr>
          <p:grpSpPr>
            <a:xfrm>
              <a:off x="684805" y="1524635"/>
              <a:ext cx="1297941" cy="1348105"/>
              <a:chOff x="684805" y="1524635"/>
              <a:chExt cx="1297941" cy="1348105"/>
            </a:xfrm>
          </p:grpSpPr>
          <p:sp>
            <p:nvSpPr>
              <p:cNvPr id="93" name="剪去单角的矩形 9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94" name="组合 93"/>
              <p:cNvGrpSpPr/>
              <p:nvPr/>
            </p:nvGrpSpPr>
            <p:grpSpPr>
              <a:xfrm>
                <a:off x="783105" y="1586698"/>
                <a:ext cx="1095997" cy="1178568"/>
                <a:chOff x="2218" y="2391"/>
                <a:chExt cx="1688" cy="2383"/>
              </a:xfrm>
            </p:grpSpPr>
            <p:sp>
              <p:nvSpPr>
                <p:cNvPr id="95" name="矩形 9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96" name="文本框 95"/>
                <p:cNvSpPr txBox="1"/>
                <p:nvPr userDrawn="1"/>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97" name="矩形 9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98" name="矩形 9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14" name="组合 13"/>
            <p:cNvGrpSpPr/>
            <p:nvPr/>
          </p:nvGrpSpPr>
          <p:grpSpPr>
            <a:xfrm>
              <a:off x="582929" y="3372920"/>
              <a:ext cx="8506284" cy="373202"/>
              <a:chOff x="582929" y="3338195"/>
              <a:chExt cx="8506284" cy="373202"/>
            </a:xfrm>
          </p:grpSpPr>
          <p:sp>
            <p:nvSpPr>
              <p:cNvPr id="91" name="剪去单角的矩形 90"/>
              <p:cNvSpPr/>
              <p:nvPr/>
            </p:nvSpPr>
            <p:spPr>
              <a:xfrm>
                <a:off x="582929" y="3338195"/>
                <a:ext cx="8506284" cy="373202"/>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92" name="文本框 91"/>
              <p:cNvSpPr txBox="1"/>
              <p:nvPr/>
            </p:nvSpPr>
            <p:spPr>
              <a:xfrm>
                <a:off x="3195274" y="3382266"/>
                <a:ext cx="3295650"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服务平台</a:t>
                </a:r>
              </a:p>
            </p:txBody>
          </p:sp>
        </p:grpSp>
        <p:grpSp>
          <p:nvGrpSpPr>
            <p:cNvPr id="15" name="组合 14"/>
            <p:cNvGrpSpPr/>
            <p:nvPr/>
          </p:nvGrpSpPr>
          <p:grpSpPr>
            <a:xfrm>
              <a:off x="586209" y="3870840"/>
              <a:ext cx="4201455" cy="701260"/>
              <a:chOff x="586209" y="3836115"/>
              <a:chExt cx="4201455" cy="701260"/>
            </a:xfrm>
          </p:grpSpPr>
          <p:sp>
            <p:nvSpPr>
              <p:cNvPr id="85" name="剪去单角的矩形 84"/>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86" name="文本框 85"/>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87" name="矩形 86"/>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080"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88" name="矩形 87"/>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89" name="矩形 88"/>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90" name="矩形 89"/>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16" name="组合 15"/>
            <p:cNvGrpSpPr/>
            <p:nvPr/>
          </p:nvGrpSpPr>
          <p:grpSpPr>
            <a:xfrm>
              <a:off x="586210" y="4724465"/>
              <a:ext cx="3549312" cy="1074183"/>
              <a:chOff x="586210" y="4724465"/>
              <a:chExt cx="3549312" cy="1074183"/>
            </a:xfrm>
          </p:grpSpPr>
          <p:sp>
            <p:nvSpPr>
              <p:cNvPr id="77" name="剪去单角的矩形 76"/>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78" name="文本框 77"/>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79" name="矩形 78"/>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80" name="矩形 79"/>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81" name="矩形 80"/>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82" name="矩形 81"/>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83" name="矩形 82"/>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84" name="矩形 83"/>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sp>
          <p:nvSpPr>
            <p:cNvPr id="17" name="圆柱体 304"/>
            <p:cNvSpPr/>
            <p:nvPr/>
          </p:nvSpPr>
          <p:spPr>
            <a:xfrm>
              <a:off x="4345215" y="4926750"/>
              <a:ext cx="976630" cy="730250"/>
            </a:xfrm>
            <a:prstGeom prst="can">
              <a:avLst/>
            </a:prstGeom>
            <a:solidFill>
              <a:srgbClr val="4FBA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b="1" dirty="0">
                  <a:solidFill>
                    <a:schemeClr val="bg1"/>
                  </a:solidFill>
                  <a:latin typeface="思源黑体 CN Normal" panose="020B0400000000000000" pitchFamily="34" charset="-128"/>
                  <a:ea typeface="思源黑体 CN Normal" panose="020B0400000000000000" pitchFamily="34" charset="-128"/>
                </a:rPr>
                <a:t>配置管理库</a:t>
              </a:r>
              <a:r>
                <a:rPr lang="en-US" altLang="zh-CN" sz="800" b="1" dirty="0">
                  <a:solidFill>
                    <a:schemeClr val="bg1"/>
                  </a:solidFill>
                  <a:latin typeface="思源黑体 CN Normal" panose="020B0400000000000000" pitchFamily="34" charset="-128"/>
                  <a:ea typeface="思源黑体 CN Normal" panose="020B0400000000000000" pitchFamily="34" charset="-128"/>
                </a:rPr>
                <a:t>AMDB</a:t>
              </a:r>
            </a:p>
          </p:txBody>
        </p:sp>
        <p:sp>
          <p:nvSpPr>
            <p:cNvPr id="18" name="矩形 17"/>
            <p:cNvSpPr/>
            <p:nvPr/>
          </p:nvSpPr>
          <p:spPr>
            <a:xfrm>
              <a:off x="69954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网络设备</a:t>
              </a:r>
            </a:p>
          </p:txBody>
        </p:sp>
        <p:sp>
          <p:nvSpPr>
            <p:cNvPr id="19" name="矩形 18"/>
            <p:cNvSpPr/>
            <p:nvPr/>
          </p:nvSpPr>
          <p:spPr>
            <a:xfrm>
              <a:off x="2403519"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a:t>
              </a:r>
            </a:p>
          </p:txBody>
        </p:sp>
        <p:sp>
          <p:nvSpPr>
            <p:cNvPr id="20" name="矩形 19"/>
            <p:cNvSpPr/>
            <p:nvPr/>
          </p:nvSpPr>
          <p:spPr>
            <a:xfrm>
              <a:off x="408300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数据库</a:t>
              </a:r>
            </a:p>
          </p:txBody>
        </p:sp>
        <p:sp>
          <p:nvSpPr>
            <p:cNvPr id="21" name="矩形 20"/>
            <p:cNvSpPr/>
            <p:nvPr/>
          </p:nvSpPr>
          <p:spPr>
            <a:xfrm>
              <a:off x="5762489" y="6050090"/>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中间件</a:t>
              </a:r>
            </a:p>
          </p:txBody>
        </p:sp>
        <p:sp>
          <p:nvSpPr>
            <p:cNvPr id="22" name="矩形 21"/>
            <p:cNvSpPr/>
            <p:nvPr/>
          </p:nvSpPr>
          <p:spPr>
            <a:xfrm>
              <a:off x="7450138"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a:t>
              </a:r>
            </a:p>
          </p:txBody>
        </p:sp>
        <p:sp>
          <p:nvSpPr>
            <p:cNvPr id="23" name="箭头: 上 4"/>
            <p:cNvSpPr/>
            <p:nvPr/>
          </p:nvSpPr>
          <p:spPr>
            <a:xfrm>
              <a:off x="2215007"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4" name="箭头: 上 4"/>
            <p:cNvSpPr/>
            <p:nvPr/>
          </p:nvSpPr>
          <p:spPr>
            <a:xfrm>
              <a:off x="4726051"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5" name="箭头: 上 4"/>
            <p:cNvSpPr/>
            <p:nvPr/>
          </p:nvSpPr>
          <p:spPr>
            <a:xfrm>
              <a:off x="7284339"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grpSp>
          <p:nvGrpSpPr>
            <p:cNvPr id="26" name="组合 25"/>
            <p:cNvGrpSpPr/>
            <p:nvPr/>
          </p:nvGrpSpPr>
          <p:grpSpPr>
            <a:xfrm>
              <a:off x="2083274" y="1522730"/>
              <a:ext cx="1297941" cy="1348105"/>
              <a:chOff x="684805" y="1524635"/>
              <a:chExt cx="1297941" cy="1348105"/>
            </a:xfrm>
          </p:grpSpPr>
          <p:sp>
            <p:nvSpPr>
              <p:cNvPr id="71" name="剪去单角的矩形 70"/>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72" name="组合 71"/>
              <p:cNvGrpSpPr/>
              <p:nvPr/>
            </p:nvGrpSpPr>
            <p:grpSpPr>
              <a:xfrm>
                <a:off x="803883" y="1586697"/>
                <a:ext cx="1095997" cy="1178567"/>
                <a:chOff x="2250" y="2391"/>
                <a:chExt cx="1688" cy="2383"/>
              </a:xfrm>
            </p:grpSpPr>
            <p:sp>
              <p:nvSpPr>
                <p:cNvPr id="73" name="矩形 72"/>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74" name="文本框 73"/>
                <p:cNvSpPr txBox="1"/>
                <p:nvPr/>
              </p:nvSpPr>
              <p:spPr>
                <a:xfrm>
                  <a:off x="2250"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75" name="矩形 74"/>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6" name="矩形 75"/>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7" name="组合 26"/>
            <p:cNvGrpSpPr/>
            <p:nvPr/>
          </p:nvGrpSpPr>
          <p:grpSpPr>
            <a:xfrm>
              <a:off x="3489724" y="1514587"/>
              <a:ext cx="1297941" cy="1348105"/>
              <a:chOff x="684805" y="1524635"/>
              <a:chExt cx="1297941" cy="1348105"/>
            </a:xfrm>
          </p:grpSpPr>
          <p:sp>
            <p:nvSpPr>
              <p:cNvPr id="65" name="剪去单角的矩形 64"/>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6" name="组合 65"/>
              <p:cNvGrpSpPr/>
              <p:nvPr/>
            </p:nvGrpSpPr>
            <p:grpSpPr>
              <a:xfrm>
                <a:off x="783105" y="1586697"/>
                <a:ext cx="1095997" cy="1178567"/>
                <a:chOff x="2218" y="2391"/>
                <a:chExt cx="1688" cy="2383"/>
              </a:xfrm>
            </p:grpSpPr>
            <p:sp>
              <p:nvSpPr>
                <p:cNvPr id="67" name="矩形 66"/>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8" name="文本框 67"/>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9" name="矩形 68"/>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0" name="矩形 69"/>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8" name="组合 27"/>
            <p:cNvGrpSpPr/>
            <p:nvPr/>
          </p:nvGrpSpPr>
          <p:grpSpPr>
            <a:xfrm>
              <a:off x="4889275" y="1514587"/>
              <a:ext cx="1297941" cy="1348105"/>
              <a:chOff x="684805" y="1524635"/>
              <a:chExt cx="1297941" cy="1348105"/>
            </a:xfrm>
          </p:grpSpPr>
          <p:sp>
            <p:nvSpPr>
              <p:cNvPr id="59" name="剪去单角的矩形 58"/>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0" name="组合 59"/>
              <p:cNvGrpSpPr/>
              <p:nvPr/>
            </p:nvGrpSpPr>
            <p:grpSpPr>
              <a:xfrm>
                <a:off x="772716" y="1586697"/>
                <a:ext cx="1095997" cy="1178567"/>
                <a:chOff x="2202" y="2391"/>
                <a:chExt cx="1688" cy="2383"/>
              </a:xfrm>
            </p:grpSpPr>
            <p:sp>
              <p:nvSpPr>
                <p:cNvPr id="61" name="矩形 60"/>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2" name="文本框 61"/>
                <p:cNvSpPr txBox="1"/>
                <p:nvPr/>
              </p:nvSpPr>
              <p:spPr>
                <a:xfrm>
                  <a:off x="2202"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3" name="矩形 62"/>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64" name="矩形 63"/>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9" name="组合 28"/>
            <p:cNvGrpSpPr/>
            <p:nvPr/>
          </p:nvGrpSpPr>
          <p:grpSpPr>
            <a:xfrm>
              <a:off x="6295996" y="1514587"/>
              <a:ext cx="1297941" cy="1348105"/>
              <a:chOff x="684805" y="1524635"/>
              <a:chExt cx="1297941" cy="1348105"/>
            </a:xfrm>
          </p:grpSpPr>
          <p:sp>
            <p:nvSpPr>
              <p:cNvPr id="53" name="剪去单角的矩形 5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54" name="组合 53"/>
              <p:cNvGrpSpPr/>
              <p:nvPr/>
            </p:nvGrpSpPr>
            <p:grpSpPr>
              <a:xfrm>
                <a:off x="793494" y="1586697"/>
                <a:ext cx="1095997" cy="1178567"/>
                <a:chOff x="2234" y="2391"/>
                <a:chExt cx="1688" cy="2383"/>
              </a:xfrm>
            </p:grpSpPr>
            <p:sp>
              <p:nvSpPr>
                <p:cNvPr id="55" name="矩形 5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6" name="文本框 55"/>
                <p:cNvSpPr txBox="1"/>
                <p:nvPr/>
              </p:nvSpPr>
              <p:spPr>
                <a:xfrm>
                  <a:off x="2234"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7" name="矩形 5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8" name="矩形 5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0" name="组合 29"/>
            <p:cNvGrpSpPr/>
            <p:nvPr/>
          </p:nvGrpSpPr>
          <p:grpSpPr>
            <a:xfrm>
              <a:off x="7693163" y="1514587"/>
              <a:ext cx="1297941" cy="1348105"/>
              <a:chOff x="684805" y="1524635"/>
              <a:chExt cx="1297941" cy="1348105"/>
            </a:xfrm>
          </p:grpSpPr>
          <p:sp>
            <p:nvSpPr>
              <p:cNvPr id="47" name="剪去单角的矩形 46"/>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48" name="组合 47"/>
              <p:cNvGrpSpPr/>
              <p:nvPr/>
            </p:nvGrpSpPr>
            <p:grpSpPr>
              <a:xfrm>
                <a:off x="783105" y="1586697"/>
                <a:ext cx="1095997" cy="1178567"/>
                <a:chOff x="2218" y="2391"/>
                <a:chExt cx="1688" cy="2383"/>
              </a:xfrm>
            </p:grpSpPr>
            <p:sp>
              <p:nvSpPr>
                <p:cNvPr id="49" name="矩形 48"/>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0" name="文本框 49"/>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1" name="矩形 50"/>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2" name="矩形 51"/>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1" name="组合 30"/>
            <p:cNvGrpSpPr/>
            <p:nvPr/>
          </p:nvGrpSpPr>
          <p:grpSpPr>
            <a:xfrm>
              <a:off x="4883758" y="3870840"/>
              <a:ext cx="4201455" cy="701260"/>
              <a:chOff x="586209" y="3836115"/>
              <a:chExt cx="4201455" cy="701260"/>
            </a:xfrm>
          </p:grpSpPr>
          <p:sp>
            <p:nvSpPr>
              <p:cNvPr id="41" name="剪去单角的矩形 40"/>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42" name="文本框 41"/>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43" name="矩形 42"/>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4" name="矩形 43"/>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45" name="矩形 44"/>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6" name="矩形 45"/>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32" name="组合 31"/>
            <p:cNvGrpSpPr/>
            <p:nvPr/>
          </p:nvGrpSpPr>
          <p:grpSpPr>
            <a:xfrm>
              <a:off x="5534612" y="4714632"/>
              <a:ext cx="3549312" cy="1074183"/>
              <a:chOff x="586210" y="4724465"/>
              <a:chExt cx="3549312" cy="1074183"/>
            </a:xfrm>
          </p:grpSpPr>
          <p:sp>
            <p:nvSpPr>
              <p:cNvPr id="33" name="剪去单角的矩形 32"/>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34" name="文本框 33"/>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35" name="矩形 34"/>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36" name="矩形 35"/>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37" name="矩形 36"/>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38" name="矩形 37"/>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39" name="矩形 38"/>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40" name="矩形 39"/>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grpSp>
      <p:sp>
        <p:nvSpPr>
          <p:cNvPr id="102" name="文本占位符 30"/>
          <p:cNvSpPr>
            <a:spLocks noGrp="1"/>
          </p:cNvSpPr>
          <p:nvPr>
            <p:ph type="body" sz="quarter" idx="15" hasCustomPrompt="1"/>
          </p:nvPr>
        </p:nvSpPr>
        <p:spPr>
          <a:xfrm>
            <a:off x="8878322" y="1900469"/>
            <a:ext cx="2739914" cy="4425604"/>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103" name="文本占位符 30"/>
          <p:cNvSpPr>
            <a:spLocks noGrp="1"/>
          </p:cNvSpPr>
          <p:nvPr>
            <p:ph type="body" sz="quarter" idx="16" hasCustomPrompt="1"/>
          </p:nvPr>
        </p:nvSpPr>
        <p:spPr>
          <a:xfrm>
            <a:off x="8878321" y="1486176"/>
            <a:ext cx="273991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架构图">
    <p:spTree>
      <p:nvGrpSpPr>
        <p:cNvPr id="1" name=""/>
        <p:cNvGrpSpPr/>
        <p:nvPr/>
      </p:nvGrpSpPr>
      <p:grpSpPr>
        <a:xfrm>
          <a:off x="0" y="0"/>
          <a:ext cx="0" cy="0"/>
          <a:chOff x="0" y="0"/>
          <a:chExt cx="0" cy="0"/>
        </a:xfrm>
      </p:grpSpPr>
      <p:grpSp>
        <p:nvGrpSpPr>
          <p:cNvPr id="101" name="组合 100"/>
          <p:cNvGrpSpPr/>
          <p:nvPr userDrawn="1"/>
        </p:nvGrpSpPr>
        <p:grpSpPr>
          <a:xfrm>
            <a:off x="659433" y="1382650"/>
            <a:ext cx="6832314" cy="4932207"/>
            <a:chOff x="623570" y="1334135"/>
            <a:chExt cx="7111365" cy="4547235"/>
          </a:xfrm>
        </p:grpSpPr>
        <p:grpSp>
          <p:nvGrpSpPr>
            <p:cNvPr id="102" name="组合 101"/>
            <p:cNvGrpSpPr/>
            <p:nvPr/>
          </p:nvGrpSpPr>
          <p:grpSpPr>
            <a:xfrm>
              <a:off x="656590" y="2640330"/>
              <a:ext cx="6176010" cy="2061210"/>
              <a:chOff x="1103" y="4144"/>
              <a:chExt cx="9726" cy="3246"/>
            </a:xfrm>
          </p:grpSpPr>
          <p:sp>
            <p:nvSpPr>
              <p:cNvPr id="128" name="剪去单角的矩形 127"/>
              <p:cNvSpPr/>
              <p:nvPr/>
            </p:nvSpPr>
            <p:spPr>
              <a:xfrm>
                <a:off x="1103" y="4144"/>
                <a:ext cx="9726" cy="3246"/>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剪去单角的矩形 128"/>
              <p:cNvSpPr/>
              <p:nvPr/>
            </p:nvSpPr>
            <p:spPr>
              <a:xfrm>
                <a:off x="1324" y="4456"/>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35" y="4967"/>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1" name="矩形 130"/>
              <p:cNvSpPr/>
              <p:nvPr/>
            </p:nvSpPr>
            <p:spPr>
              <a:xfrm>
                <a:off x="1535"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2" name="矩形 131"/>
              <p:cNvSpPr/>
              <p:nvPr/>
            </p:nvSpPr>
            <p:spPr>
              <a:xfrm>
                <a:off x="2537"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3" name="矩形 132"/>
              <p:cNvSpPr/>
              <p:nvPr/>
            </p:nvSpPr>
            <p:spPr>
              <a:xfrm>
                <a:off x="3539"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4" name="矩形 133"/>
              <p:cNvSpPr/>
              <p:nvPr/>
            </p:nvSpPr>
            <p:spPr>
              <a:xfrm>
                <a:off x="1535"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5" name="矩形 134"/>
              <p:cNvSpPr/>
              <p:nvPr/>
            </p:nvSpPr>
            <p:spPr>
              <a:xfrm>
                <a:off x="2537"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6" name="矩形 135"/>
              <p:cNvSpPr/>
              <p:nvPr/>
            </p:nvSpPr>
            <p:spPr>
              <a:xfrm>
                <a:off x="3539"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7" name="矩形 136"/>
              <p:cNvSpPr/>
              <p:nvPr/>
            </p:nvSpPr>
            <p:spPr>
              <a:xfrm>
                <a:off x="1535"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8" name="矩形 137"/>
              <p:cNvSpPr/>
              <p:nvPr/>
            </p:nvSpPr>
            <p:spPr>
              <a:xfrm>
                <a:off x="2537"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9" name="矩形 138"/>
              <p:cNvSpPr/>
              <p:nvPr/>
            </p:nvSpPr>
            <p:spPr>
              <a:xfrm>
                <a:off x="3539"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0" name="Rectangle 3"/>
              <p:cNvSpPr txBox="1">
                <a:spLocks noChangeArrowheads="1"/>
              </p:cNvSpPr>
              <p:nvPr/>
            </p:nvSpPr>
            <p:spPr bwMode="auto">
              <a:xfrm>
                <a:off x="1535" y="4516"/>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41" name="剪去单角的矩形 140"/>
              <p:cNvSpPr/>
              <p:nvPr/>
            </p:nvSpPr>
            <p:spPr>
              <a:xfrm>
                <a:off x="4793" y="4459"/>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4" y="4970"/>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3" name="矩形 142"/>
              <p:cNvSpPr/>
              <p:nvPr/>
            </p:nvSpPr>
            <p:spPr>
              <a:xfrm>
                <a:off x="5004"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4" name="矩形 143"/>
              <p:cNvSpPr/>
              <p:nvPr/>
            </p:nvSpPr>
            <p:spPr>
              <a:xfrm>
                <a:off x="6006"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5" name="矩形 144"/>
              <p:cNvSpPr/>
              <p:nvPr/>
            </p:nvSpPr>
            <p:spPr>
              <a:xfrm>
                <a:off x="7008"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6" name="矩形 145"/>
              <p:cNvSpPr/>
              <p:nvPr/>
            </p:nvSpPr>
            <p:spPr>
              <a:xfrm>
                <a:off x="5004"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7" name="矩形 146"/>
              <p:cNvSpPr/>
              <p:nvPr/>
            </p:nvSpPr>
            <p:spPr>
              <a:xfrm>
                <a:off x="6006"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8" name="矩形 147"/>
              <p:cNvSpPr/>
              <p:nvPr/>
            </p:nvSpPr>
            <p:spPr>
              <a:xfrm>
                <a:off x="7008"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9" name="矩形 148"/>
              <p:cNvSpPr/>
              <p:nvPr/>
            </p:nvSpPr>
            <p:spPr>
              <a:xfrm>
                <a:off x="5004"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0" name="矩形 149"/>
              <p:cNvSpPr/>
              <p:nvPr/>
            </p:nvSpPr>
            <p:spPr>
              <a:xfrm>
                <a:off x="6006"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1" name="矩形 150"/>
              <p:cNvSpPr/>
              <p:nvPr/>
            </p:nvSpPr>
            <p:spPr>
              <a:xfrm>
                <a:off x="7008"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2" name="Rectangle 3"/>
              <p:cNvSpPr txBox="1">
                <a:spLocks noChangeArrowheads="1"/>
              </p:cNvSpPr>
              <p:nvPr/>
            </p:nvSpPr>
            <p:spPr bwMode="auto">
              <a:xfrm>
                <a:off x="5004" y="4519"/>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53" name="剪去单角的矩形 152"/>
              <p:cNvSpPr/>
              <p:nvPr/>
            </p:nvSpPr>
            <p:spPr>
              <a:xfrm>
                <a:off x="8262" y="4459"/>
                <a:ext cx="235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8473" y="4970"/>
                <a:ext cx="1940"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5" name="矩形 154"/>
              <p:cNvSpPr/>
              <p:nvPr/>
            </p:nvSpPr>
            <p:spPr>
              <a:xfrm>
                <a:off x="8473"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6" name="矩形 155"/>
              <p:cNvSpPr/>
              <p:nvPr/>
            </p:nvSpPr>
            <p:spPr>
              <a:xfrm>
                <a:off x="9475"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7" name="矩形 156"/>
              <p:cNvSpPr/>
              <p:nvPr/>
            </p:nvSpPr>
            <p:spPr>
              <a:xfrm>
                <a:off x="8473"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8" name="矩形 157"/>
              <p:cNvSpPr/>
              <p:nvPr/>
            </p:nvSpPr>
            <p:spPr>
              <a:xfrm>
                <a:off x="9475"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9" name="矩形 158"/>
              <p:cNvSpPr/>
              <p:nvPr/>
            </p:nvSpPr>
            <p:spPr>
              <a:xfrm>
                <a:off x="8473"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0" name="矩形 159"/>
              <p:cNvSpPr/>
              <p:nvPr/>
            </p:nvSpPr>
            <p:spPr>
              <a:xfrm>
                <a:off x="9475"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1" name="Rectangle 3"/>
              <p:cNvSpPr txBox="1">
                <a:spLocks noChangeArrowheads="1"/>
              </p:cNvSpPr>
              <p:nvPr/>
            </p:nvSpPr>
            <p:spPr bwMode="auto">
              <a:xfrm>
                <a:off x="8473" y="4519"/>
                <a:ext cx="1940"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grpSp>
        <p:grpSp>
          <p:nvGrpSpPr>
            <p:cNvPr id="103" name="组合 102"/>
            <p:cNvGrpSpPr/>
            <p:nvPr/>
          </p:nvGrpSpPr>
          <p:grpSpPr>
            <a:xfrm>
              <a:off x="623570" y="1334135"/>
              <a:ext cx="6184265" cy="692785"/>
              <a:chOff x="1090" y="2519"/>
              <a:chExt cx="9739" cy="1091"/>
            </a:xfrm>
          </p:grpSpPr>
          <p:sp>
            <p:nvSpPr>
              <p:cNvPr id="122" name="剪去单角的矩形 121"/>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矩形 122"/>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4" name="矩形 123"/>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25" name="矩形 124"/>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6" name="矩形 125"/>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7" name="矩形 126"/>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4" name="组合 103"/>
            <p:cNvGrpSpPr/>
            <p:nvPr/>
          </p:nvGrpSpPr>
          <p:grpSpPr>
            <a:xfrm>
              <a:off x="623570" y="5188585"/>
              <a:ext cx="6184265" cy="692150"/>
              <a:chOff x="1090" y="2519"/>
              <a:chExt cx="9739" cy="1090"/>
            </a:xfrm>
          </p:grpSpPr>
          <p:sp>
            <p:nvSpPr>
              <p:cNvPr id="116" name="剪去单角的矩形 115"/>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8" name="矩形 117"/>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19" name="矩形 118"/>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0" name="矩形 119"/>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1" name="矩形 120"/>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5" name="组合 104"/>
            <p:cNvGrpSpPr/>
            <p:nvPr/>
          </p:nvGrpSpPr>
          <p:grpSpPr>
            <a:xfrm>
              <a:off x="7006590" y="1334135"/>
              <a:ext cx="728345" cy="4547235"/>
              <a:chOff x="11211" y="2519"/>
              <a:chExt cx="1147" cy="7161"/>
            </a:xfrm>
          </p:grpSpPr>
          <p:sp>
            <p:nvSpPr>
              <p:cNvPr id="106" name="剪去单角的矩形 105"/>
              <p:cNvSpPr/>
              <p:nvPr/>
            </p:nvSpPr>
            <p:spPr>
              <a:xfrm>
                <a:off x="11211" y="2695"/>
                <a:ext cx="1147" cy="6985"/>
              </a:xfrm>
              <a:prstGeom prst="snip1Rect">
                <a:avLst>
                  <a:gd name="adj" fmla="val 4639"/>
                </a:avLst>
              </a:prstGeom>
              <a:solidFill>
                <a:srgbClr val="FFFFFF"/>
              </a:solidFill>
              <a:ln>
                <a:solidFill>
                  <a:srgbClr val="D8D8D8"/>
                </a:solidFill>
              </a:ln>
              <a:effectLst>
                <a:outerShdw blurRad="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1211"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08" name="矩形 107"/>
              <p:cNvSpPr/>
              <p:nvPr/>
            </p:nvSpPr>
            <p:spPr>
              <a:xfrm>
                <a:off x="11335" y="319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09" name="矩形 108"/>
              <p:cNvSpPr/>
              <p:nvPr/>
            </p:nvSpPr>
            <p:spPr>
              <a:xfrm>
                <a:off x="11335" y="404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0" name="矩形 109"/>
              <p:cNvSpPr/>
              <p:nvPr/>
            </p:nvSpPr>
            <p:spPr>
              <a:xfrm>
                <a:off x="11335" y="488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1" name="矩形 110"/>
              <p:cNvSpPr/>
              <p:nvPr/>
            </p:nvSpPr>
            <p:spPr>
              <a:xfrm>
                <a:off x="11335" y="657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2" name="矩形 111"/>
              <p:cNvSpPr/>
              <p:nvPr/>
            </p:nvSpPr>
            <p:spPr>
              <a:xfrm>
                <a:off x="11335" y="742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3" name="矩形 112"/>
              <p:cNvSpPr/>
              <p:nvPr/>
            </p:nvSpPr>
            <p:spPr>
              <a:xfrm>
                <a:off x="11335" y="573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4" name="矩形 113"/>
              <p:cNvSpPr/>
              <p:nvPr/>
            </p:nvSpPr>
            <p:spPr>
              <a:xfrm>
                <a:off x="11335" y="826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5" name="矩形 114"/>
              <p:cNvSpPr/>
              <p:nvPr/>
            </p:nvSpPr>
            <p:spPr>
              <a:xfrm>
                <a:off x="11335" y="911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sp>
        <p:nvSpPr>
          <p:cNvPr id="67" name="文本占位符 30"/>
          <p:cNvSpPr>
            <a:spLocks noGrp="1"/>
          </p:cNvSpPr>
          <p:nvPr>
            <p:ph type="body" sz="quarter" idx="15" hasCustomPrompt="1"/>
          </p:nvPr>
        </p:nvSpPr>
        <p:spPr>
          <a:xfrm>
            <a:off x="7903712" y="1959552"/>
            <a:ext cx="3628855" cy="4248548"/>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68" name="文本占位符 30"/>
          <p:cNvSpPr>
            <a:spLocks noGrp="1"/>
          </p:cNvSpPr>
          <p:nvPr>
            <p:ph type="body" sz="quarter" idx="16" hasCustomPrompt="1"/>
          </p:nvPr>
        </p:nvSpPr>
        <p:spPr>
          <a:xfrm>
            <a:off x="7903712" y="1545259"/>
            <a:ext cx="362885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7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架构图">
    <p:spTree>
      <p:nvGrpSpPr>
        <p:cNvPr id="1" name=""/>
        <p:cNvGrpSpPr/>
        <p:nvPr/>
      </p:nvGrpSpPr>
      <p:grpSpPr>
        <a:xfrm>
          <a:off x="0" y="0"/>
          <a:ext cx="0" cy="0"/>
          <a:chOff x="0" y="0"/>
          <a:chExt cx="0" cy="0"/>
        </a:xfrm>
      </p:grpSpPr>
      <p:grpSp>
        <p:nvGrpSpPr>
          <p:cNvPr id="3" name="组合 2"/>
          <p:cNvGrpSpPr/>
          <p:nvPr userDrawn="1"/>
        </p:nvGrpSpPr>
        <p:grpSpPr>
          <a:xfrm>
            <a:off x="776796" y="2608127"/>
            <a:ext cx="10670847" cy="3811445"/>
            <a:chOff x="776796" y="2608127"/>
            <a:chExt cx="10670847" cy="3811445"/>
          </a:xfrm>
        </p:grpSpPr>
        <p:sp>
          <p:nvSpPr>
            <p:cNvPr id="4" name="剪去单角的矩形 3"/>
            <p:cNvSpPr/>
            <p:nvPr/>
          </p:nvSpPr>
          <p:spPr>
            <a:xfrm>
              <a:off x="776796" y="2625908"/>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rot="5400000">
              <a:off x="708534" y="3318494"/>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6" name="组合 5"/>
            <p:cNvGrpSpPr/>
            <p:nvPr/>
          </p:nvGrpSpPr>
          <p:grpSpPr>
            <a:xfrm>
              <a:off x="1409891" y="2625908"/>
              <a:ext cx="3218180" cy="1668781"/>
              <a:chOff x="1230630" y="1313815"/>
              <a:chExt cx="3218180" cy="1668781"/>
            </a:xfrm>
          </p:grpSpPr>
          <p:sp>
            <p:nvSpPr>
              <p:cNvPr id="61" name="剪去单角的矩形 60"/>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 name="组合 61"/>
              <p:cNvGrpSpPr/>
              <p:nvPr/>
            </p:nvGrpSpPr>
            <p:grpSpPr>
              <a:xfrm>
                <a:off x="1396174" y="1622729"/>
                <a:ext cx="2830830" cy="1026795"/>
                <a:chOff x="2247" y="2121"/>
                <a:chExt cx="4458" cy="1617"/>
              </a:xfrm>
            </p:grpSpPr>
            <p:sp>
              <p:nvSpPr>
                <p:cNvPr id="63" name="矩形 62"/>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4" name="矩形 63"/>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5" name="矩形 64"/>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66" name="文本框 65"/>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67" name="矩形 66"/>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8" name="矩形 67"/>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9" name="矩形 68"/>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7" name="组合 6"/>
            <p:cNvGrpSpPr/>
            <p:nvPr/>
          </p:nvGrpSpPr>
          <p:grpSpPr>
            <a:xfrm>
              <a:off x="4828108" y="2619929"/>
              <a:ext cx="3218180" cy="1668781"/>
              <a:chOff x="1230630" y="1313815"/>
              <a:chExt cx="3218180" cy="1668781"/>
            </a:xfrm>
          </p:grpSpPr>
          <p:sp>
            <p:nvSpPr>
              <p:cNvPr id="52" name="剪去单角的矩形 51"/>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p:cNvGrpSpPr/>
              <p:nvPr/>
            </p:nvGrpSpPr>
            <p:grpSpPr>
              <a:xfrm>
                <a:off x="1396174" y="1622729"/>
                <a:ext cx="2830830" cy="1026795"/>
                <a:chOff x="2247" y="2121"/>
                <a:chExt cx="4458" cy="1617"/>
              </a:xfrm>
            </p:grpSpPr>
            <p:sp>
              <p:nvSpPr>
                <p:cNvPr id="54" name="矩形 53"/>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5" name="矩形 54"/>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6" name="矩形 55"/>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57" name="文本框 56"/>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58" name="矩形 57"/>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9" name="矩形 58"/>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0" name="矩形 59"/>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8" name="组合 7"/>
            <p:cNvGrpSpPr/>
            <p:nvPr/>
          </p:nvGrpSpPr>
          <p:grpSpPr>
            <a:xfrm>
              <a:off x="8229463" y="2608127"/>
              <a:ext cx="3218180" cy="1668781"/>
              <a:chOff x="1230630" y="1313815"/>
              <a:chExt cx="3218180" cy="1668781"/>
            </a:xfrm>
          </p:grpSpPr>
          <p:sp>
            <p:nvSpPr>
              <p:cNvPr id="43" name="剪去单角的矩形 42"/>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4" name="组合 43"/>
              <p:cNvGrpSpPr/>
              <p:nvPr/>
            </p:nvGrpSpPr>
            <p:grpSpPr>
              <a:xfrm>
                <a:off x="1396174" y="1622729"/>
                <a:ext cx="2830830" cy="1026795"/>
                <a:chOff x="2247" y="2121"/>
                <a:chExt cx="4458" cy="1617"/>
              </a:xfrm>
            </p:grpSpPr>
            <p:sp>
              <p:nvSpPr>
                <p:cNvPr id="45" name="矩形 44"/>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6" name="矩形 45"/>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7" name="矩形 46"/>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48" name="文本框 47"/>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9" name="矩形 48"/>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0" name="矩形 49"/>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1" name="矩形 50"/>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9" name="剪去单角的矩形 8"/>
            <p:cNvSpPr/>
            <p:nvPr/>
          </p:nvSpPr>
          <p:spPr>
            <a:xfrm>
              <a:off x="776796" y="4750791"/>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rot="5400000">
              <a:off x="708534" y="5443377"/>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12" name="组合 11"/>
            <p:cNvGrpSpPr/>
            <p:nvPr/>
          </p:nvGrpSpPr>
          <p:grpSpPr>
            <a:xfrm>
              <a:off x="1409891" y="4750791"/>
              <a:ext cx="3218180" cy="1668781"/>
              <a:chOff x="1230630" y="1313815"/>
              <a:chExt cx="3218180" cy="1668781"/>
            </a:xfrm>
          </p:grpSpPr>
          <p:sp>
            <p:nvSpPr>
              <p:cNvPr id="34" name="剪去单角的矩形 33"/>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5" name="组合 34"/>
              <p:cNvGrpSpPr/>
              <p:nvPr/>
            </p:nvGrpSpPr>
            <p:grpSpPr>
              <a:xfrm>
                <a:off x="1396174" y="1622729"/>
                <a:ext cx="2830830" cy="1026795"/>
                <a:chOff x="2247" y="2121"/>
                <a:chExt cx="4458" cy="1617"/>
              </a:xfrm>
            </p:grpSpPr>
            <p:sp>
              <p:nvSpPr>
                <p:cNvPr id="36" name="矩形 35"/>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7" name="矩形 36"/>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8" name="矩形 37"/>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9" name="文本框 38"/>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0" name="矩形 39"/>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1" name="矩形 40"/>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2" name="矩形 41"/>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3" name="组合 12"/>
            <p:cNvGrpSpPr/>
            <p:nvPr/>
          </p:nvGrpSpPr>
          <p:grpSpPr>
            <a:xfrm>
              <a:off x="4828108" y="4744812"/>
              <a:ext cx="3218180" cy="1668781"/>
              <a:chOff x="1230630" y="1313815"/>
              <a:chExt cx="3218180" cy="1668781"/>
            </a:xfrm>
          </p:grpSpPr>
          <p:sp>
            <p:nvSpPr>
              <p:cNvPr id="25" name="剪去单角的矩形 24"/>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p:cNvGrpSpPr/>
              <p:nvPr/>
            </p:nvGrpSpPr>
            <p:grpSpPr>
              <a:xfrm>
                <a:off x="1396174" y="1622729"/>
                <a:ext cx="2830830" cy="1026795"/>
                <a:chOff x="2247" y="2121"/>
                <a:chExt cx="4458" cy="1617"/>
              </a:xfrm>
            </p:grpSpPr>
            <p:sp>
              <p:nvSpPr>
                <p:cNvPr id="27" name="矩形 26"/>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8" name="矩形 27"/>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9" name="矩形 28"/>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0" name="文本框 29"/>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31" name="矩形 30"/>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2" name="矩形 31"/>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3" name="矩形 32"/>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4" name="组合 13"/>
            <p:cNvGrpSpPr/>
            <p:nvPr/>
          </p:nvGrpSpPr>
          <p:grpSpPr>
            <a:xfrm>
              <a:off x="8229463" y="4733010"/>
              <a:ext cx="3218180" cy="1668781"/>
              <a:chOff x="1230630" y="1313815"/>
              <a:chExt cx="3218180" cy="1668781"/>
            </a:xfrm>
          </p:grpSpPr>
          <p:sp>
            <p:nvSpPr>
              <p:cNvPr id="16" name="剪去单角的矩形 15"/>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p:cNvGrpSpPr/>
              <p:nvPr/>
            </p:nvGrpSpPr>
            <p:grpSpPr>
              <a:xfrm>
                <a:off x="1396174" y="1622729"/>
                <a:ext cx="2830830" cy="1026795"/>
                <a:chOff x="2247" y="2121"/>
                <a:chExt cx="4458" cy="1617"/>
              </a:xfrm>
            </p:grpSpPr>
            <p:sp>
              <p:nvSpPr>
                <p:cNvPr id="18" name="矩形 17"/>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19" name="矩形 18"/>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0" name="矩形 19"/>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21" name="文本框 20"/>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22" name="矩形 21"/>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3" name="矩形 22"/>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4" name="矩形 23"/>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15" name="箭头: 上 4"/>
            <p:cNvSpPr/>
            <p:nvPr/>
          </p:nvSpPr>
          <p:spPr>
            <a:xfrm>
              <a:off x="6306514" y="4402643"/>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383736"/>
                </a:solidFill>
                <a:latin typeface="思源黑体 CN Normal" panose="020B0400000000000000" pitchFamily="34" charset="-128"/>
                <a:ea typeface="思源黑体 CN Normal" panose="020B0400000000000000" pitchFamily="34" charset="-128"/>
              </a:endParaRPr>
            </a:p>
          </p:txBody>
        </p:sp>
      </p:grpSp>
      <p:sp>
        <p:nvSpPr>
          <p:cNvPr id="72"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柱状图-2">
    <p:spTree>
      <p:nvGrpSpPr>
        <p:cNvPr id="1" name=""/>
        <p:cNvGrpSpPr/>
        <p:nvPr/>
      </p:nvGrpSpPr>
      <p:grpSpPr>
        <a:xfrm>
          <a:off x="0" y="0"/>
          <a:ext cx="0" cy="0"/>
          <a:chOff x="0" y="0"/>
          <a:chExt cx="0" cy="0"/>
        </a:xfrm>
      </p:grpSpPr>
      <p:graphicFrame>
        <p:nvGraphicFramePr>
          <p:cNvPr id="4" name="图表 3"/>
          <p:cNvGraphicFramePr/>
          <p:nvPr userDrawn="1"/>
        </p:nvGraphicFramePr>
        <p:xfrm>
          <a:off x="479805" y="2405269"/>
          <a:ext cx="5446643" cy="3796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p:nvPr userDrawn="1"/>
        </p:nvGraphicFramePr>
        <p:xfrm>
          <a:off x="6265554" y="2405269"/>
          <a:ext cx="5446643" cy="3796637"/>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柱状图-3">
    <p:spTree>
      <p:nvGrpSpPr>
        <p:cNvPr id="1" name=""/>
        <p:cNvGrpSpPr/>
        <p:nvPr/>
      </p:nvGrpSpPr>
      <p:grpSpPr>
        <a:xfrm>
          <a:off x="0" y="0"/>
          <a:ext cx="0" cy="0"/>
          <a:chOff x="0" y="0"/>
          <a:chExt cx="0" cy="0"/>
        </a:xfrm>
      </p:grpSpPr>
      <p:graphicFrame>
        <p:nvGraphicFramePr>
          <p:cNvPr id="5" name="Chart 5"/>
          <p:cNvGraphicFramePr/>
          <p:nvPr userDrawn="1"/>
        </p:nvGraphicFramePr>
        <p:xfrm>
          <a:off x="512872" y="2698327"/>
          <a:ext cx="3097120" cy="20652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15"/>
          <p:cNvGraphicFramePr/>
          <p:nvPr userDrawn="1"/>
        </p:nvGraphicFramePr>
        <p:xfrm>
          <a:off x="4376932" y="2698327"/>
          <a:ext cx="3097120" cy="20652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6"/>
          <p:cNvGraphicFramePr/>
          <p:nvPr userDrawn="1"/>
        </p:nvGraphicFramePr>
        <p:xfrm>
          <a:off x="8390686" y="2675467"/>
          <a:ext cx="3097120" cy="2065285"/>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işliḍê"/>
          <p:cNvGrpSpPr/>
          <p:nvPr userDrawn="1"/>
        </p:nvGrpSpPr>
        <p:grpSpPr>
          <a:xfrm>
            <a:off x="431114" y="4763612"/>
            <a:ext cx="3562348" cy="1357834"/>
            <a:chOff x="615059" y="4668235"/>
            <a:chExt cx="2898020" cy="1357834"/>
          </a:xfrm>
        </p:grpSpPr>
        <p:sp>
          <p:nvSpPr>
            <p:cNvPr id="10"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2"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3" name="işliḍê"/>
          <p:cNvGrpSpPr/>
          <p:nvPr userDrawn="1"/>
        </p:nvGrpSpPr>
        <p:grpSpPr>
          <a:xfrm>
            <a:off x="4144318" y="4763612"/>
            <a:ext cx="3562348" cy="1357834"/>
            <a:chOff x="615059" y="4668235"/>
            <a:chExt cx="2898020" cy="1357834"/>
          </a:xfrm>
        </p:grpSpPr>
        <p:sp>
          <p:nvSpPr>
            <p:cNvPr id="14"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5"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6" name="işliḍê"/>
          <p:cNvGrpSpPr/>
          <p:nvPr userDrawn="1"/>
        </p:nvGrpSpPr>
        <p:grpSpPr>
          <a:xfrm>
            <a:off x="8240992" y="4740752"/>
            <a:ext cx="3562348" cy="1357834"/>
            <a:chOff x="615059" y="4668235"/>
            <a:chExt cx="2898020" cy="1357834"/>
          </a:xfrm>
        </p:grpSpPr>
        <p:sp>
          <p:nvSpPr>
            <p:cNvPr id="17"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8"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折线图-1">
    <p:spTree>
      <p:nvGrpSpPr>
        <p:cNvPr id="1" name=""/>
        <p:cNvGrpSpPr/>
        <p:nvPr/>
      </p:nvGrpSpPr>
      <p:grpSpPr>
        <a:xfrm>
          <a:off x="0" y="0"/>
          <a:ext cx="0" cy="0"/>
          <a:chOff x="0" y="0"/>
          <a:chExt cx="0" cy="0"/>
        </a:xfrm>
      </p:grpSpPr>
      <p:graphicFrame>
        <p:nvGraphicFramePr>
          <p:cNvPr id="19" name="图表 18"/>
          <p:cNvGraphicFramePr/>
          <p:nvPr userDrawn="1"/>
        </p:nvGraphicFramePr>
        <p:xfrm>
          <a:off x="730452" y="1972933"/>
          <a:ext cx="6045845" cy="4030563"/>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30"/>
          <p:cNvSpPr>
            <a:spLocks noGrp="1"/>
          </p:cNvSpPr>
          <p:nvPr>
            <p:ph type="body" sz="quarter" idx="15" hasCustomPrompt="1"/>
          </p:nvPr>
        </p:nvSpPr>
        <p:spPr>
          <a:xfrm>
            <a:off x="7489678" y="2307343"/>
            <a:ext cx="3960333" cy="3666489"/>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8" name="文本占位符 30"/>
          <p:cNvSpPr>
            <a:spLocks noGrp="1"/>
          </p:cNvSpPr>
          <p:nvPr>
            <p:ph type="body" sz="quarter" idx="16" hasCustomPrompt="1"/>
          </p:nvPr>
        </p:nvSpPr>
        <p:spPr>
          <a:xfrm>
            <a:off x="7489678" y="1893050"/>
            <a:ext cx="396033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折线图-2">
    <p:spTree>
      <p:nvGrpSpPr>
        <p:cNvPr id="1" name=""/>
        <p:cNvGrpSpPr/>
        <p:nvPr/>
      </p:nvGrpSpPr>
      <p:grpSpPr>
        <a:xfrm>
          <a:off x="0" y="0"/>
          <a:ext cx="0" cy="0"/>
          <a:chOff x="0" y="0"/>
          <a:chExt cx="0" cy="0"/>
        </a:xfrm>
      </p:grpSpPr>
      <p:graphicFrame>
        <p:nvGraphicFramePr>
          <p:cNvPr id="3" name="图表 2"/>
          <p:cNvGraphicFramePr/>
          <p:nvPr userDrawn="1"/>
        </p:nvGraphicFramePr>
        <p:xfrm>
          <a:off x="730453" y="2743200"/>
          <a:ext cx="5141904" cy="3427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338773" y="2758440"/>
          <a:ext cx="5141904" cy="3427936"/>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组合图-2">
    <p:spTree>
      <p:nvGrpSpPr>
        <p:cNvPr id="1" name=""/>
        <p:cNvGrpSpPr/>
        <p:nvPr/>
      </p:nvGrpSpPr>
      <p:grpSpPr>
        <a:xfrm>
          <a:off x="0" y="0"/>
          <a:ext cx="0" cy="0"/>
          <a:chOff x="0" y="0"/>
          <a:chExt cx="0" cy="0"/>
        </a:xfrm>
      </p:grpSpPr>
      <p:graphicFrame>
        <p:nvGraphicFramePr>
          <p:cNvPr id="3" name="图表 2"/>
          <p:cNvGraphicFramePr/>
          <p:nvPr userDrawn="1"/>
        </p:nvGraphicFramePr>
        <p:xfrm>
          <a:off x="741989" y="2637496"/>
          <a:ext cx="5187757" cy="34585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262256" y="2637495"/>
          <a:ext cx="5187757" cy="3458505"/>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封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182" y="670966"/>
            <a:ext cx="12430364" cy="7724217"/>
          </a:xfrm>
          <a:prstGeom prst="rect">
            <a:avLst/>
          </a:prstGeom>
        </p:spPr>
      </p:pic>
      <p:sp>
        <p:nvSpPr>
          <p:cNvPr id="17" name="Freeform 43"/>
          <p:cNvSpPr>
            <a:spLocks noEditPoints="1"/>
          </p:cNvSpPr>
          <p:nvPr userDrawn="1"/>
        </p:nvSpPr>
        <p:spPr bwMode="auto">
          <a:xfrm flipH="1">
            <a:off x="10499725" y="4999038"/>
            <a:ext cx="173038" cy="174625"/>
          </a:xfrm>
          <a:custGeom>
            <a:avLst/>
            <a:gdLst>
              <a:gd name="T0" fmla="*/ 54 w 109"/>
              <a:gd name="T1" fmla="*/ 106 h 110"/>
              <a:gd name="T2" fmla="*/ 4 w 109"/>
              <a:gd name="T3" fmla="*/ 55 h 110"/>
              <a:gd name="T4" fmla="*/ 54 w 109"/>
              <a:gd name="T5" fmla="*/ 4 h 110"/>
              <a:gd name="T6" fmla="*/ 105 w 109"/>
              <a:gd name="T7" fmla="*/ 55 h 110"/>
              <a:gd name="T8" fmla="*/ 54 w 109"/>
              <a:gd name="T9" fmla="*/ 106 h 110"/>
              <a:gd name="T10" fmla="*/ 54 w 109"/>
              <a:gd name="T11" fmla="*/ 0 h 110"/>
              <a:gd name="T12" fmla="*/ 0 w 109"/>
              <a:gd name="T13" fmla="*/ 55 h 110"/>
              <a:gd name="T14" fmla="*/ 54 w 109"/>
              <a:gd name="T15" fmla="*/ 110 h 110"/>
              <a:gd name="T16" fmla="*/ 109 w 109"/>
              <a:gd name="T17" fmla="*/ 55 h 110"/>
              <a:gd name="T18" fmla="*/ 54 w 109"/>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10">
                <a:moveTo>
                  <a:pt x="54" y="106"/>
                </a:moveTo>
                <a:cubicBezTo>
                  <a:pt x="26" y="106"/>
                  <a:pt x="4" y="83"/>
                  <a:pt x="4" y="55"/>
                </a:cubicBezTo>
                <a:cubicBezTo>
                  <a:pt x="4" y="27"/>
                  <a:pt x="26" y="4"/>
                  <a:pt x="54" y="4"/>
                </a:cubicBezTo>
                <a:cubicBezTo>
                  <a:pt x="82" y="4"/>
                  <a:pt x="105" y="27"/>
                  <a:pt x="105" y="55"/>
                </a:cubicBezTo>
                <a:cubicBezTo>
                  <a:pt x="105" y="83"/>
                  <a:pt x="82" y="106"/>
                  <a:pt x="54" y="106"/>
                </a:cubicBezTo>
                <a:moveTo>
                  <a:pt x="54" y="0"/>
                </a:moveTo>
                <a:cubicBezTo>
                  <a:pt x="24" y="0"/>
                  <a:pt x="0" y="25"/>
                  <a:pt x="0" y="55"/>
                </a:cubicBezTo>
                <a:cubicBezTo>
                  <a:pt x="0" y="85"/>
                  <a:pt x="24" y="110"/>
                  <a:pt x="54" y="110"/>
                </a:cubicBezTo>
                <a:cubicBezTo>
                  <a:pt x="84" y="110"/>
                  <a:pt x="109" y="85"/>
                  <a:pt x="109" y="55"/>
                </a:cubicBezTo>
                <a:cubicBezTo>
                  <a:pt x="109" y="25"/>
                  <a:pt x="84" y="0"/>
                  <a:pt x="54" y="0"/>
                </a:cubicBezTo>
              </a:path>
            </a:pathLst>
          </a:custGeom>
          <a:solidFill>
            <a:srgbClr val="F1F0F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29" name="图片 28" descr="logo"/>
          <p:cNvPicPr>
            <a:picLocks noChangeAspect="1"/>
          </p:cNvPicPr>
          <p:nvPr userDrawn="1"/>
        </p:nvPicPr>
        <p:blipFill>
          <a:blip r:embed="rId3"/>
          <a:stretch>
            <a:fillRect/>
          </a:stretch>
        </p:blipFill>
        <p:spPr>
          <a:xfrm>
            <a:off x="4186239" y="2744207"/>
            <a:ext cx="3949699" cy="1209008"/>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2026/2/27</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_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241" y="-359049"/>
            <a:ext cx="12426393" cy="7721750"/>
          </a:xfrm>
          <a:prstGeom prst="rect">
            <a:avLst/>
          </a:prstGeom>
        </p:spPr>
      </p:pic>
      <p:pic>
        <p:nvPicPr>
          <p:cNvPr id="39" name="图片 38"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9"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
        <p:nvSpPr>
          <p:cNvPr id="18" name="文本占位符 30"/>
          <p:cNvSpPr>
            <a:spLocks noGrp="1"/>
          </p:cNvSpPr>
          <p:nvPr>
            <p:ph type="body" sz="quarter" idx="17" hasCustomPrompt="1"/>
          </p:nvPr>
        </p:nvSpPr>
        <p:spPr>
          <a:xfrm>
            <a:off x="3503042" y="3188690"/>
            <a:ext cx="5419184" cy="5318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2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Tree>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105" y="0"/>
            <a:ext cx="12272210" cy="6858000"/>
          </a:xfrm>
          <a:prstGeom prst="rect">
            <a:avLst/>
          </a:prstGeom>
        </p:spPr>
      </p:pic>
      <p:pic>
        <p:nvPicPr>
          <p:cNvPr id="13" name="图片 12"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1" name="文本占位符 30"/>
          <p:cNvSpPr>
            <a:spLocks noGrp="1"/>
          </p:cNvSpPr>
          <p:nvPr>
            <p:ph type="body" sz="quarter" idx="15" hasCustomPrompt="1"/>
          </p:nvPr>
        </p:nvSpPr>
        <p:spPr>
          <a:xfrm>
            <a:off x="3503042" y="3280927"/>
            <a:ext cx="5419184" cy="124535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2"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章节</a:t>
            </a:r>
            <a:r>
              <a:rPr kumimoji="1" lang="en-US" altLang="zh-CN" dirty="0"/>
              <a:t>1</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ogo+标题">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logo-无标题">
    <p:spTree>
      <p:nvGrpSpPr>
        <p:cNvPr id="1" name=""/>
        <p:cNvGrpSpPr/>
        <p:nvPr/>
      </p:nvGrpSpPr>
      <p:grpSpPr>
        <a:xfrm>
          <a:off x="0" y="0"/>
          <a:ext cx="0" cy="0"/>
          <a:chOff x="0" y="0"/>
          <a:chExt cx="0" cy="0"/>
        </a:xfrm>
      </p:grpSpPr>
      <p:pic>
        <p:nvPicPr>
          <p:cNvPr id="13" name="图片 12" descr="logo"/>
          <p:cNvPicPr>
            <a:picLocks noChangeAspect="1"/>
          </p:cNvPicPr>
          <p:nvPr userDrawn="1"/>
        </p:nvPicPr>
        <p:blipFill>
          <a:blip r:embed="rId2"/>
          <a:stretch>
            <a:fillRect/>
          </a:stretch>
        </p:blipFill>
        <p:spPr>
          <a:xfrm>
            <a:off x="9628603" y="418510"/>
            <a:ext cx="1989632" cy="60902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目录-3">
    <p:spTree>
      <p:nvGrpSpPr>
        <p:cNvPr id="1" name=""/>
        <p:cNvGrpSpPr/>
        <p:nvPr/>
      </p:nvGrpSpPr>
      <p:grpSpPr>
        <a:xfrm>
          <a:off x="0" y="0"/>
          <a:ext cx="0" cy="0"/>
          <a:chOff x="0" y="0"/>
          <a:chExt cx="0" cy="0"/>
        </a:xfrm>
      </p:grpSpPr>
      <p:cxnSp>
        <p:nvCxnSpPr>
          <p:cNvPr id="24"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logo"/>
          <p:cNvPicPr>
            <a:picLocks noChangeAspect="1"/>
          </p:cNvPicPr>
          <p:nvPr userDrawn="1"/>
        </p:nvPicPr>
        <p:blipFill>
          <a:blip r:embed="rId2"/>
          <a:stretch>
            <a:fillRect/>
          </a:stretch>
        </p:blipFill>
        <p:spPr>
          <a:xfrm>
            <a:off x="9628603" y="418510"/>
            <a:ext cx="1989632" cy="609029"/>
          </a:xfrm>
          <a:prstGeom prst="rect">
            <a:avLst/>
          </a:prstGeom>
        </p:spPr>
      </p:pic>
      <p:sp>
        <p:nvSpPr>
          <p:cNvPr id="19" name="标题 1"/>
          <p:cNvSpPr>
            <a:spLocks noGrp="1"/>
          </p:cNvSpPr>
          <p:nvPr>
            <p:ph type="title" hasCustomPrompt="1"/>
          </p:nvPr>
        </p:nvSpPr>
        <p:spPr>
          <a:xfrm>
            <a:off x="6274805" y="1845063"/>
            <a:ext cx="4009526" cy="368433"/>
          </a:xfrm>
        </p:spPr>
        <p:txBody>
          <a:bodyPr/>
          <a:lstStyle>
            <a:lvl1pPr>
              <a:defRPr sz="2200" b="1"/>
            </a:lvl1pPr>
          </a:lstStyle>
          <a:p>
            <a:r>
              <a:rPr kumimoji="1" lang="zh-CN" altLang="en-US" dirty="0"/>
              <a:t>标题名称</a:t>
            </a:r>
          </a:p>
        </p:txBody>
      </p:sp>
      <p:sp>
        <p:nvSpPr>
          <p:cNvPr id="31" name="文本占位符 30"/>
          <p:cNvSpPr>
            <a:spLocks noGrp="1"/>
          </p:cNvSpPr>
          <p:nvPr>
            <p:ph type="body" sz="quarter" idx="10" hasCustomPrompt="1"/>
          </p:nvPr>
        </p:nvSpPr>
        <p:spPr>
          <a:xfrm>
            <a:off x="6275388" y="22983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274805" y="35658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275388" y="3070958"/>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274805" y="481436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275388" y="4334183"/>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5" name="iṣ1idé"/>
          <p:cNvSpPr/>
          <p:nvPr userDrawn="1"/>
        </p:nvSpPr>
        <p:spPr bwMode="auto">
          <a:xfrm>
            <a:off x="5274386" y="190991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6" name="ïṣlídé"/>
          <p:cNvSpPr/>
          <p:nvPr userDrawn="1"/>
        </p:nvSpPr>
        <p:spPr bwMode="auto">
          <a:xfrm>
            <a:off x="5292622" y="3122048"/>
            <a:ext cx="814372" cy="814373"/>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7" name="ïṥlíḋe"/>
          <p:cNvSpPr/>
          <p:nvPr userDrawn="1"/>
        </p:nvSpPr>
        <p:spPr bwMode="auto">
          <a:xfrm>
            <a:off x="5292622" y="433418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文本占位符 30"/>
          <p:cNvSpPr>
            <a:spLocks noGrp="1"/>
          </p:cNvSpPr>
          <p:nvPr>
            <p:ph type="body" sz="quarter" idx="18" hasCustomPrompt="1"/>
          </p:nvPr>
        </p:nvSpPr>
        <p:spPr>
          <a:xfrm>
            <a:off x="5519738" y="2151918"/>
            <a:ext cx="323668" cy="3227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0" name="文本占位符 30"/>
          <p:cNvSpPr>
            <a:spLocks noGrp="1"/>
          </p:cNvSpPr>
          <p:nvPr>
            <p:ph type="body" sz="quarter" idx="19" hasCustomPrompt="1"/>
          </p:nvPr>
        </p:nvSpPr>
        <p:spPr>
          <a:xfrm>
            <a:off x="5537974" y="3373201"/>
            <a:ext cx="323668" cy="322764"/>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1" name="文本占位符 30"/>
          <p:cNvSpPr>
            <a:spLocks noGrp="1"/>
          </p:cNvSpPr>
          <p:nvPr>
            <p:ph type="body" sz="quarter" idx="20" hasCustomPrompt="1"/>
          </p:nvPr>
        </p:nvSpPr>
        <p:spPr>
          <a:xfrm>
            <a:off x="5537974" y="4582582"/>
            <a:ext cx="323668" cy="32832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目录-4">
    <p:spTree>
      <p:nvGrpSpPr>
        <p:cNvPr id="1" name=""/>
        <p:cNvGrpSpPr/>
        <p:nvPr/>
      </p:nvGrpSpPr>
      <p:grpSpPr>
        <a:xfrm>
          <a:off x="0" y="0"/>
          <a:ext cx="0" cy="0"/>
          <a:chOff x="0" y="0"/>
          <a:chExt cx="0" cy="0"/>
        </a:xfrm>
      </p:grpSpPr>
      <p:pic>
        <p:nvPicPr>
          <p:cNvPr id="27" name="图片 26" descr="logo"/>
          <p:cNvPicPr>
            <a:picLocks noChangeAspect="1"/>
          </p:cNvPicPr>
          <p:nvPr userDrawn="1"/>
        </p:nvPicPr>
        <p:blipFill>
          <a:blip r:embed="rId2"/>
          <a:stretch>
            <a:fillRect/>
          </a:stretch>
        </p:blipFill>
        <p:spPr>
          <a:xfrm>
            <a:off x="9628603" y="418510"/>
            <a:ext cx="1989632" cy="609029"/>
          </a:xfrm>
          <a:prstGeom prst="rect">
            <a:avLst/>
          </a:prstGeom>
        </p:spPr>
      </p:pic>
      <p:cxnSp>
        <p:nvCxnSpPr>
          <p:cNvPr id="21"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标题 1"/>
          <p:cNvSpPr>
            <a:spLocks noGrp="1"/>
          </p:cNvSpPr>
          <p:nvPr>
            <p:ph type="title" hasCustomPrompt="1"/>
          </p:nvPr>
        </p:nvSpPr>
        <p:spPr>
          <a:xfrm>
            <a:off x="6300316" y="1340768"/>
            <a:ext cx="4009526" cy="368433"/>
          </a:xfrm>
        </p:spPr>
        <p:txBody>
          <a:bodyPr/>
          <a:lstStyle>
            <a:lvl1pPr>
              <a:defRPr sz="2200" b="1"/>
            </a:lvl1pPr>
          </a:lstStyle>
          <a:p>
            <a:r>
              <a:rPr kumimoji="1" lang="zh-CN" altLang="en-US" dirty="0"/>
              <a:t>标题名称</a:t>
            </a:r>
          </a:p>
        </p:txBody>
      </p:sp>
      <p:sp>
        <p:nvSpPr>
          <p:cNvPr id="32" name="文本占位符 30"/>
          <p:cNvSpPr>
            <a:spLocks noGrp="1"/>
          </p:cNvSpPr>
          <p:nvPr>
            <p:ph type="body" sz="quarter" idx="10" hasCustomPrompt="1"/>
          </p:nvPr>
        </p:nvSpPr>
        <p:spPr>
          <a:xfrm>
            <a:off x="6300899" y="179403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300316" y="302159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300899" y="2526726"/>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300316" y="4212497"/>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300899" y="3732319"/>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5" hasCustomPrompt="1"/>
          </p:nvPr>
        </p:nvSpPr>
        <p:spPr>
          <a:xfrm>
            <a:off x="6300316" y="540483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8" name="文本占位符 30"/>
          <p:cNvSpPr>
            <a:spLocks noGrp="1"/>
          </p:cNvSpPr>
          <p:nvPr>
            <p:ph type="body" sz="quarter" idx="16" hasCustomPrompt="1"/>
          </p:nvPr>
        </p:nvSpPr>
        <p:spPr>
          <a:xfrm>
            <a:off x="6300899" y="4924656"/>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9"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8" name="iṣ1idé"/>
          <p:cNvSpPr/>
          <p:nvPr userDrawn="1"/>
        </p:nvSpPr>
        <p:spPr bwMode="auto">
          <a:xfrm>
            <a:off x="5249672" y="134076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9" name="îslïdè"/>
          <p:cNvSpPr/>
          <p:nvPr userDrawn="1"/>
        </p:nvSpPr>
        <p:spPr bwMode="auto">
          <a:xfrm>
            <a:off x="5249672" y="4924656"/>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0" name="ïṣlídé"/>
          <p:cNvSpPr/>
          <p:nvPr userDrawn="1"/>
        </p:nvSpPr>
        <p:spPr bwMode="auto">
          <a:xfrm>
            <a:off x="5267908" y="2552903"/>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2" name="ïṥlíḋe"/>
          <p:cNvSpPr/>
          <p:nvPr userDrawn="1"/>
        </p:nvSpPr>
        <p:spPr bwMode="auto">
          <a:xfrm>
            <a:off x="5267908" y="376503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23" name="文本占位符 30"/>
          <p:cNvSpPr>
            <a:spLocks noGrp="1"/>
          </p:cNvSpPr>
          <p:nvPr>
            <p:ph type="body" sz="quarter" idx="18" hasCustomPrompt="1"/>
          </p:nvPr>
        </p:nvSpPr>
        <p:spPr>
          <a:xfrm>
            <a:off x="5495242" y="1604531"/>
            <a:ext cx="323668" cy="29984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4" name="文本占位符 30"/>
          <p:cNvSpPr>
            <a:spLocks noGrp="1"/>
          </p:cNvSpPr>
          <p:nvPr>
            <p:ph type="body" sz="quarter" idx="19" hasCustomPrompt="1"/>
          </p:nvPr>
        </p:nvSpPr>
        <p:spPr>
          <a:xfrm>
            <a:off x="5517913" y="2834539"/>
            <a:ext cx="323668" cy="33941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5" name="文本占位符 30"/>
          <p:cNvSpPr>
            <a:spLocks noGrp="1"/>
          </p:cNvSpPr>
          <p:nvPr>
            <p:ph type="body" sz="quarter" idx="20" hasCustomPrompt="1"/>
          </p:nvPr>
        </p:nvSpPr>
        <p:spPr>
          <a:xfrm>
            <a:off x="5509097" y="4017522"/>
            <a:ext cx="323668" cy="32776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
        <p:nvSpPr>
          <p:cNvPr id="28" name="文本占位符 30"/>
          <p:cNvSpPr>
            <a:spLocks noGrp="1"/>
          </p:cNvSpPr>
          <p:nvPr>
            <p:ph type="body" sz="quarter" idx="21" hasCustomPrompt="1"/>
          </p:nvPr>
        </p:nvSpPr>
        <p:spPr>
          <a:xfrm>
            <a:off x="5496823" y="5192581"/>
            <a:ext cx="323668" cy="32465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版式-3">
    <p:bg>
      <p:bgPr>
        <a:solidFill>
          <a:schemeClr val="bg1"/>
        </a:solidFill>
        <a:effectLst/>
      </p:bgPr>
    </p:bg>
    <p:spTree>
      <p:nvGrpSpPr>
        <p:cNvPr id="1" name=""/>
        <p:cNvGrpSpPr/>
        <p:nvPr/>
      </p:nvGrpSpPr>
      <p:grpSpPr>
        <a:xfrm>
          <a:off x="0" y="0"/>
          <a:ext cx="0" cy="0"/>
          <a:chOff x="0" y="0"/>
          <a:chExt cx="0" cy="0"/>
        </a:xfrm>
      </p:grpSpPr>
      <p:cxnSp>
        <p:nvCxnSpPr>
          <p:cNvPr id="6" name="直接连接符 20"/>
          <p:cNvCxnSpPr/>
          <p:nvPr/>
        </p:nvCxnSpPr>
        <p:spPr>
          <a:xfrm>
            <a:off x="7155815" y="218884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0" name="直接连接符 6"/>
          <p:cNvCxnSpPr/>
          <p:nvPr/>
        </p:nvCxnSpPr>
        <p:spPr>
          <a:xfrm>
            <a:off x="7155815" y="373062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4" name="直接连接符 16"/>
          <p:cNvCxnSpPr/>
          <p:nvPr/>
        </p:nvCxnSpPr>
        <p:spPr>
          <a:xfrm>
            <a:off x="7155815" y="527240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sp>
        <p:nvSpPr>
          <p:cNvPr id="16" name="文本占位符 30"/>
          <p:cNvSpPr>
            <a:spLocks noGrp="1"/>
          </p:cNvSpPr>
          <p:nvPr>
            <p:ph type="body" sz="quarter" idx="15" hasCustomPrompt="1"/>
          </p:nvPr>
        </p:nvSpPr>
        <p:spPr>
          <a:xfrm>
            <a:off x="7649210" y="1974006"/>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7" name="文本占位符 30"/>
          <p:cNvSpPr>
            <a:spLocks noGrp="1"/>
          </p:cNvSpPr>
          <p:nvPr>
            <p:ph type="body" sz="quarter" idx="16" hasCustomPrompt="1"/>
          </p:nvPr>
        </p:nvSpPr>
        <p:spPr>
          <a:xfrm>
            <a:off x="7649210" y="3479700"/>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7" hasCustomPrompt="1"/>
          </p:nvPr>
        </p:nvSpPr>
        <p:spPr>
          <a:xfrm>
            <a:off x="7649210" y="4985394"/>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7087" y="2054216"/>
            <a:ext cx="5952468" cy="3968311"/>
          </a:xfrm>
          <a:prstGeom prst="rect">
            <a:avLst/>
          </a:prstGeom>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6版式-3">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rgbClr val="D9D9D9"/>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201097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5821637" y="3287183"/>
            <a:ext cx="548728" cy="548732"/>
          </a:xfrm>
          <a:prstGeom prst="ellipse">
            <a:avLst/>
          </a:prstGeom>
          <a:solidFill>
            <a:srgbClr val="828D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9610482" y="3287183"/>
            <a:ext cx="548728" cy="548732"/>
          </a:xfrm>
          <a:prstGeom prst="ellipse">
            <a:avLst/>
          </a:prstGeom>
          <a:solidFill>
            <a:srgbClr val="3396F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404140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812877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4" name="文本占位符 30"/>
          <p:cNvSpPr>
            <a:spLocks noGrp="1"/>
          </p:cNvSpPr>
          <p:nvPr>
            <p:ph type="body" sz="quarter" idx="16" hasCustomPrompt="1"/>
          </p:nvPr>
        </p:nvSpPr>
        <p:spPr>
          <a:xfrm>
            <a:off x="763255"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5" name="文本占位符 30"/>
          <p:cNvSpPr>
            <a:spLocks noGrp="1"/>
          </p:cNvSpPr>
          <p:nvPr>
            <p:ph type="body" sz="quarter" idx="18" hasCustomPrompt="1"/>
          </p:nvPr>
        </p:nvSpPr>
        <p:spPr>
          <a:xfrm>
            <a:off x="1187962"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6" name="文本占位符 30"/>
          <p:cNvSpPr>
            <a:spLocks noGrp="1"/>
          </p:cNvSpPr>
          <p:nvPr>
            <p:ph type="body" sz="quarter" idx="19" hasCustomPrompt="1"/>
          </p:nvPr>
        </p:nvSpPr>
        <p:spPr>
          <a:xfrm>
            <a:off x="4636769"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7" name="文本占位符 30"/>
          <p:cNvSpPr>
            <a:spLocks noGrp="1"/>
          </p:cNvSpPr>
          <p:nvPr>
            <p:ph type="body" sz="quarter" idx="20" hasCustomPrompt="1"/>
          </p:nvPr>
        </p:nvSpPr>
        <p:spPr>
          <a:xfrm>
            <a:off x="5061476"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8" name="文本占位符 30"/>
          <p:cNvSpPr>
            <a:spLocks noGrp="1"/>
          </p:cNvSpPr>
          <p:nvPr>
            <p:ph type="body" sz="quarter" idx="21" hasCustomPrompt="1"/>
          </p:nvPr>
        </p:nvSpPr>
        <p:spPr>
          <a:xfrm>
            <a:off x="8495953"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9" name="文本占位符 30"/>
          <p:cNvSpPr>
            <a:spLocks noGrp="1"/>
          </p:cNvSpPr>
          <p:nvPr>
            <p:ph type="body" sz="quarter" idx="22" hasCustomPrompt="1"/>
          </p:nvPr>
        </p:nvSpPr>
        <p:spPr>
          <a:xfrm>
            <a:off x="8920660"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1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6版式-4">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175378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4529902" y="3286208"/>
            <a:ext cx="548728" cy="548732"/>
          </a:xfrm>
          <a:prstGeom prst="ellipse">
            <a:avLst/>
          </a:prstGeom>
          <a:solidFill>
            <a:srgbClr val="008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10005709" y="3287183"/>
            <a:ext cx="548728" cy="548732"/>
          </a:xfrm>
          <a:prstGeom prst="ellipse">
            <a:avLst/>
          </a:prstGeom>
          <a:solidFill>
            <a:srgbClr val="4FB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3428916"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617961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1" name="îṩḻïḓè"/>
          <p:cNvSpPr/>
          <p:nvPr userDrawn="1"/>
        </p:nvSpPr>
        <p:spPr>
          <a:xfrm>
            <a:off x="7278619" y="3286208"/>
            <a:ext cx="548728" cy="548732"/>
          </a:xfrm>
          <a:prstGeom prst="ellipse">
            <a:avLst/>
          </a:prstGeom>
          <a:solidFill>
            <a:srgbClr val="5D7FB7"/>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22" name="直接连接符 15"/>
          <p:cNvCxnSpPr/>
          <p:nvPr userDrawn="1"/>
        </p:nvCxnSpPr>
        <p:spPr>
          <a:xfrm>
            <a:off x="893962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7" name="文本占位符 30"/>
          <p:cNvSpPr>
            <a:spLocks noGrp="1"/>
          </p:cNvSpPr>
          <p:nvPr>
            <p:ph type="body" sz="quarter" idx="16" hasCustomPrompt="1"/>
          </p:nvPr>
        </p:nvSpPr>
        <p:spPr>
          <a:xfrm>
            <a:off x="739030"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8" name="文本占位符 30"/>
          <p:cNvSpPr>
            <a:spLocks noGrp="1"/>
          </p:cNvSpPr>
          <p:nvPr>
            <p:ph type="body" sz="quarter" idx="18" hasCustomPrompt="1"/>
          </p:nvPr>
        </p:nvSpPr>
        <p:spPr>
          <a:xfrm>
            <a:off x="980228"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9" name="文本占位符 30"/>
          <p:cNvSpPr>
            <a:spLocks noGrp="1"/>
          </p:cNvSpPr>
          <p:nvPr>
            <p:ph type="body" sz="quarter" idx="19" hasCustomPrompt="1"/>
          </p:nvPr>
        </p:nvSpPr>
        <p:spPr>
          <a:xfrm>
            <a:off x="3525746"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0" name="文本占位符 30"/>
          <p:cNvSpPr>
            <a:spLocks noGrp="1"/>
          </p:cNvSpPr>
          <p:nvPr>
            <p:ph type="body" sz="quarter" idx="20" hasCustomPrompt="1"/>
          </p:nvPr>
        </p:nvSpPr>
        <p:spPr>
          <a:xfrm>
            <a:off x="3766944"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1" name="文本占位符 30"/>
          <p:cNvSpPr>
            <a:spLocks noGrp="1"/>
          </p:cNvSpPr>
          <p:nvPr>
            <p:ph type="body" sz="quarter" idx="21" hasCustomPrompt="1"/>
          </p:nvPr>
        </p:nvSpPr>
        <p:spPr>
          <a:xfrm>
            <a:off x="6282098"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2" name="文本占位符 30"/>
          <p:cNvSpPr>
            <a:spLocks noGrp="1"/>
          </p:cNvSpPr>
          <p:nvPr>
            <p:ph type="body" sz="quarter" idx="22" hasCustomPrompt="1"/>
          </p:nvPr>
        </p:nvSpPr>
        <p:spPr>
          <a:xfrm>
            <a:off x="6523296"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3" name="文本占位符 30"/>
          <p:cNvSpPr>
            <a:spLocks noGrp="1"/>
          </p:cNvSpPr>
          <p:nvPr>
            <p:ph type="body" sz="quarter" idx="23" hasCustomPrompt="1"/>
          </p:nvPr>
        </p:nvSpPr>
        <p:spPr>
          <a:xfrm>
            <a:off x="9026191"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43" name="文本占位符 30"/>
          <p:cNvSpPr>
            <a:spLocks noGrp="1"/>
          </p:cNvSpPr>
          <p:nvPr>
            <p:ph type="body" sz="quarter" idx="24" hasCustomPrompt="1"/>
          </p:nvPr>
        </p:nvSpPr>
        <p:spPr>
          <a:xfrm>
            <a:off x="9267389"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7版式-1">
    <p:bg>
      <p:bgPr>
        <a:solidFill>
          <a:schemeClr val="bg1"/>
        </a:solidFill>
        <a:effectLst/>
      </p:bgPr>
    </p:bg>
    <p:spTree>
      <p:nvGrpSpPr>
        <p:cNvPr id="1" name=""/>
        <p:cNvGrpSpPr/>
        <p:nvPr/>
      </p:nvGrpSpPr>
      <p:grpSpPr>
        <a:xfrm>
          <a:off x="0" y="0"/>
          <a:ext cx="0" cy="0"/>
          <a:chOff x="0" y="0"/>
          <a:chExt cx="0" cy="0"/>
        </a:xfrm>
      </p:grpSpPr>
      <p:grpSp>
        <p:nvGrpSpPr>
          <p:cNvPr id="20" name="그룹 25"/>
          <p:cNvGrpSpPr/>
          <p:nvPr/>
        </p:nvGrpSpPr>
        <p:grpSpPr>
          <a:xfrm>
            <a:off x="4243676" y="2442355"/>
            <a:ext cx="3899442" cy="1895123"/>
            <a:chOff x="1115616" y="2498780"/>
            <a:chExt cx="3029712" cy="1472436"/>
          </a:xfrm>
        </p:grpSpPr>
        <p:cxnSp>
          <p:nvCxnSpPr>
            <p:cNvPr id="2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2" name="원호 6"/>
          <p:cNvSpPr/>
          <p:nvPr userDrawn="1"/>
        </p:nvSpPr>
        <p:spPr>
          <a:xfrm>
            <a:off x="4841856" y="301729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33" name="원호 7"/>
          <p:cNvSpPr/>
          <p:nvPr userDrawn="1"/>
        </p:nvSpPr>
        <p:spPr>
          <a:xfrm>
            <a:off x="4837628" y="301729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40" name="Straight Connector 79"/>
          <p:cNvCxnSpPr/>
          <p:nvPr userDrawn="1"/>
        </p:nvCxnSpPr>
        <p:spPr>
          <a:xfrm>
            <a:off x="4662338" y="5293389"/>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占位符 30"/>
          <p:cNvSpPr>
            <a:spLocks noGrp="1"/>
          </p:cNvSpPr>
          <p:nvPr>
            <p:ph type="body" sz="quarter" idx="15" hasCustomPrompt="1"/>
          </p:nvPr>
        </p:nvSpPr>
        <p:spPr>
          <a:xfrm>
            <a:off x="615059" y="1338522"/>
            <a:ext cx="10939432" cy="67996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1" name="文本占位符 30"/>
          <p:cNvSpPr>
            <a:spLocks noGrp="1"/>
          </p:cNvSpPr>
          <p:nvPr>
            <p:ph type="body" sz="quarter" idx="18" hasCustomPrompt="1"/>
          </p:nvPr>
        </p:nvSpPr>
        <p:spPr>
          <a:xfrm>
            <a:off x="5187849" y="489540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2" name="文本占位符 30"/>
          <p:cNvSpPr>
            <a:spLocks noGrp="1"/>
          </p:cNvSpPr>
          <p:nvPr>
            <p:ph type="body" sz="quarter" idx="16" hasCustomPrompt="1"/>
          </p:nvPr>
        </p:nvSpPr>
        <p:spPr>
          <a:xfrm>
            <a:off x="3601157" y="5328426"/>
            <a:ext cx="5384800"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5" name="文本占位符 30"/>
          <p:cNvSpPr>
            <a:spLocks noGrp="1"/>
          </p:cNvSpPr>
          <p:nvPr>
            <p:ph type="body" sz="quarter" idx="19" hasCustomPrompt="1"/>
          </p:nvPr>
        </p:nvSpPr>
        <p:spPr>
          <a:xfrm>
            <a:off x="5582927" y="390966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38" name="文本占位符 30"/>
          <p:cNvSpPr>
            <a:spLocks noGrp="1"/>
          </p:cNvSpPr>
          <p:nvPr>
            <p:ph type="body" sz="quarter" idx="20" hasCustomPrompt="1"/>
          </p:nvPr>
        </p:nvSpPr>
        <p:spPr>
          <a:xfrm>
            <a:off x="3510253" y="420367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39" name="文本占位符 30"/>
          <p:cNvSpPr>
            <a:spLocks noGrp="1"/>
          </p:cNvSpPr>
          <p:nvPr>
            <p:ph type="body" sz="quarter" idx="21" hasCustomPrompt="1"/>
          </p:nvPr>
        </p:nvSpPr>
        <p:spPr>
          <a:xfrm>
            <a:off x="4200720" y="271616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43" name="文本占位符 30"/>
          <p:cNvSpPr>
            <a:spLocks noGrp="1"/>
          </p:cNvSpPr>
          <p:nvPr>
            <p:ph type="body" sz="quarter" idx="22" hasCustomPrompt="1"/>
          </p:nvPr>
        </p:nvSpPr>
        <p:spPr>
          <a:xfrm>
            <a:off x="5908348" y="206359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44" name="文本占位符 30"/>
          <p:cNvSpPr>
            <a:spLocks noGrp="1"/>
          </p:cNvSpPr>
          <p:nvPr>
            <p:ph type="body" sz="quarter" idx="23" hasCustomPrompt="1"/>
          </p:nvPr>
        </p:nvSpPr>
        <p:spPr>
          <a:xfrm>
            <a:off x="7608046" y="273811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45" name="文本占位符 30"/>
          <p:cNvSpPr>
            <a:spLocks noGrp="1"/>
          </p:cNvSpPr>
          <p:nvPr>
            <p:ph type="body" sz="quarter" idx="24" hasCustomPrompt="1"/>
          </p:nvPr>
        </p:nvSpPr>
        <p:spPr>
          <a:xfrm>
            <a:off x="8258380" y="4153245"/>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2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7版式-2">
    <p:bg>
      <p:bgPr>
        <a:solidFill>
          <a:schemeClr val="bg1"/>
        </a:solidFill>
        <a:effectLst/>
      </p:bgPr>
    </p:bg>
    <p:spTree>
      <p:nvGrpSpPr>
        <p:cNvPr id="1" name=""/>
        <p:cNvGrpSpPr/>
        <p:nvPr/>
      </p:nvGrpSpPr>
      <p:grpSpPr>
        <a:xfrm>
          <a:off x="0" y="0"/>
          <a:ext cx="0" cy="0"/>
          <a:chOff x="0" y="0"/>
          <a:chExt cx="0" cy="0"/>
        </a:xfrm>
      </p:grpSpPr>
      <p:cxnSp>
        <p:nvCxnSpPr>
          <p:cNvPr id="40" name="Straight Connector 79"/>
          <p:cNvCxnSpPr/>
          <p:nvPr userDrawn="1"/>
        </p:nvCxnSpPr>
        <p:spPr>
          <a:xfrm>
            <a:off x="1931670"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86"/>
          <p:cNvCxnSpPr/>
          <p:nvPr userDrawn="1"/>
        </p:nvCxnSpPr>
        <p:spPr>
          <a:xfrm>
            <a:off x="7162800" y="5234068"/>
            <a:ext cx="306641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6" name="文本占位符 30"/>
          <p:cNvSpPr>
            <a:spLocks noGrp="1"/>
          </p:cNvSpPr>
          <p:nvPr>
            <p:ph type="body" sz="quarter" idx="15" hasCustomPrompt="1"/>
          </p:nvPr>
        </p:nvSpPr>
        <p:spPr>
          <a:xfrm>
            <a:off x="615059" y="1338523"/>
            <a:ext cx="10939432" cy="608398"/>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7" name="文本占位符 30"/>
          <p:cNvSpPr>
            <a:spLocks noGrp="1"/>
          </p:cNvSpPr>
          <p:nvPr>
            <p:ph type="body" sz="quarter" idx="18" hasCustomPrompt="1"/>
          </p:nvPr>
        </p:nvSpPr>
        <p:spPr>
          <a:xfrm>
            <a:off x="2471212" y="481550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8" name="文本占位符 30"/>
          <p:cNvSpPr>
            <a:spLocks noGrp="1"/>
          </p:cNvSpPr>
          <p:nvPr>
            <p:ph type="body" sz="quarter" idx="16" hasCustomPrompt="1"/>
          </p:nvPr>
        </p:nvSpPr>
        <p:spPr>
          <a:xfrm>
            <a:off x="1840231"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50" name="文本占位符 30"/>
          <p:cNvSpPr>
            <a:spLocks noGrp="1"/>
          </p:cNvSpPr>
          <p:nvPr>
            <p:ph type="body" sz="quarter" idx="20" hasCustomPrompt="1"/>
          </p:nvPr>
        </p:nvSpPr>
        <p:spPr>
          <a:xfrm>
            <a:off x="7216030"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grpSp>
        <p:nvGrpSpPr>
          <p:cNvPr id="44" name="그룹 25"/>
          <p:cNvGrpSpPr/>
          <p:nvPr userDrawn="1"/>
        </p:nvGrpSpPr>
        <p:grpSpPr>
          <a:xfrm>
            <a:off x="1529344" y="2383034"/>
            <a:ext cx="3899442" cy="1895123"/>
            <a:chOff x="1115616" y="2498780"/>
            <a:chExt cx="3029712" cy="1472436"/>
          </a:xfrm>
        </p:grpSpPr>
        <p:cxnSp>
          <p:nvCxnSpPr>
            <p:cNvPr id="51"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6" name="원호 6"/>
          <p:cNvSpPr/>
          <p:nvPr userDrawn="1"/>
        </p:nvSpPr>
        <p:spPr>
          <a:xfrm>
            <a:off x="2127524" y="2957975"/>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57" name="원호 7"/>
          <p:cNvSpPr/>
          <p:nvPr userDrawn="1"/>
        </p:nvSpPr>
        <p:spPr>
          <a:xfrm>
            <a:off x="2123296" y="2957975"/>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58" name="Straight Connector 79"/>
          <p:cNvCxnSpPr/>
          <p:nvPr userDrawn="1"/>
        </p:nvCxnSpPr>
        <p:spPr>
          <a:xfrm>
            <a:off x="1948006"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文本占位符 30"/>
          <p:cNvSpPr>
            <a:spLocks noGrp="1"/>
          </p:cNvSpPr>
          <p:nvPr>
            <p:ph type="body" sz="quarter" idx="22" hasCustomPrompt="1"/>
          </p:nvPr>
        </p:nvSpPr>
        <p:spPr>
          <a:xfrm>
            <a:off x="2868595" y="3850341"/>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61" name="文本占位符 30"/>
          <p:cNvSpPr>
            <a:spLocks noGrp="1"/>
          </p:cNvSpPr>
          <p:nvPr>
            <p:ph type="body" sz="quarter" idx="23" hasCustomPrompt="1"/>
          </p:nvPr>
        </p:nvSpPr>
        <p:spPr>
          <a:xfrm>
            <a:off x="849711" y="414435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62" name="文本占位符 30"/>
          <p:cNvSpPr>
            <a:spLocks noGrp="1"/>
          </p:cNvSpPr>
          <p:nvPr>
            <p:ph type="body" sz="quarter" idx="24" hasCustomPrompt="1"/>
          </p:nvPr>
        </p:nvSpPr>
        <p:spPr>
          <a:xfrm>
            <a:off x="1486388" y="2656842"/>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63" name="文本占位符 30"/>
          <p:cNvSpPr>
            <a:spLocks noGrp="1"/>
          </p:cNvSpPr>
          <p:nvPr>
            <p:ph type="body" sz="quarter" idx="25" hasCustomPrompt="1"/>
          </p:nvPr>
        </p:nvSpPr>
        <p:spPr>
          <a:xfrm>
            <a:off x="3194016" y="2004276"/>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64" name="文本占位符 30"/>
          <p:cNvSpPr>
            <a:spLocks noGrp="1"/>
          </p:cNvSpPr>
          <p:nvPr>
            <p:ph type="body" sz="quarter" idx="26" hasCustomPrompt="1"/>
          </p:nvPr>
        </p:nvSpPr>
        <p:spPr>
          <a:xfrm>
            <a:off x="4893714" y="2678794"/>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65" name="文本占位符 30"/>
          <p:cNvSpPr>
            <a:spLocks noGrp="1"/>
          </p:cNvSpPr>
          <p:nvPr>
            <p:ph type="body" sz="quarter" idx="27" hasCustomPrompt="1"/>
          </p:nvPr>
        </p:nvSpPr>
        <p:spPr>
          <a:xfrm>
            <a:off x="5469019" y="414435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grpSp>
        <p:nvGrpSpPr>
          <p:cNvPr id="66" name="그룹 25"/>
          <p:cNvGrpSpPr/>
          <p:nvPr userDrawn="1"/>
        </p:nvGrpSpPr>
        <p:grpSpPr>
          <a:xfrm>
            <a:off x="6855236" y="2374435"/>
            <a:ext cx="3899442" cy="1895123"/>
            <a:chOff x="1115616" y="2498780"/>
            <a:chExt cx="3029712" cy="1472436"/>
          </a:xfrm>
        </p:grpSpPr>
        <p:cxnSp>
          <p:nvCxnSpPr>
            <p:cNvPr id="6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72" name="원호 6"/>
          <p:cNvSpPr/>
          <p:nvPr userDrawn="1"/>
        </p:nvSpPr>
        <p:spPr>
          <a:xfrm>
            <a:off x="7453416" y="294937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3" name="원호 7"/>
          <p:cNvSpPr/>
          <p:nvPr userDrawn="1"/>
        </p:nvSpPr>
        <p:spPr>
          <a:xfrm>
            <a:off x="7449188" y="294937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5" name="文本占位符 30"/>
          <p:cNvSpPr>
            <a:spLocks noGrp="1"/>
          </p:cNvSpPr>
          <p:nvPr>
            <p:ph type="body" sz="quarter" idx="28" hasCustomPrompt="1"/>
          </p:nvPr>
        </p:nvSpPr>
        <p:spPr>
          <a:xfrm>
            <a:off x="7799409" y="482748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76" name="文本占位符 30"/>
          <p:cNvSpPr>
            <a:spLocks noGrp="1"/>
          </p:cNvSpPr>
          <p:nvPr>
            <p:ph type="body" sz="quarter" idx="19" hasCustomPrompt="1"/>
          </p:nvPr>
        </p:nvSpPr>
        <p:spPr>
          <a:xfrm>
            <a:off x="8194487" y="384174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77" name="文本占位符 30"/>
          <p:cNvSpPr>
            <a:spLocks noGrp="1"/>
          </p:cNvSpPr>
          <p:nvPr>
            <p:ph type="body" sz="quarter" idx="29" hasCustomPrompt="1"/>
          </p:nvPr>
        </p:nvSpPr>
        <p:spPr>
          <a:xfrm>
            <a:off x="6182329" y="413575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78" name="文本占位符 30"/>
          <p:cNvSpPr>
            <a:spLocks noGrp="1"/>
          </p:cNvSpPr>
          <p:nvPr>
            <p:ph type="body" sz="quarter" idx="21" hasCustomPrompt="1"/>
          </p:nvPr>
        </p:nvSpPr>
        <p:spPr>
          <a:xfrm>
            <a:off x="6812280" y="264824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79" name="文本占位符 30"/>
          <p:cNvSpPr>
            <a:spLocks noGrp="1"/>
          </p:cNvSpPr>
          <p:nvPr>
            <p:ph type="body" sz="quarter" idx="30" hasCustomPrompt="1"/>
          </p:nvPr>
        </p:nvSpPr>
        <p:spPr>
          <a:xfrm>
            <a:off x="8519908" y="199567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80" name="文本占位符 30"/>
          <p:cNvSpPr>
            <a:spLocks noGrp="1"/>
          </p:cNvSpPr>
          <p:nvPr>
            <p:ph type="body" sz="quarter" idx="31" hasCustomPrompt="1"/>
          </p:nvPr>
        </p:nvSpPr>
        <p:spPr>
          <a:xfrm>
            <a:off x="10219606" y="267019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81" name="文本占位符 30"/>
          <p:cNvSpPr>
            <a:spLocks noGrp="1"/>
          </p:cNvSpPr>
          <p:nvPr>
            <p:ph type="body" sz="quarter" idx="32" hasCustomPrompt="1"/>
          </p:nvPr>
        </p:nvSpPr>
        <p:spPr>
          <a:xfrm>
            <a:off x="10834080" y="412996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4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7版式-3">
    <p:bg>
      <p:bgPr>
        <a:solidFill>
          <a:schemeClr val="bg1"/>
        </a:solidFill>
        <a:effectLst/>
      </p:bgPr>
    </p:bg>
    <p:spTree>
      <p:nvGrpSpPr>
        <p:cNvPr id="1" name=""/>
        <p:cNvGrpSpPr/>
        <p:nvPr/>
      </p:nvGrpSpPr>
      <p:grpSpPr>
        <a:xfrm>
          <a:off x="0" y="0"/>
          <a:ext cx="0" cy="0"/>
          <a:chOff x="0" y="0"/>
          <a:chExt cx="0" cy="0"/>
        </a:xfrm>
      </p:grpSpPr>
      <p:sp>
        <p:nvSpPr>
          <p:cNvPr id="45" name="ïṡ1íḓé"/>
          <p:cNvSpPr/>
          <p:nvPr userDrawn="1"/>
        </p:nvSpPr>
        <p:spPr>
          <a:xfrm>
            <a:off x="2409190" y="2855866"/>
            <a:ext cx="7373620" cy="1152128"/>
          </a:xfrm>
          <a:prstGeom prst="ellipse">
            <a:avLst/>
          </a:prstGeom>
          <a:solidFill>
            <a:schemeClr val="bg1">
              <a:lumMod val="95000"/>
            </a:schemeClr>
          </a:solidFill>
          <a:ln>
            <a:solidFill>
              <a:schemeClr val="tx1">
                <a:lumMod val="20000"/>
                <a:lumOff val="8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6" name="ïṣľîḑe"/>
          <p:cNvSpPr/>
          <p:nvPr userDrawn="1"/>
        </p:nvSpPr>
        <p:spPr>
          <a:xfrm>
            <a:off x="3804131" y="3071890"/>
            <a:ext cx="4608512" cy="720080"/>
          </a:xfrm>
          <a:prstGeom prst="ellipse">
            <a:avLst/>
          </a:prstGeom>
          <a:solidFill>
            <a:schemeClr val="bg1"/>
          </a:solidFill>
          <a:ln>
            <a:solidFill>
              <a:schemeClr val="tx1">
                <a:lumMod val="40000"/>
                <a:lumOff val="60000"/>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7" name="íṣļîḑê"/>
          <p:cNvSpPr/>
          <p:nvPr userDrawn="1"/>
        </p:nvSpPr>
        <p:spPr>
          <a:xfrm rot="8100000">
            <a:off x="3180524" y="2893835"/>
            <a:ext cx="577564" cy="577564"/>
          </a:xfrm>
          <a:prstGeom prst="teardrop">
            <a:avLst>
              <a:gd name="adj" fmla="val 13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48" name="iŝ1iḋe"/>
          <p:cNvSpPr/>
          <p:nvPr userDrawn="1"/>
        </p:nvSpPr>
        <p:spPr>
          <a:xfrm rot="8100000">
            <a:off x="8722321" y="2710690"/>
            <a:ext cx="577564" cy="577564"/>
          </a:xfrm>
          <a:prstGeom prst="teardrop">
            <a:avLst>
              <a:gd name="adj" fmla="val 13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49" name="íşlíďè"/>
          <p:cNvSpPr/>
          <p:nvPr userDrawn="1"/>
        </p:nvSpPr>
        <p:spPr>
          <a:xfrm rot="8100000">
            <a:off x="5891613" y="2158684"/>
            <a:ext cx="577564" cy="577564"/>
          </a:xfrm>
          <a:prstGeom prst="teardrop">
            <a:avLst>
              <a:gd name="adj" fmla="val 133968"/>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50" name="直接连接符 6"/>
          <p:cNvCxnSpPr/>
          <p:nvPr userDrawn="1"/>
        </p:nvCxnSpPr>
        <p:spPr>
          <a:xfrm>
            <a:off x="4298478"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7"/>
          <p:cNvCxnSpPr/>
          <p:nvPr userDrawn="1"/>
        </p:nvCxnSpPr>
        <p:spPr>
          <a:xfrm>
            <a:off x="7918296"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2" name="文本占位符 30"/>
          <p:cNvSpPr>
            <a:spLocks noGrp="1"/>
          </p:cNvSpPr>
          <p:nvPr>
            <p:ph type="body" sz="quarter" idx="15" hasCustomPrompt="1"/>
          </p:nvPr>
        </p:nvSpPr>
        <p:spPr>
          <a:xfrm>
            <a:off x="615059" y="1338522"/>
            <a:ext cx="10939432" cy="66357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3" name="文本占位符 30"/>
          <p:cNvSpPr>
            <a:spLocks noGrp="1"/>
          </p:cNvSpPr>
          <p:nvPr>
            <p:ph type="body" sz="quarter" idx="18" hasCustomPrompt="1"/>
          </p:nvPr>
        </p:nvSpPr>
        <p:spPr>
          <a:xfrm>
            <a:off x="1471998"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4" name="文本占位符 30"/>
          <p:cNvSpPr>
            <a:spLocks noGrp="1"/>
          </p:cNvSpPr>
          <p:nvPr>
            <p:ph type="body" sz="quarter" idx="16" hasCustomPrompt="1"/>
          </p:nvPr>
        </p:nvSpPr>
        <p:spPr>
          <a:xfrm>
            <a:off x="1025531"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5" name="文本占位符 30"/>
          <p:cNvSpPr>
            <a:spLocks noGrp="1"/>
          </p:cNvSpPr>
          <p:nvPr>
            <p:ph type="body" sz="quarter" idx="19" hasCustomPrompt="1"/>
          </p:nvPr>
        </p:nvSpPr>
        <p:spPr>
          <a:xfrm>
            <a:off x="5091816"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6" name="文本占位符 30"/>
          <p:cNvSpPr>
            <a:spLocks noGrp="1"/>
          </p:cNvSpPr>
          <p:nvPr>
            <p:ph type="body" sz="quarter" idx="20" hasCustomPrompt="1"/>
          </p:nvPr>
        </p:nvSpPr>
        <p:spPr>
          <a:xfrm>
            <a:off x="4645349"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7" name="文本占位符 30"/>
          <p:cNvSpPr>
            <a:spLocks noGrp="1"/>
          </p:cNvSpPr>
          <p:nvPr>
            <p:ph type="body" sz="quarter" idx="21" hasCustomPrompt="1"/>
          </p:nvPr>
        </p:nvSpPr>
        <p:spPr>
          <a:xfrm>
            <a:off x="8716654" y="454718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8" name="文本占位符 30"/>
          <p:cNvSpPr>
            <a:spLocks noGrp="1"/>
          </p:cNvSpPr>
          <p:nvPr>
            <p:ph type="body" sz="quarter" idx="22" hasCustomPrompt="1"/>
          </p:nvPr>
        </p:nvSpPr>
        <p:spPr>
          <a:xfrm>
            <a:off x="8270187" y="4980204"/>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8"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8版式-3">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1097694"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1134206"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497302"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5067753"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5104266"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6467362"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8965963"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002476"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365572"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22301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1249383"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1249383"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5247889" y="37996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5247889" y="4232682"/>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9132341"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9132341"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23" hasCustomPrompt="1"/>
          </p:nvPr>
        </p:nvSpPr>
        <p:spPr>
          <a:xfrm rot="19044237">
            <a:off x="1152054" y="305074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28" name="文本占位符 30"/>
          <p:cNvSpPr>
            <a:spLocks noGrp="1"/>
          </p:cNvSpPr>
          <p:nvPr>
            <p:ph type="body" sz="quarter" idx="24" hasCustomPrompt="1"/>
          </p:nvPr>
        </p:nvSpPr>
        <p:spPr>
          <a:xfrm rot="19044237">
            <a:off x="5135658"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30" name="文本占位符 30"/>
          <p:cNvSpPr>
            <a:spLocks noGrp="1"/>
          </p:cNvSpPr>
          <p:nvPr>
            <p:ph type="body" sz="quarter" idx="25" hasCustomPrompt="1"/>
          </p:nvPr>
        </p:nvSpPr>
        <p:spPr>
          <a:xfrm rot="19044237">
            <a:off x="9059584"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23"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8版式-4">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685576"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722088"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085184"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ïṥḻïdé"/>
          <p:cNvSpPr/>
          <p:nvPr/>
        </p:nvSpPr>
        <p:spPr>
          <a:xfrm>
            <a:off x="3513743" y="2958232"/>
            <a:ext cx="2345839" cy="3024336"/>
          </a:xfrm>
          <a:prstGeom prst="rect">
            <a:avLst/>
          </a:prstGeom>
          <a:no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14" name="îṣļiḋê"/>
          <p:cNvSpPr/>
          <p:nvPr/>
        </p:nvSpPr>
        <p:spPr>
          <a:xfrm rot="5400000">
            <a:off x="3550256" y="2921719"/>
            <a:ext cx="840739" cy="91376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slíḑé"/>
          <p:cNvSpPr/>
          <p:nvPr/>
        </p:nvSpPr>
        <p:spPr>
          <a:xfrm rot="16200000">
            <a:off x="4913352" y="5036338"/>
            <a:ext cx="906847" cy="98561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6341910"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6378423"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7741519"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9170077"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206590"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569686"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03775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853874"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853874"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3670226"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3670226"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6499407"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6499407"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40" name="文本占位符 30"/>
          <p:cNvSpPr>
            <a:spLocks noGrp="1"/>
          </p:cNvSpPr>
          <p:nvPr>
            <p:ph type="body" sz="quarter" idx="23" hasCustomPrompt="1"/>
          </p:nvPr>
        </p:nvSpPr>
        <p:spPr>
          <a:xfrm>
            <a:off x="9337732"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4" hasCustomPrompt="1"/>
          </p:nvPr>
        </p:nvSpPr>
        <p:spPr>
          <a:xfrm>
            <a:off x="9337732"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0" name="文本占位符 30"/>
          <p:cNvSpPr>
            <a:spLocks noGrp="1"/>
          </p:cNvSpPr>
          <p:nvPr>
            <p:ph type="body" sz="quarter" idx="25" hasCustomPrompt="1"/>
          </p:nvPr>
        </p:nvSpPr>
        <p:spPr>
          <a:xfrm rot="19044237">
            <a:off x="752121" y="3067474"/>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31" name="文本占位符 30"/>
          <p:cNvSpPr>
            <a:spLocks noGrp="1"/>
          </p:cNvSpPr>
          <p:nvPr>
            <p:ph type="body" sz="quarter" idx="26" hasCustomPrompt="1"/>
          </p:nvPr>
        </p:nvSpPr>
        <p:spPr>
          <a:xfrm rot="19044237">
            <a:off x="3587842" y="306523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42" name="文本占位符 30"/>
          <p:cNvSpPr>
            <a:spLocks noGrp="1"/>
          </p:cNvSpPr>
          <p:nvPr>
            <p:ph type="body" sz="quarter" idx="27" hasCustomPrompt="1"/>
          </p:nvPr>
        </p:nvSpPr>
        <p:spPr>
          <a:xfrm rot="19044237">
            <a:off x="6423562" y="3065229"/>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43" name="文本占位符 30"/>
          <p:cNvSpPr>
            <a:spLocks noGrp="1"/>
          </p:cNvSpPr>
          <p:nvPr>
            <p:ph type="body" sz="quarter" idx="28" hasCustomPrompt="1"/>
          </p:nvPr>
        </p:nvSpPr>
        <p:spPr>
          <a:xfrm rot="19044237">
            <a:off x="9283849" y="3026201"/>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04</a:t>
            </a:r>
            <a:endParaRPr kumimoji="1" lang="zh-CN" altLang="en-US" dirty="0"/>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9版式-3">
    <p:bg>
      <p:bgPr>
        <a:solidFill>
          <a:schemeClr val="bg1"/>
        </a:solidFill>
        <a:effectLst/>
      </p:bgPr>
    </p:bg>
    <p:spTree>
      <p:nvGrpSpPr>
        <p:cNvPr id="1" name=""/>
        <p:cNvGrpSpPr/>
        <p:nvPr/>
      </p:nvGrpSpPr>
      <p:grpSpPr>
        <a:xfrm>
          <a:off x="0" y="0"/>
          <a:ext cx="0" cy="0"/>
          <a:chOff x="0" y="0"/>
          <a:chExt cx="0" cy="0"/>
        </a:xfrm>
      </p:grpSpPr>
      <p:sp>
        <p:nvSpPr>
          <p:cNvPr id="32" name="稻壳儿小白白(http://dwz.cn/Wu2UP)"/>
          <p:cNvSpPr>
            <a:spLocks noChangeArrowheads="1"/>
          </p:cNvSpPr>
          <p:nvPr userDrawn="1"/>
        </p:nvSpPr>
        <p:spPr bwMode="auto">
          <a:xfrm>
            <a:off x="2201637" y="2789321"/>
            <a:ext cx="862013" cy="862012"/>
          </a:xfrm>
          <a:prstGeom prst="pentagon">
            <a:avLst/>
          </a:prstGeom>
          <a:solidFill>
            <a:srgbClr val="0089FF"/>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800">
              <a:latin typeface="+mn-lt"/>
              <a:ea typeface="+mn-ea"/>
              <a:cs typeface="+mn-ea"/>
              <a:sym typeface="+mn-lt"/>
            </a:endParaRPr>
          </a:p>
        </p:txBody>
      </p:sp>
      <p:sp>
        <p:nvSpPr>
          <p:cNvPr id="33" name="稻壳儿小白白(http://dwz.cn/Wu2UP)"/>
          <p:cNvSpPr>
            <a:spLocks noChangeArrowheads="1"/>
          </p:cNvSpPr>
          <p:nvPr userDrawn="1"/>
        </p:nvSpPr>
        <p:spPr bwMode="auto">
          <a:xfrm>
            <a:off x="5729367" y="2789321"/>
            <a:ext cx="862013" cy="862012"/>
          </a:xfrm>
          <a:prstGeom prst="pentagon">
            <a:avLst/>
          </a:prstGeom>
          <a:solidFill>
            <a:schemeClr val="accent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34" name="稻壳儿小白白(http://dwz.cn/Wu2UP)"/>
          <p:cNvSpPr>
            <a:spLocks noChangeArrowheads="1"/>
          </p:cNvSpPr>
          <p:nvPr userDrawn="1"/>
        </p:nvSpPr>
        <p:spPr bwMode="auto">
          <a:xfrm>
            <a:off x="9171321" y="2789321"/>
            <a:ext cx="860425" cy="862012"/>
          </a:xfrm>
          <a:prstGeom prst="pentagon">
            <a:avLst/>
          </a:prstGeom>
          <a:solidFill>
            <a:schemeClr val="tx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400">
              <a:latin typeface="+mn-lt"/>
              <a:ea typeface="+mn-ea"/>
              <a:cs typeface="+mn-ea"/>
              <a:sym typeface="+mn-lt"/>
            </a:endParaRPr>
          </a:p>
        </p:txBody>
      </p:sp>
      <p:cxnSp>
        <p:nvCxnSpPr>
          <p:cNvPr id="39" name="直接连接符 13"/>
          <p:cNvCxnSpPr/>
          <p:nvPr userDrawn="1"/>
        </p:nvCxnSpPr>
        <p:spPr>
          <a:xfrm>
            <a:off x="4415985"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14"/>
          <p:cNvCxnSpPr/>
          <p:nvPr userDrawn="1"/>
        </p:nvCxnSpPr>
        <p:spPr>
          <a:xfrm>
            <a:off x="7978726"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2" name="文本占位符 30"/>
          <p:cNvSpPr>
            <a:spLocks noGrp="1"/>
          </p:cNvSpPr>
          <p:nvPr>
            <p:ph type="body" sz="quarter" idx="18" hasCustomPrompt="1"/>
          </p:nvPr>
        </p:nvSpPr>
        <p:spPr>
          <a:xfrm>
            <a:off x="1676258"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3" name="文本占位符 30"/>
          <p:cNvSpPr>
            <a:spLocks noGrp="1"/>
          </p:cNvSpPr>
          <p:nvPr>
            <p:ph type="body" sz="quarter" idx="16" hasCustomPrompt="1"/>
          </p:nvPr>
        </p:nvSpPr>
        <p:spPr>
          <a:xfrm>
            <a:off x="1222630"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19" hasCustomPrompt="1"/>
          </p:nvPr>
        </p:nvSpPr>
        <p:spPr>
          <a:xfrm>
            <a:off x="519770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5" name="文本占位符 30"/>
          <p:cNvSpPr>
            <a:spLocks noGrp="1"/>
          </p:cNvSpPr>
          <p:nvPr>
            <p:ph type="body" sz="quarter" idx="20" hasCustomPrompt="1"/>
          </p:nvPr>
        </p:nvSpPr>
        <p:spPr>
          <a:xfrm>
            <a:off x="4779933"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6" name="文本占位符 30"/>
          <p:cNvSpPr>
            <a:spLocks noGrp="1"/>
          </p:cNvSpPr>
          <p:nvPr>
            <p:ph type="body" sz="quarter" idx="21" hasCustomPrompt="1"/>
          </p:nvPr>
        </p:nvSpPr>
        <p:spPr>
          <a:xfrm>
            <a:off x="864176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7" name="文本占位符 30"/>
          <p:cNvSpPr>
            <a:spLocks noGrp="1"/>
          </p:cNvSpPr>
          <p:nvPr>
            <p:ph type="body" sz="quarter" idx="22" hasCustomPrompt="1"/>
          </p:nvPr>
        </p:nvSpPr>
        <p:spPr>
          <a:xfrm>
            <a:off x="8313638"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0版式-4">
    <p:bg>
      <p:bgPr>
        <a:solidFill>
          <a:schemeClr val="bg1"/>
        </a:solidFill>
        <a:effectLst/>
      </p:bgPr>
    </p:bg>
    <p:spTree>
      <p:nvGrpSpPr>
        <p:cNvPr id="1" name=""/>
        <p:cNvGrpSpPr/>
        <p:nvPr/>
      </p:nvGrpSpPr>
      <p:grpSpPr>
        <a:xfrm>
          <a:off x="0" y="0"/>
          <a:ext cx="0" cy="0"/>
          <a:chOff x="0" y="0"/>
          <a:chExt cx="0" cy="0"/>
        </a:xfrm>
      </p:grpSpPr>
      <p:sp>
        <p:nvSpPr>
          <p:cNvPr id="19" name="îSḻíḑê"/>
          <p:cNvSpPr/>
          <p:nvPr userDrawn="1"/>
        </p:nvSpPr>
        <p:spPr bwMode="auto">
          <a:xfrm>
            <a:off x="4092055" y="1321080"/>
            <a:ext cx="3997173" cy="4020490"/>
          </a:xfrm>
          <a:prstGeom prst="rect">
            <a:avLst/>
          </a:prstGeom>
          <a:noFill/>
          <a:ln w="9525">
            <a:noFill/>
            <a:miter lim="800000"/>
          </a:ln>
        </p:spPr>
        <p:txBody>
          <a:bodyPr wrap="square" lIns="91440" tIns="45720" rIns="91440" bIns="45720" anchor="ctr">
            <a:normAutofit/>
          </a:bodyPr>
          <a:lstStyle/>
          <a:p>
            <a:pPr algn="ctr"/>
            <a:endParaRPr/>
          </a:p>
        </p:txBody>
      </p:sp>
      <p:sp>
        <p:nvSpPr>
          <p:cNvPr id="20" name="îṡ1îḍé"/>
          <p:cNvSpPr/>
          <p:nvPr userDrawn="1"/>
        </p:nvSpPr>
        <p:spPr bwMode="auto">
          <a:xfrm>
            <a:off x="6125617" y="3013217"/>
            <a:ext cx="907691" cy="1172504"/>
          </a:xfrm>
          <a:custGeom>
            <a:avLst/>
            <a:gdLst/>
            <a:ahLst/>
            <a:cxnLst>
              <a:cxn ang="0">
                <a:pos x="222" y="0"/>
              </a:cxn>
              <a:cxn ang="0">
                <a:pos x="0" y="223"/>
              </a:cxn>
              <a:cxn ang="0">
                <a:pos x="222" y="446"/>
              </a:cxn>
              <a:cxn ang="0">
                <a:pos x="222" y="0"/>
              </a:cxn>
            </a:cxnLst>
            <a:rect l="0" t="0" r="r" b="b"/>
            <a:pathLst>
              <a:path w="345" h="446">
                <a:moveTo>
                  <a:pt x="222" y="0"/>
                </a:moveTo>
                <a:cubicBezTo>
                  <a:pt x="0" y="223"/>
                  <a:pt x="0" y="223"/>
                  <a:pt x="0" y="223"/>
                </a:cubicBezTo>
                <a:cubicBezTo>
                  <a:pt x="222" y="446"/>
                  <a:pt x="222" y="446"/>
                  <a:pt x="222" y="446"/>
                </a:cubicBezTo>
                <a:cubicBezTo>
                  <a:pt x="345" y="323"/>
                  <a:pt x="345" y="123"/>
                  <a:pt x="222" y="0"/>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1" name="iṣlîďé"/>
          <p:cNvSpPr/>
          <p:nvPr userDrawn="1"/>
        </p:nvSpPr>
        <p:spPr bwMode="auto">
          <a:xfrm>
            <a:off x="5501058" y="3651099"/>
            <a:ext cx="1169173" cy="909357"/>
          </a:xfrm>
          <a:custGeom>
            <a:avLst/>
            <a:gdLst/>
            <a:ahLst/>
            <a:cxnLst>
              <a:cxn ang="0">
                <a:pos x="445" y="223"/>
              </a:cxn>
              <a:cxn ang="0">
                <a:pos x="222" y="0"/>
              </a:cxn>
              <a:cxn ang="0">
                <a:pos x="0" y="223"/>
              </a:cxn>
              <a:cxn ang="0">
                <a:pos x="445" y="223"/>
              </a:cxn>
            </a:cxnLst>
            <a:rect l="0" t="0" r="r" b="b"/>
            <a:pathLst>
              <a:path w="445" h="346">
                <a:moveTo>
                  <a:pt x="445" y="223"/>
                </a:moveTo>
                <a:cubicBezTo>
                  <a:pt x="222" y="0"/>
                  <a:pt x="222" y="0"/>
                  <a:pt x="222" y="0"/>
                </a:cubicBezTo>
                <a:cubicBezTo>
                  <a:pt x="0" y="223"/>
                  <a:pt x="0" y="223"/>
                  <a:pt x="0" y="223"/>
                </a:cubicBezTo>
                <a:cubicBezTo>
                  <a:pt x="123" y="346"/>
                  <a:pt x="322" y="346"/>
                  <a:pt x="445" y="2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2" name="íŝḻîḍe"/>
          <p:cNvSpPr/>
          <p:nvPr userDrawn="1"/>
        </p:nvSpPr>
        <p:spPr bwMode="auto">
          <a:xfrm>
            <a:off x="5141313" y="3013217"/>
            <a:ext cx="909357" cy="1172504"/>
          </a:xfrm>
          <a:custGeom>
            <a:avLst/>
            <a:gdLst/>
            <a:ahLst/>
            <a:cxnLst>
              <a:cxn ang="0">
                <a:pos x="123" y="446"/>
              </a:cxn>
              <a:cxn ang="0">
                <a:pos x="346" y="223"/>
              </a:cxn>
              <a:cxn ang="0">
                <a:pos x="123" y="0"/>
              </a:cxn>
              <a:cxn ang="0">
                <a:pos x="123" y="446"/>
              </a:cxn>
            </a:cxnLst>
            <a:rect l="0" t="0" r="r" b="b"/>
            <a:pathLst>
              <a:path w="346" h="446">
                <a:moveTo>
                  <a:pt x="123" y="446"/>
                </a:moveTo>
                <a:cubicBezTo>
                  <a:pt x="346" y="223"/>
                  <a:pt x="346" y="223"/>
                  <a:pt x="346" y="223"/>
                </a:cubicBezTo>
                <a:cubicBezTo>
                  <a:pt x="123" y="0"/>
                  <a:pt x="123" y="0"/>
                  <a:pt x="123" y="0"/>
                </a:cubicBezTo>
                <a:cubicBezTo>
                  <a:pt x="0" y="123"/>
                  <a:pt x="0" y="323"/>
                  <a:pt x="123" y="446"/>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3" name="ïṧļídè"/>
          <p:cNvSpPr/>
          <p:nvPr userDrawn="1"/>
        </p:nvSpPr>
        <p:spPr bwMode="auto">
          <a:xfrm>
            <a:off x="5501058" y="2636816"/>
            <a:ext cx="1169173" cy="909357"/>
          </a:xfrm>
          <a:custGeom>
            <a:avLst/>
            <a:gdLst/>
            <a:ahLst/>
            <a:cxnLst>
              <a:cxn ang="0">
                <a:pos x="0" y="123"/>
              </a:cxn>
              <a:cxn ang="0">
                <a:pos x="222" y="346"/>
              </a:cxn>
              <a:cxn ang="0">
                <a:pos x="445" y="123"/>
              </a:cxn>
              <a:cxn ang="0">
                <a:pos x="0" y="123"/>
              </a:cxn>
            </a:cxnLst>
            <a:rect l="0" t="0" r="r" b="b"/>
            <a:pathLst>
              <a:path w="445" h="346">
                <a:moveTo>
                  <a:pt x="0" y="123"/>
                </a:moveTo>
                <a:cubicBezTo>
                  <a:pt x="222" y="346"/>
                  <a:pt x="222" y="346"/>
                  <a:pt x="222" y="346"/>
                </a:cubicBezTo>
                <a:cubicBezTo>
                  <a:pt x="445" y="123"/>
                  <a:pt x="445" y="123"/>
                  <a:pt x="445" y="123"/>
                </a:cubicBezTo>
                <a:cubicBezTo>
                  <a:pt x="322" y="0"/>
                  <a:pt x="123" y="0"/>
                  <a:pt x="0" y="1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4" name="ís1ïďè"/>
          <p:cNvSpPr/>
          <p:nvPr userDrawn="1"/>
        </p:nvSpPr>
        <p:spPr bwMode="auto">
          <a:xfrm>
            <a:off x="4338547" y="4400569"/>
            <a:ext cx="936005" cy="937670"/>
          </a:xfrm>
          <a:custGeom>
            <a:avLst/>
            <a:gdLst/>
            <a:ahLst/>
            <a:cxnLst>
              <a:cxn ang="0">
                <a:pos x="355" y="357"/>
              </a:cxn>
              <a:cxn ang="0">
                <a:pos x="0" y="1"/>
              </a:cxn>
              <a:cxn ang="0">
                <a:pos x="2" y="0"/>
              </a:cxn>
              <a:cxn ang="0">
                <a:pos x="356" y="354"/>
              </a:cxn>
              <a:cxn ang="0">
                <a:pos x="355" y="357"/>
              </a:cxn>
            </a:cxnLst>
            <a:rect l="0" t="0" r="r" b="b"/>
            <a:pathLst>
              <a:path w="356" h="357">
                <a:moveTo>
                  <a:pt x="355" y="357"/>
                </a:moveTo>
                <a:cubicBezTo>
                  <a:pt x="199" y="284"/>
                  <a:pt x="73" y="158"/>
                  <a:pt x="0" y="1"/>
                </a:cubicBezTo>
                <a:cubicBezTo>
                  <a:pt x="2" y="0"/>
                  <a:pt x="2" y="0"/>
                  <a:pt x="2" y="0"/>
                </a:cubicBezTo>
                <a:cubicBezTo>
                  <a:pt x="75" y="156"/>
                  <a:pt x="201" y="282"/>
                  <a:pt x="356" y="354"/>
                </a:cubicBezTo>
                <a:lnTo>
                  <a:pt x="355" y="357"/>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5" name="îśļîdè"/>
          <p:cNvSpPr/>
          <p:nvPr userDrawn="1"/>
        </p:nvSpPr>
        <p:spPr bwMode="auto">
          <a:xfrm>
            <a:off x="6893407" y="1845709"/>
            <a:ext cx="937670" cy="936005"/>
          </a:xfrm>
          <a:custGeom>
            <a:avLst/>
            <a:gdLst/>
            <a:ahLst/>
            <a:cxnLst>
              <a:cxn ang="0">
                <a:pos x="354" y="356"/>
              </a:cxn>
              <a:cxn ang="0">
                <a:pos x="0" y="2"/>
              </a:cxn>
              <a:cxn ang="0">
                <a:pos x="1" y="0"/>
              </a:cxn>
              <a:cxn ang="0">
                <a:pos x="357" y="355"/>
              </a:cxn>
              <a:cxn ang="0">
                <a:pos x="354" y="356"/>
              </a:cxn>
            </a:cxnLst>
            <a:rect l="0" t="0" r="r" b="b"/>
            <a:pathLst>
              <a:path w="357" h="356">
                <a:moveTo>
                  <a:pt x="354" y="356"/>
                </a:moveTo>
                <a:cubicBezTo>
                  <a:pt x="282" y="201"/>
                  <a:pt x="156" y="75"/>
                  <a:pt x="0" y="2"/>
                </a:cubicBezTo>
                <a:cubicBezTo>
                  <a:pt x="1" y="0"/>
                  <a:pt x="1" y="0"/>
                  <a:pt x="1" y="0"/>
                </a:cubicBezTo>
                <a:cubicBezTo>
                  <a:pt x="158" y="73"/>
                  <a:pt x="284" y="199"/>
                  <a:pt x="357" y="355"/>
                </a:cubicBezTo>
                <a:lnTo>
                  <a:pt x="354" y="356"/>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6" name="íŝ1iḋé"/>
          <p:cNvSpPr/>
          <p:nvPr userDrawn="1"/>
        </p:nvSpPr>
        <p:spPr bwMode="auto">
          <a:xfrm>
            <a:off x="6893407" y="4400569"/>
            <a:ext cx="937670" cy="937670"/>
          </a:xfrm>
          <a:custGeom>
            <a:avLst/>
            <a:gdLst/>
            <a:ahLst/>
            <a:cxnLst>
              <a:cxn ang="0">
                <a:pos x="1" y="357"/>
              </a:cxn>
              <a:cxn ang="0">
                <a:pos x="0" y="354"/>
              </a:cxn>
              <a:cxn ang="0">
                <a:pos x="354" y="0"/>
              </a:cxn>
              <a:cxn ang="0">
                <a:pos x="357" y="1"/>
              </a:cxn>
              <a:cxn ang="0">
                <a:pos x="1" y="357"/>
              </a:cxn>
            </a:cxnLst>
            <a:rect l="0" t="0" r="r" b="b"/>
            <a:pathLst>
              <a:path w="357" h="357">
                <a:moveTo>
                  <a:pt x="1" y="357"/>
                </a:moveTo>
                <a:cubicBezTo>
                  <a:pt x="0" y="354"/>
                  <a:pt x="0" y="354"/>
                  <a:pt x="0" y="354"/>
                </a:cubicBezTo>
                <a:cubicBezTo>
                  <a:pt x="156" y="282"/>
                  <a:pt x="282" y="156"/>
                  <a:pt x="354" y="0"/>
                </a:cubicBezTo>
                <a:cubicBezTo>
                  <a:pt x="357" y="1"/>
                  <a:pt x="357" y="1"/>
                  <a:pt x="357" y="1"/>
                </a:cubicBezTo>
                <a:cubicBezTo>
                  <a:pt x="284" y="158"/>
                  <a:pt x="158" y="284"/>
                  <a:pt x="1" y="35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7" name="ïs1ïḋè"/>
          <p:cNvSpPr/>
          <p:nvPr userDrawn="1"/>
        </p:nvSpPr>
        <p:spPr bwMode="auto">
          <a:xfrm>
            <a:off x="4383516" y="1890677"/>
            <a:ext cx="912688" cy="912688"/>
          </a:xfrm>
          <a:custGeom>
            <a:avLst/>
            <a:gdLst/>
            <a:ahLst/>
            <a:cxnLst>
              <a:cxn ang="0">
                <a:pos x="2" y="347"/>
              </a:cxn>
              <a:cxn ang="0">
                <a:pos x="0" y="346"/>
              </a:cxn>
              <a:cxn ang="0">
                <a:pos x="346" y="0"/>
              </a:cxn>
              <a:cxn ang="0">
                <a:pos x="347" y="2"/>
              </a:cxn>
              <a:cxn ang="0">
                <a:pos x="2" y="347"/>
              </a:cxn>
            </a:cxnLst>
            <a:rect l="0" t="0" r="r" b="b"/>
            <a:pathLst>
              <a:path w="347" h="347">
                <a:moveTo>
                  <a:pt x="2" y="347"/>
                </a:moveTo>
                <a:cubicBezTo>
                  <a:pt x="0" y="346"/>
                  <a:pt x="0" y="346"/>
                  <a:pt x="0" y="346"/>
                </a:cubicBezTo>
                <a:cubicBezTo>
                  <a:pt x="71" y="194"/>
                  <a:pt x="194" y="71"/>
                  <a:pt x="346" y="0"/>
                </a:cubicBezTo>
                <a:cubicBezTo>
                  <a:pt x="347" y="2"/>
                  <a:pt x="347" y="2"/>
                  <a:pt x="347" y="2"/>
                </a:cubicBezTo>
                <a:cubicBezTo>
                  <a:pt x="196" y="73"/>
                  <a:pt x="73" y="195"/>
                  <a:pt x="2" y="34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53" name="iŝ1iḓê"/>
          <p:cNvSpPr/>
          <p:nvPr userDrawn="1"/>
        </p:nvSpPr>
        <p:spPr>
          <a:xfrm>
            <a:off x="728291"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3" name="文本占位符 30"/>
          <p:cNvSpPr>
            <a:spLocks noGrp="1"/>
          </p:cNvSpPr>
          <p:nvPr>
            <p:ph type="body" sz="quarter" idx="18" hasCustomPrompt="1"/>
          </p:nvPr>
        </p:nvSpPr>
        <p:spPr>
          <a:xfrm>
            <a:off x="902381" y="176383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4" name="文本占位符 30"/>
          <p:cNvSpPr>
            <a:spLocks noGrp="1"/>
          </p:cNvSpPr>
          <p:nvPr>
            <p:ph type="body" sz="quarter" idx="16" hasCustomPrompt="1"/>
          </p:nvPr>
        </p:nvSpPr>
        <p:spPr>
          <a:xfrm>
            <a:off x="902381"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6" name="iŝ1iḓê"/>
          <p:cNvSpPr/>
          <p:nvPr userDrawn="1"/>
        </p:nvSpPr>
        <p:spPr>
          <a:xfrm>
            <a:off x="728291" y="4219783"/>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7" name="文本占位符 30"/>
          <p:cNvSpPr>
            <a:spLocks noGrp="1"/>
          </p:cNvSpPr>
          <p:nvPr>
            <p:ph type="body" sz="quarter" idx="19" hasCustomPrompt="1"/>
          </p:nvPr>
        </p:nvSpPr>
        <p:spPr>
          <a:xfrm>
            <a:off x="902381" y="4369329"/>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8" name="文本占位符 30"/>
          <p:cNvSpPr>
            <a:spLocks noGrp="1"/>
          </p:cNvSpPr>
          <p:nvPr>
            <p:ph type="body" sz="quarter" idx="20" hasCustomPrompt="1"/>
          </p:nvPr>
        </p:nvSpPr>
        <p:spPr>
          <a:xfrm>
            <a:off x="902381" y="4822638"/>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9" name="iŝ1iḓê"/>
          <p:cNvSpPr/>
          <p:nvPr userDrawn="1"/>
        </p:nvSpPr>
        <p:spPr>
          <a:xfrm>
            <a:off x="8335720" y="4223682"/>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0" name="文本占位符 30"/>
          <p:cNvSpPr>
            <a:spLocks noGrp="1"/>
          </p:cNvSpPr>
          <p:nvPr>
            <p:ph type="body" sz="quarter" idx="21" hasCustomPrompt="1"/>
          </p:nvPr>
        </p:nvSpPr>
        <p:spPr>
          <a:xfrm>
            <a:off x="8509810" y="4373228"/>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2" hasCustomPrompt="1"/>
          </p:nvPr>
        </p:nvSpPr>
        <p:spPr>
          <a:xfrm>
            <a:off x="8509810" y="4826537"/>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2" name="iŝ1iḓê"/>
          <p:cNvSpPr/>
          <p:nvPr userDrawn="1"/>
        </p:nvSpPr>
        <p:spPr>
          <a:xfrm>
            <a:off x="8335720"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3" name="文本占位符 30"/>
          <p:cNvSpPr>
            <a:spLocks noGrp="1"/>
          </p:cNvSpPr>
          <p:nvPr>
            <p:ph type="body" sz="quarter" idx="23" hasCustomPrompt="1"/>
          </p:nvPr>
        </p:nvSpPr>
        <p:spPr>
          <a:xfrm>
            <a:off x="8509810" y="1763830"/>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4" name="文本占位符 30"/>
          <p:cNvSpPr>
            <a:spLocks noGrp="1"/>
          </p:cNvSpPr>
          <p:nvPr>
            <p:ph type="body" sz="quarter" idx="24" hasCustomPrompt="1"/>
          </p:nvPr>
        </p:nvSpPr>
        <p:spPr>
          <a:xfrm>
            <a:off x="8509810"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5" name="文本占位符 30"/>
          <p:cNvSpPr>
            <a:spLocks noGrp="1"/>
          </p:cNvSpPr>
          <p:nvPr>
            <p:ph type="body" sz="quarter" idx="25" hasCustomPrompt="1"/>
          </p:nvPr>
        </p:nvSpPr>
        <p:spPr>
          <a:xfrm>
            <a:off x="5766555" y="533823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6" name="文本占位符 30"/>
          <p:cNvSpPr>
            <a:spLocks noGrp="1"/>
          </p:cNvSpPr>
          <p:nvPr>
            <p:ph type="body" sz="quarter" idx="26" hasCustomPrompt="1"/>
          </p:nvPr>
        </p:nvSpPr>
        <p:spPr>
          <a:xfrm>
            <a:off x="5766555" y="169111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59" name="文本占位符 30"/>
          <p:cNvSpPr>
            <a:spLocks noGrp="1"/>
          </p:cNvSpPr>
          <p:nvPr>
            <p:ph type="body" sz="quarter" idx="27" hasCustomPrompt="1"/>
          </p:nvPr>
        </p:nvSpPr>
        <p:spPr>
          <a:xfrm>
            <a:off x="754340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0" name="文本占位符 30"/>
          <p:cNvSpPr>
            <a:spLocks noGrp="1"/>
          </p:cNvSpPr>
          <p:nvPr>
            <p:ph type="body" sz="quarter" idx="28" hasCustomPrompt="1"/>
          </p:nvPr>
        </p:nvSpPr>
        <p:spPr>
          <a:xfrm>
            <a:off x="397433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2" name="文本占位符 30"/>
          <p:cNvSpPr>
            <a:spLocks noGrp="1"/>
          </p:cNvSpPr>
          <p:nvPr>
            <p:ph type="body" sz="quarter" idx="29" hasCustomPrompt="1"/>
          </p:nvPr>
        </p:nvSpPr>
        <p:spPr>
          <a:xfrm>
            <a:off x="5777758" y="2814227"/>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3" name="文本占位符 30"/>
          <p:cNvSpPr>
            <a:spLocks noGrp="1"/>
          </p:cNvSpPr>
          <p:nvPr>
            <p:ph type="body" sz="quarter" idx="30" hasCustomPrompt="1"/>
          </p:nvPr>
        </p:nvSpPr>
        <p:spPr>
          <a:xfrm>
            <a:off x="5766555" y="3966816"/>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4" name="文本占位符 30"/>
          <p:cNvSpPr>
            <a:spLocks noGrp="1"/>
          </p:cNvSpPr>
          <p:nvPr>
            <p:ph type="body" sz="quarter" idx="31" hasCustomPrompt="1"/>
          </p:nvPr>
        </p:nvSpPr>
        <p:spPr>
          <a:xfrm>
            <a:off x="5229118" y="341099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5" name="文本占位符 30"/>
          <p:cNvSpPr>
            <a:spLocks noGrp="1"/>
          </p:cNvSpPr>
          <p:nvPr>
            <p:ph type="body" sz="quarter" idx="32" hasCustomPrompt="1"/>
          </p:nvPr>
        </p:nvSpPr>
        <p:spPr>
          <a:xfrm>
            <a:off x="6278271" y="3401368"/>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4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1版式-3">
    <p:bg>
      <p:bgPr>
        <a:solidFill>
          <a:schemeClr val="bg1"/>
        </a:solidFill>
        <a:effectLst/>
      </p:bgPr>
    </p:bg>
    <p:spTree>
      <p:nvGrpSpPr>
        <p:cNvPr id="1" name=""/>
        <p:cNvGrpSpPr/>
        <p:nvPr/>
      </p:nvGrpSpPr>
      <p:grpSpPr>
        <a:xfrm>
          <a:off x="0" y="0"/>
          <a:ext cx="0" cy="0"/>
          <a:chOff x="0" y="0"/>
          <a:chExt cx="0" cy="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425360" y="3327134"/>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137360" y="3327134"/>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sp>
        <p:nvSpPr>
          <p:cNvPr id="42"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4" name="文本占位符 30"/>
          <p:cNvSpPr>
            <a:spLocks noGrp="1"/>
          </p:cNvSpPr>
          <p:nvPr>
            <p:ph type="body" sz="quarter" idx="19" hasCustomPrompt="1"/>
          </p:nvPr>
        </p:nvSpPr>
        <p:spPr>
          <a:xfrm>
            <a:off x="4388478" y="1554544"/>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0" hasCustomPrompt="1"/>
          </p:nvPr>
        </p:nvSpPr>
        <p:spPr>
          <a:xfrm>
            <a:off x="4388477" y="2007852"/>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1" hasCustomPrompt="1"/>
          </p:nvPr>
        </p:nvSpPr>
        <p:spPr>
          <a:xfrm>
            <a:off x="4811993" y="3423065"/>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2" hasCustomPrompt="1"/>
          </p:nvPr>
        </p:nvSpPr>
        <p:spPr>
          <a:xfrm>
            <a:off x="4811992" y="3876373"/>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3" hasCustomPrompt="1"/>
          </p:nvPr>
        </p:nvSpPr>
        <p:spPr>
          <a:xfrm>
            <a:off x="4388477" y="5311572"/>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4" hasCustomPrompt="1"/>
          </p:nvPr>
        </p:nvSpPr>
        <p:spPr>
          <a:xfrm>
            <a:off x="4388476" y="5764881"/>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1版式-4">
    <p:bg>
      <p:bgPr>
        <a:solidFill>
          <a:schemeClr val="bg1"/>
        </a:solidFill>
        <a:effectLst/>
      </p:bgPr>
    </p:bg>
    <p:spTree>
      <p:nvGrpSpPr>
        <p:cNvPr id="1" name=""/>
        <p:cNvGrpSpPr/>
        <p:nvPr/>
      </p:nvGrpSpPr>
      <p:grpSpPr>
        <a:xfrm>
          <a:off x="0" y="0"/>
          <a:ext cx="0" cy="0"/>
          <a:chOff x="0" y="0"/>
          <a:chExt cx="0" cy="0"/>
        </a:xfrm>
      </p:grpSpPr>
      <p:grpSp>
        <p:nvGrpSpPr>
          <p:cNvPr id="4" name="20429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2254651" y="1474850"/>
            <a:ext cx="9265837" cy="4327400"/>
            <a:chOff x="2254651" y="1474850"/>
            <a:chExt cx="9265837" cy="432740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9" name="直接连接符 8"/>
            <p:cNvCxnSpPr>
              <a:stCxn id="19" idx="0"/>
            </p:cNvCxnSpPr>
            <p:nvPr/>
          </p:nvCxnSpPr>
          <p:spPr>
            <a:xfrm>
              <a:off x="4316502" y="3965649"/>
              <a:ext cx="7203986"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316502" y="2720249"/>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3" name="ïşļiďé"/>
            <p:cNvGrpSpPr/>
            <p:nvPr/>
          </p:nvGrpSpPr>
          <p:grpSpPr>
            <a:xfrm>
              <a:off x="7761155" y="2188828"/>
              <a:ext cx="952304" cy="623435"/>
              <a:chOff x="6349908" y="2695299"/>
              <a:chExt cx="952304" cy="623435"/>
            </a:xfrm>
          </p:grpSpPr>
          <p:sp>
            <p:nvSpPr>
              <p:cNvPr id="29" name="iş1îďé"/>
              <p:cNvSpPr txBox="1"/>
              <p:nvPr/>
            </p:nvSpPr>
            <p:spPr>
              <a:xfrm>
                <a:off x="6349908" y="2980180"/>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Apr-Jun</a:t>
                </a:r>
              </a:p>
            </p:txBody>
          </p:sp>
          <p:grpSp>
            <p:nvGrpSpPr>
              <p:cNvPr id="30" name="ïṩḻíḍé"/>
              <p:cNvGrpSpPr>
                <a:grpSpLocks noChangeAspect="1"/>
              </p:cNvGrpSpPr>
              <p:nvPr/>
            </p:nvGrpSpPr>
            <p:grpSpPr>
              <a:xfrm>
                <a:off x="6700714" y="2695299"/>
                <a:ext cx="250681" cy="252001"/>
                <a:chOff x="1547813" y="3240088"/>
                <a:chExt cx="301626" cy="303213"/>
              </a:xfrm>
              <a:solidFill>
                <a:sysClr val="window" lastClr="FFFFFF"/>
              </a:solidFill>
            </p:grpSpPr>
            <p:sp>
              <p:nvSpPr>
                <p:cNvPr id="31" name="íṥlïḍè"/>
                <p:cNvSpPr/>
                <p:nvPr/>
              </p:nvSpPr>
              <p:spPr bwMode="auto">
                <a:xfrm>
                  <a:off x="1611313" y="3392488"/>
                  <a:ext cx="85725" cy="87313"/>
                </a:xfrm>
                <a:custGeom>
                  <a:avLst/>
                  <a:gdLst>
                    <a:gd name="T0" fmla="*/ 92 w 218"/>
                    <a:gd name="T1" fmla="*/ 191 h 219"/>
                    <a:gd name="T2" fmla="*/ 70 w 218"/>
                    <a:gd name="T3" fmla="*/ 183 h 219"/>
                    <a:gd name="T4" fmla="*/ 50 w 218"/>
                    <a:gd name="T5" fmla="*/ 168 h 219"/>
                    <a:gd name="T6" fmla="*/ 35 w 218"/>
                    <a:gd name="T7" fmla="*/ 149 h 219"/>
                    <a:gd name="T8" fmla="*/ 27 w 218"/>
                    <a:gd name="T9" fmla="*/ 125 h 219"/>
                    <a:gd name="T10" fmla="*/ 26 w 218"/>
                    <a:gd name="T11" fmla="*/ 101 h 219"/>
                    <a:gd name="T12" fmla="*/ 32 w 218"/>
                    <a:gd name="T13" fmla="*/ 77 h 219"/>
                    <a:gd name="T14" fmla="*/ 45 w 218"/>
                    <a:gd name="T15" fmla="*/ 56 h 219"/>
                    <a:gd name="T16" fmla="*/ 62 w 218"/>
                    <a:gd name="T17" fmla="*/ 40 h 219"/>
                    <a:gd name="T18" fmla="*/ 85 w 218"/>
                    <a:gd name="T19" fmla="*/ 29 h 219"/>
                    <a:gd name="T20" fmla="*/ 109 w 218"/>
                    <a:gd name="T21" fmla="*/ 26 h 219"/>
                    <a:gd name="T22" fmla="*/ 134 w 218"/>
                    <a:gd name="T23" fmla="*/ 29 h 219"/>
                    <a:gd name="T24" fmla="*/ 155 w 218"/>
                    <a:gd name="T25" fmla="*/ 40 h 219"/>
                    <a:gd name="T26" fmla="*/ 174 w 218"/>
                    <a:gd name="T27" fmla="*/ 56 h 219"/>
                    <a:gd name="T28" fmla="*/ 186 w 218"/>
                    <a:gd name="T29" fmla="*/ 77 h 219"/>
                    <a:gd name="T30" fmla="*/ 192 w 218"/>
                    <a:gd name="T31" fmla="*/ 101 h 219"/>
                    <a:gd name="T32" fmla="*/ 191 w 218"/>
                    <a:gd name="T33" fmla="*/ 125 h 219"/>
                    <a:gd name="T34" fmla="*/ 182 w 218"/>
                    <a:gd name="T35" fmla="*/ 149 h 219"/>
                    <a:gd name="T36" fmla="*/ 168 w 218"/>
                    <a:gd name="T37" fmla="*/ 168 h 219"/>
                    <a:gd name="T38" fmla="*/ 149 w 218"/>
                    <a:gd name="T39" fmla="*/ 183 h 219"/>
                    <a:gd name="T40" fmla="*/ 125 w 218"/>
                    <a:gd name="T41" fmla="*/ 191 h 219"/>
                    <a:gd name="T42" fmla="*/ 109 w 218"/>
                    <a:gd name="T43" fmla="*/ 0 h 219"/>
                    <a:gd name="T44" fmla="*/ 77 w 218"/>
                    <a:gd name="T45" fmla="*/ 4 h 219"/>
                    <a:gd name="T46" fmla="*/ 48 w 218"/>
                    <a:gd name="T47" fmla="*/ 18 h 219"/>
                    <a:gd name="T48" fmla="*/ 25 w 218"/>
                    <a:gd name="T49" fmla="*/ 40 h 219"/>
                    <a:gd name="T50" fmla="*/ 8 w 218"/>
                    <a:gd name="T51" fmla="*/ 66 h 219"/>
                    <a:gd name="T52" fmla="*/ 1 w 218"/>
                    <a:gd name="T53" fmla="*/ 98 h 219"/>
                    <a:gd name="T54" fmla="*/ 2 w 218"/>
                    <a:gd name="T55" fmla="*/ 131 h 219"/>
                    <a:gd name="T56" fmla="*/ 13 w 218"/>
                    <a:gd name="T57" fmla="*/ 161 h 219"/>
                    <a:gd name="T58" fmla="*/ 32 w 218"/>
                    <a:gd name="T59" fmla="*/ 187 h 219"/>
                    <a:gd name="T60" fmla="*/ 57 w 218"/>
                    <a:gd name="T61" fmla="*/ 205 h 219"/>
                    <a:gd name="T62" fmla="*/ 87 w 218"/>
                    <a:gd name="T63" fmla="*/ 217 h 219"/>
                    <a:gd name="T64" fmla="*/ 120 w 218"/>
                    <a:gd name="T65" fmla="*/ 218 h 219"/>
                    <a:gd name="T66" fmla="*/ 151 w 218"/>
                    <a:gd name="T67" fmla="*/ 210 h 219"/>
                    <a:gd name="T68" fmla="*/ 178 w 218"/>
                    <a:gd name="T69" fmla="*/ 193 h 219"/>
                    <a:gd name="T70" fmla="*/ 200 w 218"/>
                    <a:gd name="T71" fmla="*/ 171 h 219"/>
                    <a:gd name="T72" fmla="*/ 213 w 218"/>
                    <a:gd name="T73" fmla="*/ 142 h 219"/>
                    <a:gd name="T74" fmla="*/ 218 w 218"/>
                    <a:gd name="T75" fmla="*/ 109 h 219"/>
                    <a:gd name="T76" fmla="*/ 213 w 218"/>
                    <a:gd name="T77" fmla="*/ 77 h 219"/>
                    <a:gd name="T78" fmla="*/ 200 w 218"/>
                    <a:gd name="T79" fmla="*/ 48 h 219"/>
                    <a:gd name="T80" fmla="*/ 178 w 218"/>
                    <a:gd name="T81" fmla="*/ 25 h 219"/>
                    <a:gd name="T82" fmla="*/ 151 w 218"/>
                    <a:gd name="T83" fmla="*/ 8 h 219"/>
                    <a:gd name="T84" fmla="*/ 120 w 218"/>
                    <a:gd name="T85"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8" h="219">
                      <a:moveTo>
                        <a:pt x="109" y="193"/>
                      </a:moveTo>
                      <a:lnTo>
                        <a:pt x="101" y="193"/>
                      </a:lnTo>
                      <a:lnTo>
                        <a:pt x="92" y="191"/>
                      </a:lnTo>
                      <a:lnTo>
                        <a:pt x="85" y="190"/>
                      </a:lnTo>
                      <a:lnTo>
                        <a:pt x="76" y="187"/>
                      </a:lnTo>
                      <a:lnTo>
                        <a:pt x="70" y="183"/>
                      </a:lnTo>
                      <a:lnTo>
                        <a:pt x="62" y="179"/>
                      </a:lnTo>
                      <a:lnTo>
                        <a:pt x="56" y="174"/>
                      </a:lnTo>
                      <a:lnTo>
                        <a:pt x="50" y="168"/>
                      </a:lnTo>
                      <a:lnTo>
                        <a:pt x="45" y="162"/>
                      </a:lnTo>
                      <a:lnTo>
                        <a:pt x="40" y="156"/>
                      </a:lnTo>
                      <a:lnTo>
                        <a:pt x="35" y="149"/>
                      </a:lnTo>
                      <a:lnTo>
                        <a:pt x="32" y="142"/>
                      </a:lnTo>
                      <a:lnTo>
                        <a:pt x="29" y="134"/>
                      </a:lnTo>
                      <a:lnTo>
                        <a:pt x="27" y="125"/>
                      </a:lnTo>
                      <a:lnTo>
                        <a:pt x="26" y="118"/>
                      </a:lnTo>
                      <a:lnTo>
                        <a:pt x="26" y="109"/>
                      </a:lnTo>
                      <a:lnTo>
                        <a:pt x="26" y="101"/>
                      </a:lnTo>
                      <a:lnTo>
                        <a:pt x="27" y="92"/>
                      </a:lnTo>
                      <a:lnTo>
                        <a:pt x="29" y="85"/>
                      </a:lnTo>
                      <a:lnTo>
                        <a:pt x="32" y="77"/>
                      </a:lnTo>
                      <a:lnTo>
                        <a:pt x="35" y="70"/>
                      </a:lnTo>
                      <a:lnTo>
                        <a:pt x="40" y="62"/>
                      </a:lnTo>
                      <a:lnTo>
                        <a:pt x="45" y="56"/>
                      </a:lnTo>
                      <a:lnTo>
                        <a:pt x="50" y="50"/>
                      </a:lnTo>
                      <a:lnTo>
                        <a:pt x="56" y="45"/>
                      </a:lnTo>
                      <a:lnTo>
                        <a:pt x="62" y="40"/>
                      </a:lnTo>
                      <a:lnTo>
                        <a:pt x="70" y="35"/>
                      </a:lnTo>
                      <a:lnTo>
                        <a:pt x="76" y="32"/>
                      </a:lnTo>
                      <a:lnTo>
                        <a:pt x="85" y="29"/>
                      </a:lnTo>
                      <a:lnTo>
                        <a:pt x="92" y="27"/>
                      </a:lnTo>
                      <a:lnTo>
                        <a:pt x="101" y="26"/>
                      </a:lnTo>
                      <a:lnTo>
                        <a:pt x="109" y="26"/>
                      </a:lnTo>
                      <a:lnTo>
                        <a:pt x="118" y="26"/>
                      </a:lnTo>
                      <a:lnTo>
                        <a:pt x="125" y="27"/>
                      </a:lnTo>
                      <a:lnTo>
                        <a:pt x="134" y="29"/>
                      </a:lnTo>
                      <a:lnTo>
                        <a:pt x="142" y="32"/>
                      </a:lnTo>
                      <a:lnTo>
                        <a:pt x="149" y="35"/>
                      </a:lnTo>
                      <a:lnTo>
                        <a:pt x="155" y="40"/>
                      </a:lnTo>
                      <a:lnTo>
                        <a:pt x="162" y="45"/>
                      </a:lnTo>
                      <a:lnTo>
                        <a:pt x="168" y="50"/>
                      </a:lnTo>
                      <a:lnTo>
                        <a:pt x="174" y="56"/>
                      </a:lnTo>
                      <a:lnTo>
                        <a:pt x="178" y="62"/>
                      </a:lnTo>
                      <a:lnTo>
                        <a:pt x="182" y="70"/>
                      </a:lnTo>
                      <a:lnTo>
                        <a:pt x="186" y="77"/>
                      </a:lnTo>
                      <a:lnTo>
                        <a:pt x="189" y="85"/>
                      </a:lnTo>
                      <a:lnTo>
                        <a:pt x="191" y="92"/>
                      </a:lnTo>
                      <a:lnTo>
                        <a:pt x="192" y="101"/>
                      </a:lnTo>
                      <a:lnTo>
                        <a:pt x="193" y="109"/>
                      </a:lnTo>
                      <a:lnTo>
                        <a:pt x="192" y="118"/>
                      </a:lnTo>
                      <a:lnTo>
                        <a:pt x="191" y="125"/>
                      </a:lnTo>
                      <a:lnTo>
                        <a:pt x="189" y="134"/>
                      </a:lnTo>
                      <a:lnTo>
                        <a:pt x="186" y="142"/>
                      </a:lnTo>
                      <a:lnTo>
                        <a:pt x="182" y="149"/>
                      </a:lnTo>
                      <a:lnTo>
                        <a:pt x="178" y="156"/>
                      </a:lnTo>
                      <a:lnTo>
                        <a:pt x="174" y="162"/>
                      </a:lnTo>
                      <a:lnTo>
                        <a:pt x="168" y="168"/>
                      </a:lnTo>
                      <a:lnTo>
                        <a:pt x="162" y="174"/>
                      </a:lnTo>
                      <a:lnTo>
                        <a:pt x="155" y="179"/>
                      </a:lnTo>
                      <a:lnTo>
                        <a:pt x="149" y="183"/>
                      </a:lnTo>
                      <a:lnTo>
                        <a:pt x="142" y="187"/>
                      </a:lnTo>
                      <a:lnTo>
                        <a:pt x="134" y="190"/>
                      </a:lnTo>
                      <a:lnTo>
                        <a:pt x="125" y="191"/>
                      </a:lnTo>
                      <a:lnTo>
                        <a:pt x="118" y="193"/>
                      </a:lnTo>
                      <a:lnTo>
                        <a:pt x="109" y="193"/>
                      </a:lnTo>
                      <a:close/>
                      <a:moveTo>
                        <a:pt x="109" y="0"/>
                      </a:moveTo>
                      <a:lnTo>
                        <a:pt x="98" y="0"/>
                      </a:lnTo>
                      <a:lnTo>
                        <a:pt x="87" y="2"/>
                      </a:lnTo>
                      <a:lnTo>
                        <a:pt x="77" y="4"/>
                      </a:lnTo>
                      <a:lnTo>
                        <a:pt x="66" y="8"/>
                      </a:lnTo>
                      <a:lnTo>
                        <a:pt x="57" y="13"/>
                      </a:lnTo>
                      <a:lnTo>
                        <a:pt x="48" y="18"/>
                      </a:lnTo>
                      <a:lnTo>
                        <a:pt x="40" y="25"/>
                      </a:lnTo>
                      <a:lnTo>
                        <a:pt x="32" y="32"/>
                      </a:lnTo>
                      <a:lnTo>
                        <a:pt x="25" y="40"/>
                      </a:lnTo>
                      <a:lnTo>
                        <a:pt x="19" y="48"/>
                      </a:lnTo>
                      <a:lnTo>
                        <a:pt x="13" y="57"/>
                      </a:lnTo>
                      <a:lnTo>
                        <a:pt x="8" y="66"/>
                      </a:lnTo>
                      <a:lnTo>
                        <a:pt x="5" y="77"/>
                      </a:lnTo>
                      <a:lnTo>
                        <a:pt x="2" y="87"/>
                      </a:lnTo>
                      <a:lnTo>
                        <a:pt x="1" y="98"/>
                      </a:lnTo>
                      <a:lnTo>
                        <a:pt x="0" y="109"/>
                      </a:lnTo>
                      <a:lnTo>
                        <a:pt x="1" y="120"/>
                      </a:lnTo>
                      <a:lnTo>
                        <a:pt x="2" y="131"/>
                      </a:lnTo>
                      <a:lnTo>
                        <a:pt x="5" y="142"/>
                      </a:lnTo>
                      <a:lnTo>
                        <a:pt x="8" y="151"/>
                      </a:lnTo>
                      <a:lnTo>
                        <a:pt x="13" y="161"/>
                      </a:lnTo>
                      <a:lnTo>
                        <a:pt x="19" y="171"/>
                      </a:lnTo>
                      <a:lnTo>
                        <a:pt x="25" y="178"/>
                      </a:lnTo>
                      <a:lnTo>
                        <a:pt x="32" y="187"/>
                      </a:lnTo>
                      <a:lnTo>
                        <a:pt x="40" y="193"/>
                      </a:lnTo>
                      <a:lnTo>
                        <a:pt x="48" y="200"/>
                      </a:lnTo>
                      <a:lnTo>
                        <a:pt x="57" y="205"/>
                      </a:lnTo>
                      <a:lnTo>
                        <a:pt x="66" y="210"/>
                      </a:lnTo>
                      <a:lnTo>
                        <a:pt x="77" y="214"/>
                      </a:lnTo>
                      <a:lnTo>
                        <a:pt x="87" y="217"/>
                      </a:lnTo>
                      <a:lnTo>
                        <a:pt x="98" y="218"/>
                      </a:lnTo>
                      <a:lnTo>
                        <a:pt x="109" y="219"/>
                      </a:lnTo>
                      <a:lnTo>
                        <a:pt x="120" y="218"/>
                      </a:lnTo>
                      <a:lnTo>
                        <a:pt x="131" y="217"/>
                      </a:lnTo>
                      <a:lnTo>
                        <a:pt x="142" y="214"/>
                      </a:lnTo>
                      <a:lnTo>
                        <a:pt x="151" y="210"/>
                      </a:lnTo>
                      <a:lnTo>
                        <a:pt x="161" y="205"/>
                      </a:lnTo>
                      <a:lnTo>
                        <a:pt x="169" y="200"/>
                      </a:lnTo>
                      <a:lnTo>
                        <a:pt x="178" y="193"/>
                      </a:lnTo>
                      <a:lnTo>
                        <a:pt x="187" y="187"/>
                      </a:lnTo>
                      <a:lnTo>
                        <a:pt x="193" y="178"/>
                      </a:lnTo>
                      <a:lnTo>
                        <a:pt x="200" y="171"/>
                      </a:lnTo>
                      <a:lnTo>
                        <a:pt x="205" y="161"/>
                      </a:lnTo>
                      <a:lnTo>
                        <a:pt x="209" y="151"/>
                      </a:lnTo>
                      <a:lnTo>
                        <a:pt x="213" y="142"/>
                      </a:lnTo>
                      <a:lnTo>
                        <a:pt x="216" y="131"/>
                      </a:lnTo>
                      <a:lnTo>
                        <a:pt x="218" y="120"/>
                      </a:lnTo>
                      <a:lnTo>
                        <a:pt x="218" y="109"/>
                      </a:lnTo>
                      <a:lnTo>
                        <a:pt x="218" y="98"/>
                      </a:lnTo>
                      <a:lnTo>
                        <a:pt x="216" y="87"/>
                      </a:lnTo>
                      <a:lnTo>
                        <a:pt x="213" y="77"/>
                      </a:lnTo>
                      <a:lnTo>
                        <a:pt x="209" y="66"/>
                      </a:lnTo>
                      <a:lnTo>
                        <a:pt x="205" y="57"/>
                      </a:lnTo>
                      <a:lnTo>
                        <a:pt x="200" y="48"/>
                      </a:lnTo>
                      <a:lnTo>
                        <a:pt x="193" y="40"/>
                      </a:lnTo>
                      <a:lnTo>
                        <a:pt x="187" y="32"/>
                      </a:lnTo>
                      <a:lnTo>
                        <a:pt x="178" y="25"/>
                      </a:lnTo>
                      <a:lnTo>
                        <a:pt x="169" y="18"/>
                      </a:lnTo>
                      <a:lnTo>
                        <a:pt x="161" y="13"/>
                      </a:lnTo>
                      <a:lnTo>
                        <a:pt x="151" y="8"/>
                      </a:lnTo>
                      <a:lnTo>
                        <a:pt x="142" y="4"/>
                      </a:lnTo>
                      <a:lnTo>
                        <a:pt x="131" y="2"/>
                      </a:lnTo>
                      <a:lnTo>
                        <a:pt x="120" y="0"/>
                      </a:lnTo>
                      <a:lnTo>
                        <a:pt x="1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iśļîḑe"/>
                <p:cNvSpPr/>
                <p:nvPr/>
              </p:nvSpPr>
              <p:spPr bwMode="auto">
                <a:xfrm>
                  <a:off x="1763713" y="3278188"/>
                  <a:ext cx="49213" cy="47625"/>
                </a:xfrm>
                <a:custGeom>
                  <a:avLst/>
                  <a:gdLst>
                    <a:gd name="T0" fmla="*/ 54 w 122"/>
                    <a:gd name="T1" fmla="*/ 96 h 121"/>
                    <a:gd name="T2" fmla="*/ 41 w 122"/>
                    <a:gd name="T3" fmla="*/ 90 h 121"/>
                    <a:gd name="T4" fmla="*/ 31 w 122"/>
                    <a:gd name="T5" fmla="*/ 81 h 121"/>
                    <a:gd name="T6" fmla="*/ 26 w 122"/>
                    <a:gd name="T7" fmla="*/ 68 h 121"/>
                    <a:gd name="T8" fmla="*/ 26 w 122"/>
                    <a:gd name="T9" fmla="*/ 54 h 121"/>
                    <a:gd name="T10" fmla="*/ 31 w 122"/>
                    <a:gd name="T11" fmla="*/ 41 h 121"/>
                    <a:gd name="T12" fmla="*/ 41 w 122"/>
                    <a:gd name="T13" fmla="*/ 31 h 121"/>
                    <a:gd name="T14" fmla="*/ 54 w 122"/>
                    <a:gd name="T15" fmla="*/ 26 h 121"/>
                    <a:gd name="T16" fmla="*/ 68 w 122"/>
                    <a:gd name="T17" fmla="*/ 26 h 121"/>
                    <a:gd name="T18" fmla="*/ 81 w 122"/>
                    <a:gd name="T19" fmla="*/ 31 h 121"/>
                    <a:gd name="T20" fmla="*/ 90 w 122"/>
                    <a:gd name="T21" fmla="*/ 41 h 121"/>
                    <a:gd name="T22" fmla="*/ 96 w 122"/>
                    <a:gd name="T23" fmla="*/ 54 h 121"/>
                    <a:gd name="T24" fmla="*/ 96 w 122"/>
                    <a:gd name="T25" fmla="*/ 68 h 121"/>
                    <a:gd name="T26" fmla="*/ 90 w 122"/>
                    <a:gd name="T27" fmla="*/ 81 h 121"/>
                    <a:gd name="T28" fmla="*/ 81 w 122"/>
                    <a:gd name="T29" fmla="*/ 90 h 121"/>
                    <a:gd name="T30" fmla="*/ 68 w 122"/>
                    <a:gd name="T31" fmla="*/ 96 h 121"/>
                    <a:gd name="T32" fmla="*/ 61 w 122"/>
                    <a:gd name="T33" fmla="*/ 0 h 121"/>
                    <a:gd name="T34" fmla="*/ 49 w 122"/>
                    <a:gd name="T35" fmla="*/ 1 h 121"/>
                    <a:gd name="T36" fmla="*/ 38 w 122"/>
                    <a:gd name="T37" fmla="*/ 4 h 121"/>
                    <a:gd name="T38" fmla="*/ 27 w 122"/>
                    <a:gd name="T39" fmla="*/ 11 h 121"/>
                    <a:gd name="T40" fmla="*/ 19 w 122"/>
                    <a:gd name="T41" fmla="*/ 18 h 121"/>
                    <a:gd name="T42" fmla="*/ 11 w 122"/>
                    <a:gd name="T43" fmla="*/ 27 h 121"/>
                    <a:gd name="T44" fmla="*/ 5 w 122"/>
                    <a:gd name="T45" fmla="*/ 38 h 121"/>
                    <a:gd name="T46" fmla="*/ 1 w 122"/>
                    <a:gd name="T47" fmla="*/ 48 h 121"/>
                    <a:gd name="T48" fmla="*/ 0 w 122"/>
                    <a:gd name="T49" fmla="*/ 61 h 121"/>
                    <a:gd name="T50" fmla="*/ 1 w 122"/>
                    <a:gd name="T51" fmla="*/ 73 h 121"/>
                    <a:gd name="T52" fmla="*/ 5 w 122"/>
                    <a:gd name="T53" fmla="*/ 85 h 121"/>
                    <a:gd name="T54" fmla="*/ 11 w 122"/>
                    <a:gd name="T55" fmla="*/ 96 h 121"/>
                    <a:gd name="T56" fmla="*/ 19 w 122"/>
                    <a:gd name="T57" fmla="*/ 104 h 121"/>
                    <a:gd name="T58" fmla="*/ 27 w 122"/>
                    <a:gd name="T59" fmla="*/ 112 h 121"/>
                    <a:gd name="T60" fmla="*/ 38 w 122"/>
                    <a:gd name="T61" fmla="*/ 117 h 121"/>
                    <a:gd name="T62" fmla="*/ 49 w 122"/>
                    <a:gd name="T63" fmla="*/ 120 h 121"/>
                    <a:gd name="T64" fmla="*/ 61 w 122"/>
                    <a:gd name="T65" fmla="*/ 121 h 121"/>
                    <a:gd name="T66" fmla="*/ 73 w 122"/>
                    <a:gd name="T67" fmla="*/ 120 h 121"/>
                    <a:gd name="T68" fmla="*/ 85 w 122"/>
                    <a:gd name="T69" fmla="*/ 117 h 121"/>
                    <a:gd name="T70" fmla="*/ 95 w 122"/>
                    <a:gd name="T71" fmla="*/ 112 h 121"/>
                    <a:gd name="T72" fmla="*/ 104 w 122"/>
                    <a:gd name="T73" fmla="*/ 104 h 121"/>
                    <a:gd name="T74" fmla="*/ 112 w 122"/>
                    <a:gd name="T75" fmla="*/ 96 h 121"/>
                    <a:gd name="T76" fmla="*/ 117 w 122"/>
                    <a:gd name="T77" fmla="*/ 85 h 121"/>
                    <a:gd name="T78" fmla="*/ 121 w 122"/>
                    <a:gd name="T79" fmla="*/ 73 h 121"/>
                    <a:gd name="T80" fmla="*/ 122 w 122"/>
                    <a:gd name="T81" fmla="*/ 61 h 121"/>
                    <a:gd name="T82" fmla="*/ 121 w 122"/>
                    <a:gd name="T83" fmla="*/ 48 h 121"/>
                    <a:gd name="T84" fmla="*/ 117 w 122"/>
                    <a:gd name="T85" fmla="*/ 38 h 121"/>
                    <a:gd name="T86" fmla="*/ 112 w 122"/>
                    <a:gd name="T87" fmla="*/ 27 h 121"/>
                    <a:gd name="T88" fmla="*/ 104 w 122"/>
                    <a:gd name="T89" fmla="*/ 18 h 121"/>
                    <a:gd name="T90" fmla="*/ 95 w 122"/>
                    <a:gd name="T91" fmla="*/ 11 h 121"/>
                    <a:gd name="T92" fmla="*/ 85 w 122"/>
                    <a:gd name="T93" fmla="*/ 4 h 121"/>
                    <a:gd name="T94" fmla="*/ 73 w 122"/>
                    <a:gd name="T95" fmla="*/ 1 h 121"/>
                    <a:gd name="T96" fmla="*/ 61 w 122"/>
                    <a:gd name="T9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21">
                      <a:moveTo>
                        <a:pt x="61" y="97"/>
                      </a:moveTo>
                      <a:lnTo>
                        <a:pt x="54" y="96"/>
                      </a:lnTo>
                      <a:lnTo>
                        <a:pt x="47" y="93"/>
                      </a:lnTo>
                      <a:lnTo>
                        <a:pt x="41" y="90"/>
                      </a:lnTo>
                      <a:lnTo>
                        <a:pt x="36" y="86"/>
                      </a:lnTo>
                      <a:lnTo>
                        <a:pt x="31" y="81"/>
                      </a:lnTo>
                      <a:lnTo>
                        <a:pt x="28" y="75"/>
                      </a:lnTo>
                      <a:lnTo>
                        <a:pt x="26" y="68"/>
                      </a:lnTo>
                      <a:lnTo>
                        <a:pt x="26" y="61"/>
                      </a:lnTo>
                      <a:lnTo>
                        <a:pt x="26" y="54"/>
                      </a:lnTo>
                      <a:lnTo>
                        <a:pt x="28" y="47"/>
                      </a:lnTo>
                      <a:lnTo>
                        <a:pt x="31" y="41"/>
                      </a:lnTo>
                      <a:lnTo>
                        <a:pt x="36" y="35"/>
                      </a:lnTo>
                      <a:lnTo>
                        <a:pt x="41" y="31"/>
                      </a:lnTo>
                      <a:lnTo>
                        <a:pt x="47" y="28"/>
                      </a:lnTo>
                      <a:lnTo>
                        <a:pt x="54" y="26"/>
                      </a:lnTo>
                      <a:lnTo>
                        <a:pt x="61" y="25"/>
                      </a:lnTo>
                      <a:lnTo>
                        <a:pt x="68" y="26"/>
                      </a:lnTo>
                      <a:lnTo>
                        <a:pt x="75" y="28"/>
                      </a:lnTo>
                      <a:lnTo>
                        <a:pt x="81" y="31"/>
                      </a:lnTo>
                      <a:lnTo>
                        <a:pt x="86" y="35"/>
                      </a:lnTo>
                      <a:lnTo>
                        <a:pt x="90" y="41"/>
                      </a:lnTo>
                      <a:lnTo>
                        <a:pt x="94" y="47"/>
                      </a:lnTo>
                      <a:lnTo>
                        <a:pt x="96" y="54"/>
                      </a:lnTo>
                      <a:lnTo>
                        <a:pt x="97" y="61"/>
                      </a:lnTo>
                      <a:lnTo>
                        <a:pt x="96" y="68"/>
                      </a:lnTo>
                      <a:lnTo>
                        <a:pt x="94" y="75"/>
                      </a:lnTo>
                      <a:lnTo>
                        <a:pt x="90" y="81"/>
                      </a:lnTo>
                      <a:lnTo>
                        <a:pt x="86" y="86"/>
                      </a:lnTo>
                      <a:lnTo>
                        <a:pt x="81" y="90"/>
                      </a:lnTo>
                      <a:lnTo>
                        <a:pt x="75" y="93"/>
                      </a:lnTo>
                      <a:lnTo>
                        <a:pt x="68" y="96"/>
                      </a:lnTo>
                      <a:lnTo>
                        <a:pt x="61" y="97"/>
                      </a:lnTo>
                      <a:close/>
                      <a:moveTo>
                        <a:pt x="61" y="0"/>
                      </a:moveTo>
                      <a:lnTo>
                        <a:pt x="55" y="0"/>
                      </a:lnTo>
                      <a:lnTo>
                        <a:pt x="49" y="1"/>
                      </a:lnTo>
                      <a:lnTo>
                        <a:pt x="43" y="2"/>
                      </a:lnTo>
                      <a:lnTo>
                        <a:pt x="38" y="4"/>
                      </a:lnTo>
                      <a:lnTo>
                        <a:pt x="32" y="8"/>
                      </a:lnTo>
                      <a:lnTo>
                        <a:pt x="27" y="11"/>
                      </a:lnTo>
                      <a:lnTo>
                        <a:pt x="23" y="14"/>
                      </a:lnTo>
                      <a:lnTo>
                        <a:pt x="19" y="18"/>
                      </a:lnTo>
                      <a:lnTo>
                        <a:pt x="14" y="23"/>
                      </a:lnTo>
                      <a:lnTo>
                        <a:pt x="11" y="27"/>
                      </a:lnTo>
                      <a:lnTo>
                        <a:pt x="8" y="32"/>
                      </a:lnTo>
                      <a:lnTo>
                        <a:pt x="5" y="38"/>
                      </a:lnTo>
                      <a:lnTo>
                        <a:pt x="3" y="43"/>
                      </a:lnTo>
                      <a:lnTo>
                        <a:pt x="1" y="48"/>
                      </a:lnTo>
                      <a:lnTo>
                        <a:pt x="0" y="55"/>
                      </a:lnTo>
                      <a:lnTo>
                        <a:pt x="0" y="61"/>
                      </a:lnTo>
                      <a:lnTo>
                        <a:pt x="0" y="67"/>
                      </a:lnTo>
                      <a:lnTo>
                        <a:pt x="1" y="73"/>
                      </a:lnTo>
                      <a:lnTo>
                        <a:pt x="3" y="79"/>
                      </a:lnTo>
                      <a:lnTo>
                        <a:pt x="5" y="85"/>
                      </a:lnTo>
                      <a:lnTo>
                        <a:pt x="8" y="90"/>
                      </a:lnTo>
                      <a:lnTo>
                        <a:pt x="11" y="96"/>
                      </a:lnTo>
                      <a:lnTo>
                        <a:pt x="14" y="100"/>
                      </a:lnTo>
                      <a:lnTo>
                        <a:pt x="19" y="104"/>
                      </a:lnTo>
                      <a:lnTo>
                        <a:pt x="23" y="108"/>
                      </a:lnTo>
                      <a:lnTo>
                        <a:pt x="27" y="112"/>
                      </a:lnTo>
                      <a:lnTo>
                        <a:pt x="32" y="115"/>
                      </a:lnTo>
                      <a:lnTo>
                        <a:pt x="38" y="117"/>
                      </a:lnTo>
                      <a:lnTo>
                        <a:pt x="43" y="119"/>
                      </a:lnTo>
                      <a:lnTo>
                        <a:pt x="49" y="120"/>
                      </a:lnTo>
                      <a:lnTo>
                        <a:pt x="55" y="121"/>
                      </a:lnTo>
                      <a:lnTo>
                        <a:pt x="61" y="121"/>
                      </a:lnTo>
                      <a:lnTo>
                        <a:pt x="68" y="121"/>
                      </a:lnTo>
                      <a:lnTo>
                        <a:pt x="73" y="120"/>
                      </a:lnTo>
                      <a:lnTo>
                        <a:pt x="80" y="119"/>
                      </a:lnTo>
                      <a:lnTo>
                        <a:pt x="85" y="117"/>
                      </a:lnTo>
                      <a:lnTo>
                        <a:pt x="90" y="115"/>
                      </a:lnTo>
                      <a:lnTo>
                        <a:pt x="95" y="112"/>
                      </a:lnTo>
                      <a:lnTo>
                        <a:pt x="100" y="108"/>
                      </a:lnTo>
                      <a:lnTo>
                        <a:pt x="104" y="104"/>
                      </a:lnTo>
                      <a:lnTo>
                        <a:pt x="108" y="100"/>
                      </a:lnTo>
                      <a:lnTo>
                        <a:pt x="112" y="96"/>
                      </a:lnTo>
                      <a:lnTo>
                        <a:pt x="115" y="90"/>
                      </a:lnTo>
                      <a:lnTo>
                        <a:pt x="117" y="85"/>
                      </a:lnTo>
                      <a:lnTo>
                        <a:pt x="119" y="79"/>
                      </a:lnTo>
                      <a:lnTo>
                        <a:pt x="121" y="73"/>
                      </a:lnTo>
                      <a:lnTo>
                        <a:pt x="122" y="67"/>
                      </a:lnTo>
                      <a:lnTo>
                        <a:pt x="122" y="61"/>
                      </a:lnTo>
                      <a:lnTo>
                        <a:pt x="122" y="55"/>
                      </a:lnTo>
                      <a:lnTo>
                        <a:pt x="121" y="48"/>
                      </a:lnTo>
                      <a:lnTo>
                        <a:pt x="119" y="43"/>
                      </a:lnTo>
                      <a:lnTo>
                        <a:pt x="117" y="38"/>
                      </a:lnTo>
                      <a:lnTo>
                        <a:pt x="115" y="32"/>
                      </a:lnTo>
                      <a:lnTo>
                        <a:pt x="112" y="27"/>
                      </a:lnTo>
                      <a:lnTo>
                        <a:pt x="108" y="23"/>
                      </a:lnTo>
                      <a:lnTo>
                        <a:pt x="104" y="18"/>
                      </a:lnTo>
                      <a:lnTo>
                        <a:pt x="100" y="14"/>
                      </a:lnTo>
                      <a:lnTo>
                        <a:pt x="95" y="11"/>
                      </a:lnTo>
                      <a:lnTo>
                        <a:pt x="90" y="8"/>
                      </a:lnTo>
                      <a:lnTo>
                        <a:pt x="85" y="4"/>
                      </a:lnTo>
                      <a:lnTo>
                        <a:pt x="80" y="2"/>
                      </a:lnTo>
                      <a:lnTo>
                        <a:pt x="73" y="1"/>
                      </a:lnTo>
                      <a:lnTo>
                        <a:pt x="68" y="0"/>
                      </a:lnTo>
                      <a:lnTo>
                        <a:pt x="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îşļíḑè"/>
                <p:cNvSpPr/>
                <p:nvPr/>
              </p:nvSpPr>
              <p:spPr bwMode="auto">
                <a:xfrm>
                  <a:off x="1547813" y="3330576"/>
                  <a:ext cx="212725" cy="212725"/>
                </a:xfrm>
                <a:custGeom>
                  <a:avLst/>
                  <a:gdLst>
                    <a:gd name="T0" fmla="*/ 407 w 535"/>
                    <a:gd name="T1" fmla="*/ 408 h 536"/>
                    <a:gd name="T2" fmla="*/ 367 w 535"/>
                    <a:gd name="T3" fmla="*/ 436 h 536"/>
                    <a:gd name="T4" fmla="*/ 330 w 535"/>
                    <a:gd name="T5" fmla="*/ 452 h 536"/>
                    <a:gd name="T6" fmla="*/ 321 w 535"/>
                    <a:gd name="T7" fmla="*/ 465 h 536"/>
                    <a:gd name="T8" fmla="*/ 217 w 535"/>
                    <a:gd name="T9" fmla="*/ 461 h 536"/>
                    <a:gd name="T10" fmla="*/ 199 w 535"/>
                    <a:gd name="T11" fmla="*/ 449 h 536"/>
                    <a:gd name="T12" fmla="*/ 163 w 535"/>
                    <a:gd name="T13" fmla="*/ 432 h 536"/>
                    <a:gd name="T14" fmla="*/ 134 w 535"/>
                    <a:gd name="T15" fmla="*/ 409 h 536"/>
                    <a:gd name="T16" fmla="*/ 82 w 535"/>
                    <a:gd name="T17" fmla="*/ 433 h 536"/>
                    <a:gd name="T18" fmla="*/ 75 w 535"/>
                    <a:gd name="T19" fmla="*/ 316 h 536"/>
                    <a:gd name="T20" fmla="*/ 72 w 535"/>
                    <a:gd name="T21" fmla="*/ 287 h 536"/>
                    <a:gd name="T22" fmla="*/ 72 w 535"/>
                    <a:gd name="T23" fmla="*/ 246 h 536"/>
                    <a:gd name="T24" fmla="*/ 75 w 535"/>
                    <a:gd name="T25" fmla="*/ 217 h 536"/>
                    <a:gd name="T26" fmla="*/ 82 w 535"/>
                    <a:gd name="T27" fmla="*/ 99 h 536"/>
                    <a:gd name="T28" fmla="*/ 134 w 535"/>
                    <a:gd name="T29" fmla="*/ 124 h 536"/>
                    <a:gd name="T30" fmla="*/ 163 w 535"/>
                    <a:gd name="T31" fmla="*/ 101 h 536"/>
                    <a:gd name="T32" fmla="*/ 199 w 535"/>
                    <a:gd name="T33" fmla="*/ 84 h 536"/>
                    <a:gd name="T34" fmla="*/ 217 w 535"/>
                    <a:gd name="T35" fmla="*/ 72 h 536"/>
                    <a:gd name="T36" fmla="*/ 321 w 535"/>
                    <a:gd name="T37" fmla="*/ 68 h 536"/>
                    <a:gd name="T38" fmla="*/ 330 w 535"/>
                    <a:gd name="T39" fmla="*/ 81 h 536"/>
                    <a:gd name="T40" fmla="*/ 367 w 535"/>
                    <a:gd name="T41" fmla="*/ 97 h 536"/>
                    <a:gd name="T42" fmla="*/ 407 w 535"/>
                    <a:gd name="T43" fmla="*/ 124 h 536"/>
                    <a:gd name="T44" fmla="*/ 505 w 535"/>
                    <a:gd name="T45" fmla="*/ 188 h 536"/>
                    <a:gd name="T46" fmla="*/ 458 w 535"/>
                    <a:gd name="T47" fmla="*/ 221 h 536"/>
                    <a:gd name="T48" fmla="*/ 463 w 535"/>
                    <a:gd name="T49" fmla="*/ 256 h 536"/>
                    <a:gd name="T50" fmla="*/ 461 w 535"/>
                    <a:gd name="T51" fmla="*/ 297 h 536"/>
                    <a:gd name="T52" fmla="*/ 462 w 535"/>
                    <a:gd name="T53" fmla="*/ 319 h 536"/>
                    <a:gd name="T54" fmla="*/ 528 w 535"/>
                    <a:gd name="T55" fmla="*/ 329 h 536"/>
                    <a:gd name="T56" fmla="*/ 489 w 535"/>
                    <a:gd name="T57" fmla="*/ 276 h 536"/>
                    <a:gd name="T58" fmla="*/ 486 w 535"/>
                    <a:gd name="T59" fmla="*/ 238 h 536"/>
                    <a:gd name="T60" fmla="*/ 534 w 535"/>
                    <a:gd name="T61" fmla="*/ 197 h 536"/>
                    <a:gd name="T62" fmla="*/ 467 w 535"/>
                    <a:gd name="T63" fmla="*/ 74 h 536"/>
                    <a:gd name="T64" fmla="*/ 455 w 535"/>
                    <a:gd name="T65" fmla="*/ 70 h 536"/>
                    <a:gd name="T66" fmla="*/ 380 w 535"/>
                    <a:gd name="T67" fmla="*/ 74 h 536"/>
                    <a:gd name="T68" fmla="*/ 346 w 535"/>
                    <a:gd name="T69" fmla="*/ 8 h 536"/>
                    <a:gd name="T70" fmla="*/ 205 w 535"/>
                    <a:gd name="T71" fmla="*/ 0 h 536"/>
                    <a:gd name="T72" fmla="*/ 192 w 535"/>
                    <a:gd name="T73" fmla="*/ 13 h 536"/>
                    <a:gd name="T74" fmla="*/ 143 w 535"/>
                    <a:gd name="T75" fmla="*/ 84 h 536"/>
                    <a:gd name="T76" fmla="*/ 74 w 535"/>
                    <a:gd name="T77" fmla="*/ 70 h 536"/>
                    <a:gd name="T78" fmla="*/ 0 w 535"/>
                    <a:gd name="T79" fmla="*/ 191 h 536"/>
                    <a:gd name="T80" fmla="*/ 49 w 535"/>
                    <a:gd name="T81" fmla="*/ 229 h 536"/>
                    <a:gd name="T82" fmla="*/ 46 w 535"/>
                    <a:gd name="T83" fmla="*/ 266 h 536"/>
                    <a:gd name="T84" fmla="*/ 48 w 535"/>
                    <a:gd name="T85" fmla="*/ 303 h 536"/>
                    <a:gd name="T86" fmla="*/ 0 w 535"/>
                    <a:gd name="T87" fmla="*/ 340 h 536"/>
                    <a:gd name="T88" fmla="*/ 73 w 535"/>
                    <a:gd name="T89" fmla="*/ 463 h 536"/>
                    <a:gd name="T90" fmla="*/ 143 w 535"/>
                    <a:gd name="T91" fmla="*/ 449 h 536"/>
                    <a:gd name="T92" fmla="*/ 192 w 535"/>
                    <a:gd name="T93" fmla="*/ 523 h 536"/>
                    <a:gd name="T94" fmla="*/ 205 w 535"/>
                    <a:gd name="T95" fmla="*/ 536 h 536"/>
                    <a:gd name="T96" fmla="*/ 346 w 535"/>
                    <a:gd name="T97" fmla="*/ 528 h 536"/>
                    <a:gd name="T98" fmla="*/ 364 w 535"/>
                    <a:gd name="T99" fmla="*/ 467 h 536"/>
                    <a:gd name="T100" fmla="*/ 409 w 535"/>
                    <a:gd name="T101" fmla="*/ 437 h 536"/>
                    <a:gd name="T102" fmla="*/ 458 w 535"/>
                    <a:gd name="T103" fmla="*/ 463 h 536"/>
                    <a:gd name="T104" fmla="*/ 467 w 535"/>
                    <a:gd name="T105" fmla="*/ 459 h 536"/>
                    <a:gd name="T106" fmla="*/ 535 w 535"/>
                    <a:gd name="T107" fmla="*/ 335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5" h="536">
                      <a:moveTo>
                        <a:pt x="453" y="433"/>
                      </a:moveTo>
                      <a:lnTo>
                        <a:pt x="414" y="410"/>
                      </a:lnTo>
                      <a:lnTo>
                        <a:pt x="410" y="409"/>
                      </a:lnTo>
                      <a:lnTo>
                        <a:pt x="407" y="408"/>
                      </a:lnTo>
                      <a:lnTo>
                        <a:pt x="403" y="409"/>
                      </a:lnTo>
                      <a:lnTo>
                        <a:pt x="399" y="411"/>
                      </a:lnTo>
                      <a:lnTo>
                        <a:pt x="383" y="424"/>
                      </a:lnTo>
                      <a:lnTo>
                        <a:pt x="367" y="436"/>
                      </a:lnTo>
                      <a:lnTo>
                        <a:pt x="359" y="441"/>
                      </a:lnTo>
                      <a:lnTo>
                        <a:pt x="350" y="446"/>
                      </a:lnTo>
                      <a:lnTo>
                        <a:pt x="340" y="449"/>
                      </a:lnTo>
                      <a:lnTo>
                        <a:pt x="330" y="452"/>
                      </a:lnTo>
                      <a:lnTo>
                        <a:pt x="326" y="454"/>
                      </a:lnTo>
                      <a:lnTo>
                        <a:pt x="323" y="457"/>
                      </a:lnTo>
                      <a:lnTo>
                        <a:pt x="321" y="461"/>
                      </a:lnTo>
                      <a:lnTo>
                        <a:pt x="321" y="465"/>
                      </a:lnTo>
                      <a:lnTo>
                        <a:pt x="321" y="511"/>
                      </a:lnTo>
                      <a:lnTo>
                        <a:pt x="218" y="511"/>
                      </a:lnTo>
                      <a:lnTo>
                        <a:pt x="218" y="465"/>
                      </a:lnTo>
                      <a:lnTo>
                        <a:pt x="217" y="461"/>
                      </a:lnTo>
                      <a:lnTo>
                        <a:pt x="216" y="457"/>
                      </a:lnTo>
                      <a:lnTo>
                        <a:pt x="213" y="454"/>
                      </a:lnTo>
                      <a:lnTo>
                        <a:pt x="208" y="452"/>
                      </a:lnTo>
                      <a:lnTo>
                        <a:pt x="199" y="449"/>
                      </a:lnTo>
                      <a:lnTo>
                        <a:pt x="189" y="446"/>
                      </a:lnTo>
                      <a:lnTo>
                        <a:pt x="180" y="441"/>
                      </a:lnTo>
                      <a:lnTo>
                        <a:pt x="172" y="437"/>
                      </a:lnTo>
                      <a:lnTo>
                        <a:pt x="163" y="432"/>
                      </a:lnTo>
                      <a:lnTo>
                        <a:pt x="155" y="425"/>
                      </a:lnTo>
                      <a:lnTo>
                        <a:pt x="146" y="419"/>
                      </a:lnTo>
                      <a:lnTo>
                        <a:pt x="137" y="411"/>
                      </a:lnTo>
                      <a:lnTo>
                        <a:pt x="134" y="409"/>
                      </a:lnTo>
                      <a:lnTo>
                        <a:pt x="130" y="408"/>
                      </a:lnTo>
                      <a:lnTo>
                        <a:pt x="126" y="409"/>
                      </a:lnTo>
                      <a:lnTo>
                        <a:pt x="122" y="410"/>
                      </a:lnTo>
                      <a:lnTo>
                        <a:pt x="82" y="433"/>
                      </a:lnTo>
                      <a:lnTo>
                        <a:pt x="30" y="344"/>
                      </a:lnTo>
                      <a:lnTo>
                        <a:pt x="70" y="321"/>
                      </a:lnTo>
                      <a:lnTo>
                        <a:pt x="73" y="319"/>
                      </a:lnTo>
                      <a:lnTo>
                        <a:pt x="75" y="316"/>
                      </a:lnTo>
                      <a:lnTo>
                        <a:pt x="75" y="311"/>
                      </a:lnTo>
                      <a:lnTo>
                        <a:pt x="75" y="307"/>
                      </a:lnTo>
                      <a:lnTo>
                        <a:pt x="74" y="297"/>
                      </a:lnTo>
                      <a:lnTo>
                        <a:pt x="72" y="287"/>
                      </a:lnTo>
                      <a:lnTo>
                        <a:pt x="72" y="277"/>
                      </a:lnTo>
                      <a:lnTo>
                        <a:pt x="71" y="266"/>
                      </a:lnTo>
                      <a:lnTo>
                        <a:pt x="72" y="257"/>
                      </a:lnTo>
                      <a:lnTo>
                        <a:pt x="72" y="246"/>
                      </a:lnTo>
                      <a:lnTo>
                        <a:pt x="74" y="236"/>
                      </a:lnTo>
                      <a:lnTo>
                        <a:pt x="75" y="226"/>
                      </a:lnTo>
                      <a:lnTo>
                        <a:pt x="76" y="221"/>
                      </a:lnTo>
                      <a:lnTo>
                        <a:pt x="75" y="217"/>
                      </a:lnTo>
                      <a:lnTo>
                        <a:pt x="73" y="214"/>
                      </a:lnTo>
                      <a:lnTo>
                        <a:pt x="70" y="212"/>
                      </a:lnTo>
                      <a:lnTo>
                        <a:pt x="30" y="188"/>
                      </a:lnTo>
                      <a:lnTo>
                        <a:pt x="82" y="99"/>
                      </a:lnTo>
                      <a:lnTo>
                        <a:pt x="122" y="122"/>
                      </a:lnTo>
                      <a:lnTo>
                        <a:pt x="126" y="124"/>
                      </a:lnTo>
                      <a:lnTo>
                        <a:pt x="130" y="124"/>
                      </a:lnTo>
                      <a:lnTo>
                        <a:pt x="134" y="124"/>
                      </a:lnTo>
                      <a:lnTo>
                        <a:pt x="137" y="121"/>
                      </a:lnTo>
                      <a:lnTo>
                        <a:pt x="146" y="114"/>
                      </a:lnTo>
                      <a:lnTo>
                        <a:pt x="155" y="106"/>
                      </a:lnTo>
                      <a:lnTo>
                        <a:pt x="163" y="101"/>
                      </a:lnTo>
                      <a:lnTo>
                        <a:pt x="172" y="96"/>
                      </a:lnTo>
                      <a:lnTo>
                        <a:pt x="180" y="91"/>
                      </a:lnTo>
                      <a:lnTo>
                        <a:pt x="189" y="87"/>
                      </a:lnTo>
                      <a:lnTo>
                        <a:pt x="199" y="84"/>
                      </a:lnTo>
                      <a:lnTo>
                        <a:pt x="208" y="81"/>
                      </a:lnTo>
                      <a:lnTo>
                        <a:pt x="213" y="78"/>
                      </a:lnTo>
                      <a:lnTo>
                        <a:pt x="215" y="76"/>
                      </a:lnTo>
                      <a:lnTo>
                        <a:pt x="217" y="72"/>
                      </a:lnTo>
                      <a:lnTo>
                        <a:pt x="218" y="68"/>
                      </a:lnTo>
                      <a:lnTo>
                        <a:pt x="218" y="26"/>
                      </a:lnTo>
                      <a:lnTo>
                        <a:pt x="321" y="26"/>
                      </a:lnTo>
                      <a:lnTo>
                        <a:pt x="321" y="68"/>
                      </a:lnTo>
                      <a:lnTo>
                        <a:pt x="321" y="72"/>
                      </a:lnTo>
                      <a:lnTo>
                        <a:pt x="323" y="76"/>
                      </a:lnTo>
                      <a:lnTo>
                        <a:pt x="326" y="78"/>
                      </a:lnTo>
                      <a:lnTo>
                        <a:pt x="330" y="81"/>
                      </a:lnTo>
                      <a:lnTo>
                        <a:pt x="340" y="84"/>
                      </a:lnTo>
                      <a:lnTo>
                        <a:pt x="350" y="87"/>
                      </a:lnTo>
                      <a:lnTo>
                        <a:pt x="360" y="91"/>
                      </a:lnTo>
                      <a:lnTo>
                        <a:pt x="367" y="97"/>
                      </a:lnTo>
                      <a:lnTo>
                        <a:pt x="383" y="107"/>
                      </a:lnTo>
                      <a:lnTo>
                        <a:pt x="399" y="121"/>
                      </a:lnTo>
                      <a:lnTo>
                        <a:pt x="403" y="124"/>
                      </a:lnTo>
                      <a:lnTo>
                        <a:pt x="407" y="124"/>
                      </a:lnTo>
                      <a:lnTo>
                        <a:pt x="410" y="124"/>
                      </a:lnTo>
                      <a:lnTo>
                        <a:pt x="414" y="122"/>
                      </a:lnTo>
                      <a:lnTo>
                        <a:pt x="453" y="99"/>
                      </a:lnTo>
                      <a:lnTo>
                        <a:pt x="505" y="188"/>
                      </a:lnTo>
                      <a:lnTo>
                        <a:pt x="465" y="212"/>
                      </a:lnTo>
                      <a:lnTo>
                        <a:pt x="462" y="214"/>
                      </a:lnTo>
                      <a:lnTo>
                        <a:pt x="460" y="217"/>
                      </a:lnTo>
                      <a:lnTo>
                        <a:pt x="458" y="221"/>
                      </a:lnTo>
                      <a:lnTo>
                        <a:pt x="458" y="226"/>
                      </a:lnTo>
                      <a:lnTo>
                        <a:pt x="461" y="235"/>
                      </a:lnTo>
                      <a:lnTo>
                        <a:pt x="462" y="246"/>
                      </a:lnTo>
                      <a:lnTo>
                        <a:pt x="463" y="256"/>
                      </a:lnTo>
                      <a:lnTo>
                        <a:pt x="463" y="266"/>
                      </a:lnTo>
                      <a:lnTo>
                        <a:pt x="463" y="277"/>
                      </a:lnTo>
                      <a:lnTo>
                        <a:pt x="462" y="287"/>
                      </a:lnTo>
                      <a:lnTo>
                        <a:pt x="461" y="297"/>
                      </a:lnTo>
                      <a:lnTo>
                        <a:pt x="458" y="307"/>
                      </a:lnTo>
                      <a:lnTo>
                        <a:pt x="458" y="311"/>
                      </a:lnTo>
                      <a:lnTo>
                        <a:pt x="460" y="316"/>
                      </a:lnTo>
                      <a:lnTo>
                        <a:pt x="462" y="319"/>
                      </a:lnTo>
                      <a:lnTo>
                        <a:pt x="465" y="321"/>
                      </a:lnTo>
                      <a:lnTo>
                        <a:pt x="505" y="344"/>
                      </a:lnTo>
                      <a:lnTo>
                        <a:pt x="453" y="433"/>
                      </a:lnTo>
                      <a:close/>
                      <a:moveTo>
                        <a:pt x="528" y="329"/>
                      </a:moveTo>
                      <a:lnTo>
                        <a:pt x="485" y="303"/>
                      </a:lnTo>
                      <a:lnTo>
                        <a:pt x="486" y="294"/>
                      </a:lnTo>
                      <a:lnTo>
                        <a:pt x="487" y="285"/>
                      </a:lnTo>
                      <a:lnTo>
                        <a:pt x="489" y="276"/>
                      </a:lnTo>
                      <a:lnTo>
                        <a:pt x="489" y="266"/>
                      </a:lnTo>
                      <a:lnTo>
                        <a:pt x="489" y="257"/>
                      </a:lnTo>
                      <a:lnTo>
                        <a:pt x="487" y="248"/>
                      </a:lnTo>
                      <a:lnTo>
                        <a:pt x="486" y="238"/>
                      </a:lnTo>
                      <a:lnTo>
                        <a:pt x="485" y="229"/>
                      </a:lnTo>
                      <a:lnTo>
                        <a:pt x="528" y="205"/>
                      </a:lnTo>
                      <a:lnTo>
                        <a:pt x="531" y="202"/>
                      </a:lnTo>
                      <a:lnTo>
                        <a:pt x="534" y="197"/>
                      </a:lnTo>
                      <a:lnTo>
                        <a:pt x="535" y="192"/>
                      </a:lnTo>
                      <a:lnTo>
                        <a:pt x="533" y="187"/>
                      </a:lnTo>
                      <a:lnTo>
                        <a:pt x="468" y="76"/>
                      </a:lnTo>
                      <a:lnTo>
                        <a:pt x="467" y="74"/>
                      </a:lnTo>
                      <a:lnTo>
                        <a:pt x="465" y="72"/>
                      </a:lnTo>
                      <a:lnTo>
                        <a:pt x="463" y="71"/>
                      </a:lnTo>
                      <a:lnTo>
                        <a:pt x="461" y="70"/>
                      </a:lnTo>
                      <a:lnTo>
                        <a:pt x="455" y="70"/>
                      </a:lnTo>
                      <a:lnTo>
                        <a:pt x="451" y="71"/>
                      </a:lnTo>
                      <a:lnTo>
                        <a:pt x="409" y="96"/>
                      </a:lnTo>
                      <a:lnTo>
                        <a:pt x="395" y="85"/>
                      </a:lnTo>
                      <a:lnTo>
                        <a:pt x="380" y="74"/>
                      </a:lnTo>
                      <a:lnTo>
                        <a:pt x="364" y="66"/>
                      </a:lnTo>
                      <a:lnTo>
                        <a:pt x="347" y="59"/>
                      </a:lnTo>
                      <a:lnTo>
                        <a:pt x="347" y="13"/>
                      </a:lnTo>
                      <a:lnTo>
                        <a:pt x="346" y="8"/>
                      </a:lnTo>
                      <a:lnTo>
                        <a:pt x="342" y="4"/>
                      </a:lnTo>
                      <a:lnTo>
                        <a:pt x="338" y="1"/>
                      </a:lnTo>
                      <a:lnTo>
                        <a:pt x="334" y="0"/>
                      </a:lnTo>
                      <a:lnTo>
                        <a:pt x="205" y="0"/>
                      </a:lnTo>
                      <a:lnTo>
                        <a:pt x="200" y="1"/>
                      </a:lnTo>
                      <a:lnTo>
                        <a:pt x="196" y="4"/>
                      </a:lnTo>
                      <a:lnTo>
                        <a:pt x="193" y="8"/>
                      </a:lnTo>
                      <a:lnTo>
                        <a:pt x="192" y="13"/>
                      </a:lnTo>
                      <a:lnTo>
                        <a:pt x="192" y="59"/>
                      </a:lnTo>
                      <a:lnTo>
                        <a:pt x="175" y="66"/>
                      </a:lnTo>
                      <a:lnTo>
                        <a:pt x="159" y="73"/>
                      </a:lnTo>
                      <a:lnTo>
                        <a:pt x="143" y="84"/>
                      </a:lnTo>
                      <a:lnTo>
                        <a:pt x="127" y="96"/>
                      </a:lnTo>
                      <a:lnTo>
                        <a:pt x="84" y="71"/>
                      </a:lnTo>
                      <a:lnTo>
                        <a:pt x="78" y="70"/>
                      </a:lnTo>
                      <a:lnTo>
                        <a:pt x="74" y="70"/>
                      </a:lnTo>
                      <a:lnTo>
                        <a:pt x="70" y="72"/>
                      </a:lnTo>
                      <a:lnTo>
                        <a:pt x="67" y="76"/>
                      </a:lnTo>
                      <a:lnTo>
                        <a:pt x="2" y="187"/>
                      </a:lnTo>
                      <a:lnTo>
                        <a:pt x="0" y="191"/>
                      </a:lnTo>
                      <a:lnTo>
                        <a:pt x="0" y="197"/>
                      </a:lnTo>
                      <a:lnTo>
                        <a:pt x="2" y="201"/>
                      </a:lnTo>
                      <a:lnTo>
                        <a:pt x="6" y="205"/>
                      </a:lnTo>
                      <a:lnTo>
                        <a:pt x="49" y="229"/>
                      </a:lnTo>
                      <a:lnTo>
                        <a:pt x="47" y="238"/>
                      </a:lnTo>
                      <a:lnTo>
                        <a:pt x="46" y="248"/>
                      </a:lnTo>
                      <a:lnTo>
                        <a:pt x="46" y="257"/>
                      </a:lnTo>
                      <a:lnTo>
                        <a:pt x="46" y="266"/>
                      </a:lnTo>
                      <a:lnTo>
                        <a:pt x="46" y="276"/>
                      </a:lnTo>
                      <a:lnTo>
                        <a:pt x="46" y="285"/>
                      </a:lnTo>
                      <a:lnTo>
                        <a:pt x="47" y="294"/>
                      </a:lnTo>
                      <a:lnTo>
                        <a:pt x="48" y="303"/>
                      </a:lnTo>
                      <a:lnTo>
                        <a:pt x="6" y="329"/>
                      </a:lnTo>
                      <a:lnTo>
                        <a:pt x="2" y="332"/>
                      </a:lnTo>
                      <a:lnTo>
                        <a:pt x="0" y="335"/>
                      </a:lnTo>
                      <a:lnTo>
                        <a:pt x="0" y="340"/>
                      </a:lnTo>
                      <a:lnTo>
                        <a:pt x="1" y="345"/>
                      </a:lnTo>
                      <a:lnTo>
                        <a:pt x="65" y="457"/>
                      </a:lnTo>
                      <a:lnTo>
                        <a:pt x="69" y="461"/>
                      </a:lnTo>
                      <a:lnTo>
                        <a:pt x="73" y="463"/>
                      </a:lnTo>
                      <a:lnTo>
                        <a:pt x="78" y="463"/>
                      </a:lnTo>
                      <a:lnTo>
                        <a:pt x="83" y="461"/>
                      </a:lnTo>
                      <a:lnTo>
                        <a:pt x="127" y="437"/>
                      </a:lnTo>
                      <a:lnTo>
                        <a:pt x="143" y="449"/>
                      </a:lnTo>
                      <a:lnTo>
                        <a:pt x="159" y="459"/>
                      </a:lnTo>
                      <a:lnTo>
                        <a:pt x="175" y="467"/>
                      </a:lnTo>
                      <a:lnTo>
                        <a:pt x="192" y="474"/>
                      </a:lnTo>
                      <a:lnTo>
                        <a:pt x="192" y="523"/>
                      </a:lnTo>
                      <a:lnTo>
                        <a:pt x="193" y="528"/>
                      </a:lnTo>
                      <a:lnTo>
                        <a:pt x="196" y="533"/>
                      </a:lnTo>
                      <a:lnTo>
                        <a:pt x="200" y="535"/>
                      </a:lnTo>
                      <a:lnTo>
                        <a:pt x="205" y="536"/>
                      </a:lnTo>
                      <a:lnTo>
                        <a:pt x="334" y="536"/>
                      </a:lnTo>
                      <a:lnTo>
                        <a:pt x="338" y="535"/>
                      </a:lnTo>
                      <a:lnTo>
                        <a:pt x="342" y="533"/>
                      </a:lnTo>
                      <a:lnTo>
                        <a:pt x="346" y="528"/>
                      </a:lnTo>
                      <a:lnTo>
                        <a:pt x="347" y="523"/>
                      </a:lnTo>
                      <a:lnTo>
                        <a:pt x="347" y="474"/>
                      </a:lnTo>
                      <a:lnTo>
                        <a:pt x="355" y="470"/>
                      </a:lnTo>
                      <a:lnTo>
                        <a:pt x="364" y="467"/>
                      </a:lnTo>
                      <a:lnTo>
                        <a:pt x="373" y="463"/>
                      </a:lnTo>
                      <a:lnTo>
                        <a:pt x="380" y="459"/>
                      </a:lnTo>
                      <a:lnTo>
                        <a:pt x="395" y="449"/>
                      </a:lnTo>
                      <a:lnTo>
                        <a:pt x="409" y="437"/>
                      </a:lnTo>
                      <a:lnTo>
                        <a:pt x="452" y="461"/>
                      </a:lnTo>
                      <a:lnTo>
                        <a:pt x="454" y="463"/>
                      </a:lnTo>
                      <a:lnTo>
                        <a:pt x="456" y="463"/>
                      </a:lnTo>
                      <a:lnTo>
                        <a:pt x="458" y="463"/>
                      </a:lnTo>
                      <a:lnTo>
                        <a:pt x="462" y="462"/>
                      </a:lnTo>
                      <a:lnTo>
                        <a:pt x="464" y="462"/>
                      </a:lnTo>
                      <a:lnTo>
                        <a:pt x="466" y="461"/>
                      </a:lnTo>
                      <a:lnTo>
                        <a:pt x="467" y="459"/>
                      </a:lnTo>
                      <a:lnTo>
                        <a:pt x="469" y="457"/>
                      </a:lnTo>
                      <a:lnTo>
                        <a:pt x="533" y="345"/>
                      </a:lnTo>
                      <a:lnTo>
                        <a:pt x="535" y="340"/>
                      </a:lnTo>
                      <a:lnTo>
                        <a:pt x="535" y="335"/>
                      </a:lnTo>
                      <a:lnTo>
                        <a:pt x="533" y="332"/>
                      </a:lnTo>
                      <a:lnTo>
                        <a:pt x="528" y="3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íṩľiďe"/>
                <p:cNvSpPr/>
                <p:nvPr/>
              </p:nvSpPr>
              <p:spPr bwMode="auto">
                <a:xfrm>
                  <a:off x="1727201" y="3240088"/>
                  <a:ext cx="122238" cy="125413"/>
                </a:xfrm>
                <a:custGeom>
                  <a:avLst/>
                  <a:gdLst>
                    <a:gd name="T0" fmla="*/ 235 w 308"/>
                    <a:gd name="T1" fmla="*/ 227 h 315"/>
                    <a:gd name="T2" fmla="*/ 223 w 308"/>
                    <a:gd name="T3" fmla="*/ 229 h 315"/>
                    <a:gd name="T4" fmla="*/ 195 w 308"/>
                    <a:gd name="T5" fmla="*/ 248 h 315"/>
                    <a:gd name="T6" fmla="*/ 178 w 308"/>
                    <a:gd name="T7" fmla="*/ 257 h 315"/>
                    <a:gd name="T8" fmla="*/ 176 w 308"/>
                    <a:gd name="T9" fmla="*/ 289 h 315"/>
                    <a:gd name="T10" fmla="*/ 136 w 308"/>
                    <a:gd name="T11" fmla="*/ 260 h 315"/>
                    <a:gd name="T12" fmla="*/ 129 w 308"/>
                    <a:gd name="T13" fmla="*/ 253 h 315"/>
                    <a:gd name="T14" fmla="*/ 95 w 308"/>
                    <a:gd name="T15" fmla="*/ 237 h 315"/>
                    <a:gd name="T16" fmla="*/ 79 w 308"/>
                    <a:gd name="T17" fmla="*/ 226 h 315"/>
                    <a:gd name="T18" fmla="*/ 50 w 308"/>
                    <a:gd name="T19" fmla="*/ 240 h 315"/>
                    <a:gd name="T20" fmla="*/ 55 w 308"/>
                    <a:gd name="T21" fmla="*/ 192 h 315"/>
                    <a:gd name="T22" fmla="*/ 58 w 308"/>
                    <a:gd name="T23" fmla="*/ 180 h 315"/>
                    <a:gd name="T24" fmla="*/ 56 w 308"/>
                    <a:gd name="T25" fmla="*/ 145 h 315"/>
                    <a:gd name="T26" fmla="*/ 57 w 308"/>
                    <a:gd name="T27" fmla="*/ 126 h 315"/>
                    <a:gd name="T28" fmla="*/ 31 w 308"/>
                    <a:gd name="T29" fmla="*/ 108 h 315"/>
                    <a:gd name="T30" fmla="*/ 76 w 308"/>
                    <a:gd name="T31" fmla="*/ 87 h 315"/>
                    <a:gd name="T32" fmla="*/ 87 w 308"/>
                    <a:gd name="T33" fmla="*/ 84 h 315"/>
                    <a:gd name="T34" fmla="*/ 117 w 308"/>
                    <a:gd name="T35" fmla="*/ 66 h 315"/>
                    <a:gd name="T36" fmla="*/ 135 w 308"/>
                    <a:gd name="T37" fmla="*/ 57 h 315"/>
                    <a:gd name="T38" fmla="*/ 137 w 308"/>
                    <a:gd name="T39" fmla="*/ 25 h 315"/>
                    <a:gd name="T40" fmla="*/ 176 w 308"/>
                    <a:gd name="T41" fmla="*/ 53 h 315"/>
                    <a:gd name="T42" fmla="*/ 185 w 308"/>
                    <a:gd name="T43" fmla="*/ 62 h 315"/>
                    <a:gd name="T44" fmla="*/ 215 w 308"/>
                    <a:gd name="T45" fmla="*/ 77 h 315"/>
                    <a:gd name="T46" fmla="*/ 231 w 308"/>
                    <a:gd name="T47" fmla="*/ 88 h 315"/>
                    <a:gd name="T48" fmla="*/ 259 w 308"/>
                    <a:gd name="T49" fmla="*/ 76 h 315"/>
                    <a:gd name="T50" fmla="*/ 254 w 308"/>
                    <a:gd name="T51" fmla="*/ 123 h 315"/>
                    <a:gd name="T52" fmla="*/ 251 w 308"/>
                    <a:gd name="T53" fmla="*/ 134 h 315"/>
                    <a:gd name="T54" fmla="*/ 253 w 308"/>
                    <a:gd name="T55" fmla="*/ 169 h 315"/>
                    <a:gd name="T56" fmla="*/ 252 w 308"/>
                    <a:gd name="T57" fmla="*/ 188 h 315"/>
                    <a:gd name="T58" fmla="*/ 278 w 308"/>
                    <a:gd name="T59" fmla="*/ 207 h 315"/>
                    <a:gd name="T60" fmla="*/ 278 w 308"/>
                    <a:gd name="T61" fmla="*/ 178 h 315"/>
                    <a:gd name="T62" fmla="*/ 279 w 308"/>
                    <a:gd name="T63" fmla="*/ 148 h 315"/>
                    <a:gd name="T64" fmla="*/ 304 w 308"/>
                    <a:gd name="T65" fmla="*/ 123 h 315"/>
                    <a:gd name="T66" fmla="*/ 308 w 308"/>
                    <a:gd name="T67" fmla="*/ 116 h 315"/>
                    <a:gd name="T68" fmla="*/ 275 w 308"/>
                    <a:gd name="T69" fmla="*/ 51 h 315"/>
                    <a:gd name="T70" fmla="*/ 269 w 308"/>
                    <a:gd name="T71" fmla="*/ 46 h 315"/>
                    <a:gd name="T72" fmla="*/ 256 w 308"/>
                    <a:gd name="T73" fmla="*/ 46 h 315"/>
                    <a:gd name="T74" fmla="*/ 218 w 308"/>
                    <a:gd name="T75" fmla="*/ 49 h 315"/>
                    <a:gd name="T76" fmla="*/ 202 w 308"/>
                    <a:gd name="T77" fmla="*/ 13 h 315"/>
                    <a:gd name="T78" fmla="*/ 193 w 308"/>
                    <a:gd name="T79" fmla="*/ 2 h 315"/>
                    <a:gd name="T80" fmla="*/ 119 w 308"/>
                    <a:gd name="T81" fmla="*/ 2 h 315"/>
                    <a:gd name="T82" fmla="*/ 112 w 308"/>
                    <a:gd name="T83" fmla="*/ 13 h 315"/>
                    <a:gd name="T84" fmla="*/ 93 w 308"/>
                    <a:gd name="T85" fmla="*/ 50 h 315"/>
                    <a:gd name="T86" fmla="*/ 52 w 308"/>
                    <a:gd name="T87" fmla="*/ 46 h 315"/>
                    <a:gd name="T88" fmla="*/ 37 w 308"/>
                    <a:gd name="T89" fmla="*/ 47 h 315"/>
                    <a:gd name="T90" fmla="*/ 1 w 308"/>
                    <a:gd name="T91" fmla="*/ 111 h 315"/>
                    <a:gd name="T92" fmla="*/ 3 w 308"/>
                    <a:gd name="T93" fmla="*/ 121 h 315"/>
                    <a:gd name="T94" fmla="*/ 31 w 308"/>
                    <a:gd name="T95" fmla="*/ 138 h 315"/>
                    <a:gd name="T96" fmla="*/ 30 w 308"/>
                    <a:gd name="T97" fmla="*/ 167 h 315"/>
                    <a:gd name="T98" fmla="*/ 4 w 308"/>
                    <a:gd name="T99" fmla="*/ 193 h 315"/>
                    <a:gd name="T100" fmla="*/ 1 w 308"/>
                    <a:gd name="T101" fmla="*/ 199 h 315"/>
                    <a:gd name="T102" fmla="*/ 34 w 308"/>
                    <a:gd name="T103" fmla="*/ 263 h 315"/>
                    <a:gd name="T104" fmla="*/ 46 w 308"/>
                    <a:gd name="T105" fmla="*/ 270 h 315"/>
                    <a:gd name="T106" fmla="*/ 85 w 308"/>
                    <a:gd name="T107" fmla="*/ 259 h 315"/>
                    <a:gd name="T108" fmla="*/ 112 w 308"/>
                    <a:gd name="T109" fmla="*/ 274 h 315"/>
                    <a:gd name="T110" fmla="*/ 116 w 308"/>
                    <a:gd name="T111" fmla="*/ 311 h 315"/>
                    <a:gd name="T112" fmla="*/ 189 w 308"/>
                    <a:gd name="T113" fmla="*/ 315 h 315"/>
                    <a:gd name="T114" fmla="*/ 201 w 308"/>
                    <a:gd name="T115" fmla="*/ 306 h 315"/>
                    <a:gd name="T116" fmla="*/ 210 w 308"/>
                    <a:gd name="T117" fmla="*/ 270 h 315"/>
                    <a:gd name="T118" fmla="*/ 234 w 308"/>
                    <a:gd name="T119" fmla="*/ 255 h 315"/>
                    <a:gd name="T120" fmla="*/ 267 w 308"/>
                    <a:gd name="T121" fmla="*/ 270 h 315"/>
                    <a:gd name="T122" fmla="*/ 307 w 308"/>
                    <a:gd name="T123" fmla="*/ 208 h 315"/>
                    <a:gd name="T124" fmla="*/ 306 w 308"/>
                    <a:gd name="T125" fmla="*/ 194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15">
                      <a:moveTo>
                        <a:pt x="260" y="240"/>
                      </a:moveTo>
                      <a:lnTo>
                        <a:pt x="239" y="228"/>
                      </a:lnTo>
                      <a:lnTo>
                        <a:pt x="235" y="227"/>
                      </a:lnTo>
                      <a:lnTo>
                        <a:pt x="231" y="226"/>
                      </a:lnTo>
                      <a:lnTo>
                        <a:pt x="227" y="227"/>
                      </a:lnTo>
                      <a:lnTo>
                        <a:pt x="223" y="229"/>
                      </a:lnTo>
                      <a:lnTo>
                        <a:pt x="215" y="237"/>
                      </a:lnTo>
                      <a:lnTo>
                        <a:pt x="205" y="243"/>
                      </a:lnTo>
                      <a:lnTo>
                        <a:pt x="195" y="248"/>
                      </a:lnTo>
                      <a:lnTo>
                        <a:pt x="185" y="253"/>
                      </a:lnTo>
                      <a:lnTo>
                        <a:pt x="181" y="255"/>
                      </a:lnTo>
                      <a:lnTo>
                        <a:pt x="178" y="257"/>
                      </a:lnTo>
                      <a:lnTo>
                        <a:pt x="177" y="260"/>
                      </a:lnTo>
                      <a:lnTo>
                        <a:pt x="176" y="265"/>
                      </a:lnTo>
                      <a:lnTo>
                        <a:pt x="176" y="289"/>
                      </a:lnTo>
                      <a:lnTo>
                        <a:pt x="137" y="289"/>
                      </a:lnTo>
                      <a:lnTo>
                        <a:pt x="137" y="265"/>
                      </a:lnTo>
                      <a:lnTo>
                        <a:pt x="136" y="260"/>
                      </a:lnTo>
                      <a:lnTo>
                        <a:pt x="135" y="257"/>
                      </a:lnTo>
                      <a:lnTo>
                        <a:pt x="132" y="255"/>
                      </a:lnTo>
                      <a:lnTo>
                        <a:pt x="129" y="253"/>
                      </a:lnTo>
                      <a:lnTo>
                        <a:pt x="117" y="248"/>
                      </a:lnTo>
                      <a:lnTo>
                        <a:pt x="105" y="243"/>
                      </a:lnTo>
                      <a:lnTo>
                        <a:pt x="95" y="237"/>
                      </a:lnTo>
                      <a:lnTo>
                        <a:pt x="87" y="229"/>
                      </a:lnTo>
                      <a:lnTo>
                        <a:pt x="84" y="227"/>
                      </a:lnTo>
                      <a:lnTo>
                        <a:pt x="79" y="226"/>
                      </a:lnTo>
                      <a:lnTo>
                        <a:pt x="76" y="227"/>
                      </a:lnTo>
                      <a:lnTo>
                        <a:pt x="72" y="228"/>
                      </a:lnTo>
                      <a:lnTo>
                        <a:pt x="50" y="240"/>
                      </a:lnTo>
                      <a:lnTo>
                        <a:pt x="30" y="207"/>
                      </a:lnTo>
                      <a:lnTo>
                        <a:pt x="51" y="194"/>
                      </a:lnTo>
                      <a:lnTo>
                        <a:pt x="55" y="192"/>
                      </a:lnTo>
                      <a:lnTo>
                        <a:pt x="57" y="188"/>
                      </a:lnTo>
                      <a:lnTo>
                        <a:pt x="58" y="184"/>
                      </a:lnTo>
                      <a:lnTo>
                        <a:pt x="58" y="180"/>
                      </a:lnTo>
                      <a:lnTo>
                        <a:pt x="56" y="168"/>
                      </a:lnTo>
                      <a:lnTo>
                        <a:pt x="55" y="157"/>
                      </a:lnTo>
                      <a:lnTo>
                        <a:pt x="56" y="145"/>
                      </a:lnTo>
                      <a:lnTo>
                        <a:pt x="58" y="134"/>
                      </a:lnTo>
                      <a:lnTo>
                        <a:pt x="58" y="130"/>
                      </a:lnTo>
                      <a:lnTo>
                        <a:pt x="57" y="126"/>
                      </a:lnTo>
                      <a:lnTo>
                        <a:pt x="55" y="123"/>
                      </a:lnTo>
                      <a:lnTo>
                        <a:pt x="51" y="120"/>
                      </a:lnTo>
                      <a:lnTo>
                        <a:pt x="31" y="108"/>
                      </a:lnTo>
                      <a:lnTo>
                        <a:pt x="50" y="73"/>
                      </a:lnTo>
                      <a:lnTo>
                        <a:pt x="72" y="86"/>
                      </a:lnTo>
                      <a:lnTo>
                        <a:pt x="76" y="87"/>
                      </a:lnTo>
                      <a:lnTo>
                        <a:pt x="79" y="87"/>
                      </a:lnTo>
                      <a:lnTo>
                        <a:pt x="84" y="86"/>
                      </a:lnTo>
                      <a:lnTo>
                        <a:pt x="87" y="84"/>
                      </a:lnTo>
                      <a:lnTo>
                        <a:pt x="95" y="78"/>
                      </a:lnTo>
                      <a:lnTo>
                        <a:pt x="105" y="71"/>
                      </a:lnTo>
                      <a:lnTo>
                        <a:pt x="117" y="66"/>
                      </a:lnTo>
                      <a:lnTo>
                        <a:pt x="129" y="62"/>
                      </a:lnTo>
                      <a:lnTo>
                        <a:pt x="132" y="59"/>
                      </a:lnTo>
                      <a:lnTo>
                        <a:pt x="135" y="57"/>
                      </a:lnTo>
                      <a:lnTo>
                        <a:pt x="136" y="53"/>
                      </a:lnTo>
                      <a:lnTo>
                        <a:pt x="137" y="50"/>
                      </a:lnTo>
                      <a:lnTo>
                        <a:pt x="137" y="25"/>
                      </a:lnTo>
                      <a:lnTo>
                        <a:pt x="176" y="25"/>
                      </a:lnTo>
                      <a:lnTo>
                        <a:pt x="176" y="50"/>
                      </a:lnTo>
                      <a:lnTo>
                        <a:pt x="176" y="53"/>
                      </a:lnTo>
                      <a:lnTo>
                        <a:pt x="178" y="57"/>
                      </a:lnTo>
                      <a:lnTo>
                        <a:pt x="181" y="59"/>
                      </a:lnTo>
                      <a:lnTo>
                        <a:pt x="185" y="62"/>
                      </a:lnTo>
                      <a:lnTo>
                        <a:pt x="195" y="66"/>
                      </a:lnTo>
                      <a:lnTo>
                        <a:pt x="205" y="71"/>
                      </a:lnTo>
                      <a:lnTo>
                        <a:pt x="215" y="77"/>
                      </a:lnTo>
                      <a:lnTo>
                        <a:pt x="223" y="84"/>
                      </a:lnTo>
                      <a:lnTo>
                        <a:pt x="227" y="87"/>
                      </a:lnTo>
                      <a:lnTo>
                        <a:pt x="231" y="88"/>
                      </a:lnTo>
                      <a:lnTo>
                        <a:pt x="235" y="88"/>
                      </a:lnTo>
                      <a:lnTo>
                        <a:pt x="239" y="86"/>
                      </a:lnTo>
                      <a:lnTo>
                        <a:pt x="259" y="76"/>
                      </a:lnTo>
                      <a:lnTo>
                        <a:pt x="278" y="108"/>
                      </a:lnTo>
                      <a:lnTo>
                        <a:pt x="258" y="120"/>
                      </a:lnTo>
                      <a:lnTo>
                        <a:pt x="254" y="123"/>
                      </a:lnTo>
                      <a:lnTo>
                        <a:pt x="252" y="126"/>
                      </a:lnTo>
                      <a:lnTo>
                        <a:pt x="251" y="130"/>
                      </a:lnTo>
                      <a:lnTo>
                        <a:pt x="251" y="134"/>
                      </a:lnTo>
                      <a:lnTo>
                        <a:pt x="253" y="145"/>
                      </a:lnTo>
                      <a:lnTo>
                        <a:pt x="254" y="157"/>
                      </a:lnTo>
                      <a:lnTo>
                        <a:pt x="253" y="169"/>
                      </a:lnTo>
                      <a:lnTo>
                        <a:pt x="251" y="180"/>
                      </a:lnTo>
                      <a:lnTo>
                        <a:pt x="251" y="184"/>
                      </a:lnTo>
                      <a:lnTo>
                        <a:pt x="252" y="188"/>
                      </a:lnTo>
                      <a:lnTo>
                        <a:pt x="254" y="192"/>
                      </a:lnTo>
                      <a:lnTo>
                        <a:pt x="258" y="194"/>
                      </a:lnTo>
                      <a:lnTo>
                        <a:pt x="278" y="207"/>
                      </a:lnTo>
                      <a:lnTo>
                        <a:pt x="260" y="240"/>
                      </a:lnTo>
                      <a:close/>
                      <a:moveTo>
                        <a:pt x="302" y="192"/>
                      </a:moveTo>
                      <a:lnTo>
                        <a:pt x="278" y="178"/>
                      </a:lnTo>
                      <a:lnTo>
                        <a:pt x="279" y="167"/>
                      </a:lnTo>
                      <a:lnTo>
                        <a:pt x="279" y="157"/>
                      </a:lnTo>
                      <a:lnTo>
                        <a:pt x="279" y="148"/>
                      </a:lnTo>
                      <a:lnTo>
                        <a:pt x="278" y="138"/>
                      </a:lnTo>
                      <a:lnTo>
                        <a:pt x="302" y="124"/>
                      </a:lnTo>
                      <a:lnTo>
                        <a:pt x="304" y="123"/>
                      </a:lnTo>
                      <a:lnTo>
                        <a:pt x="306" y="121"/>
                      </a:lnTo>
                      <a:lnTo>
                        <a:pt x="307" y="119"/>
                      </a:lnTo>
                      <a:lnTo>
                        <a:pt x="308" y="116"/>
                      </a:lnTo>
                      <a:lnTo>
                        <a:pt x="308" y="111"/>
                      </a:lnTo>
                      <a:lnTo>
                        <a:pt x="306" y="106"/>
                      </a:lnTo>
                      <a:lnTo>
                        <a:pt x="275" y="51"/>
                      </a:lnTo>
                      <a:lnTo>
                        <a:pt x="273" y="49"/>
                      </a:lnTo>
                      <a:lnTo>
                        <a:pt x="271" y="47"/>
                      </a:lnTo>
                      <a:lnTo>
                        <a:pt x="269" y="46"/>
                      </a:lnTo>
                      <a:lnTo>
                        <a:pt x="266" y="44"/>
                      </a:lnTo>
                      <a:lnTo>
                        <a:pt x="262" y="44"/>
                      </a:lnTo>
                      <a:lnTo>
                        <a:pt x="256" y="46"/>
                      </a:lnTo>
                      <a:lnTo>
                        <a:pt x="234" y="59"/>
                      </a:lnTo>
                      <a:lnTo>
                        <a:pt x="226" y="54"/>
                      </a:lnTo>
                      <a:lnTo>
                        <a:pt x="218" y="49"/>
                      </a:lnTo>
                      <a:lnTo>
                        <a:pt x="210" y="44"/>
                      </a:lnTo>
                      <a:lnTo>
                        <a:pt x="202" y="41"/>
                      </a:lnTo>
                      <a:lnTo>
                        <a:pt x="202" y="13"/>
                      </a:lnTo>
                      <a:lnTo>
                        <a:pt x="201" y="8"/>
                      </a:lnTo>
                      <a:lnTo>
                        <a:pt x="197" y="4"/>
                      </a:lnTo>
                      <a:lnTo>
                        <a:pt x="193" y="2"/>
                      </a:lnTo>
                      <a:lnTo>
                        <a:pt x="189" y="0"/>
                      </a:lnTo>
                      <a:lnTo>
                        <a:pt x="124" y="0"/>
                      </a:lnTo>
                      <a:lnTo>
                        <a:pt x="119" y="2"/>
                      </a:lnTo>
                      <a:lnTo>
                        <a:pt x="116" y="4"/>
                      </a:lnTo>
                      <a:lnTo>
                        <a:pt x="113" y="8"/>
                      </a:lnTo>
                      <a:lnTo>
                        <a:pt x="112" y="13"/>
                      </a:lnTo>
                      <a:lnTo>
                        <a:pt x="112" y="41"/>
                      </a:lnTo>
                      <a:lnTo>
                        <a:pt x="102" y="44"/>
                      </a:lnTo>
                      <a:lnTo>
                        <a:pt x="93" y="50"/>
                      </a:lnTo>
                      <a:lnTo>
                        <a:pt x="85" y="54"/>
                      </a:lnTo>
                      <a:lnTo>
                        <a:pt x="77" y="59"/>
                      </a:lnTo>
                      <a:lnTo>
                        <a:pt x="52" y="46"/>
                      </a:lnTo>
                      <a:lnTo>
                        <a:pt x="47" y="44"/>
                      </a:lnTo>
                      <a:lnTo>
                        <a:pt x="43" y="44"/>
                      </a:lnTo>
                      <a:lnTo>
                        <a:pt x="37" y="47"/>
                      </a:lnTo>
                      <a:lnTo>
                        <a:pt x="34" y="51"/>
                      </a:lnTo>
                      <a:lnTo>
                        <a:pt x="2" y="106"/>
                      </a:lnTo>
                      <a:lnTo>
                        <a:pt x="1" y="111"/>
                      </a:lnTo>
                      <a:lnTo>
                        <a:pt x="1" y="116"/>
                      </a:lnTo>
                      <a:lnTo>
                        <a:pt x="2" y="119"/>
                      </a:lnTo>
                      <a:lnTo>
                        <a:pt x="3" y="121"/>
                      </a:lnTo>
                      <a:lnTo>
                        <a:pt x="5" y="123"/>
                      </a:lnTo>
                      <a:lnTo>
                        <a:pt x="7" y="124"/>
                      </a:lnTo>
                      <a:lnTo>
                        <a:pt x="31" y="138"/>
                      </a:lnTo>
                      <a:lnTo>
                        <a:pt x="30" y="148"/>
                      </a:lnTo>
                      <a:lnTo>
                        <a:pt x="29" y="157"/>
                      </a:lnTo>
                      <a:lnTo>
                        <a:pt x="30" y="167"/>
                      </a:lnTo>
                      <a:lnTo>
                        <a:pt x="31" y="178"/>
                      </a:lnTo>
                      <a:lnTo>
                        <a:pt x="6" y="192"/>
                      </a:lnTo>
                      <a:lnTo>
                        <a:pt x="4" y="193"/>
                      </a:lnTo>
                      <a:lnTo>
                        <a:pt x="3" y="194"/>
                      </a:lnTo>
                      <a:lnTo>
                        <a:pt x="2" y="196"/>
                      </a:lnTo>
                      <a:lnTo>
                        <a:pt x="1" y="199"/>
                      </a:lnTo>
                      <a:lnTo>
                        <a:pt x="0" y="203"/>
                      </a:lnTo>
                      <a:lnTo>
                        <a:pt x="2" y="208"/>
                      </a:lnTo>
                      <a:lnTo>
                        <a:pt x="34" y="263"/>
                      </a:lnTo>
                      <a:lnTo>
                        <a:pt x="37" y="268"/>
                      </a:lnTo>
                      <a:lnTo>
                        <a:pt x="42" y="270"/>
                      </a:lnTo>
                      <a:lnTo>
                        <a:pt x="46" y="270"/>
                      </a:lnTo>
                      <a:lnTo>
                        <a:pt x="51" y="269"/>
                      </a:lnTo>
                      <a:lnTo>
                        <a:pt x="77" y="254"/>
                      </a:lnTo>
                      <a:lnTo>
                        <a:pt x="85" y="259"/>
                      </a:lnTo>
                      <a:lnTo>
                        <a:pt x="93" y="266"/>
                      </a:lnTo>
                      <a:lnTo>
                        <a:pt x="102" y="270"/>
                      </a:lnTo>
                      <a:lnTo>
                        <a:pt x="112" y="274"/>
                      </a:lnTo>
                      <a:lnTo>
                        <a:pt x="112" y="302"/>
                      </a:lnTo>
                      <a:lnTo>
                        <a:pt x="113" y="306"/>
                      </a:lnTo>
                      <a:lnTo>
                        <a:pt x="116" y="311"/>
                      </a:lnTo>
                      <a:lnTo>
                        <a:pt x="119" y="314"/>
                      </a:lnTo>
                      <a:lnTo>
                        <a:pt x="124" y="315"/>
                      </a:lnTo>
                      <a:lnTo>
                        <a:pt x="189" y="315"/>
                      </a:lnTo>
                      <a:lnTo>
                        <a:pt x="193" y="314"/>
                      </a:lnTo>
                      <a:lnTo>
                        <a:pt x="197" y="311"/>
                      </a:lnTo>
                      <a:lnTo>
                        <a:pt x="201" y="306"/>
                      </a:lnTo>
                      <a:lnTo>
                        <a:pt x="202" y="302"/>
                      </a:lnTo>
                      <a:lnTo>
                        <a:pt x="202" y="274"/>
                      </a:lnTo>
                      <a:lnTo>
                        <a:pt x="210" y="270"/>
                      </a:lnTo>
                      <a:lnTo>
                        <a:pt x="218" y="266"/>
                      </a:lnTo>
                      <a:lnTo>
                        <a:pt x="226" y="260"/>
                      </a:lnTo>
                      <a:lnTo>
                        <a:pt x="234" y="255"/>
                      </a:lnTo>
                      <a:lnTo>
                        <a:pt x="258" y="268"/>
                      </a:lnTo>
                      <a:lnTo>
                        <a:pt x="262" y="270"/>
                      </a:lnTo>
                      <a:lnTo>
                        <a:pt x="267" y="270"/>
                      </a:lnTo>
                      <a:lnTo>
                        <a:pt x="271" y="268"/>
                      </a:lnTo>
                      <a:lnTo>
                        <a:pt x="275" y="263"/>
                      </a:lnTo>
                      <a:lnTo>
                        <a:pt x="307" y="208"/>
                      </a:lnTo>
                      <a:lnTo>
                        <a:pt x="308" y="202"/>
                      </a:lnTo>
                      <a:lnTo>
                        <a:pt x="308" y="198"/>
                      </a:lnTo>
                      <a:lnTo>
                        <a:pt x="306" y="194"/>
                      </a:lnTo>
                      <a:lnTo>
                        <a:pt x="302"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9" name="îṣ1îďé"/>
            <p:cNvSpPr/>
            <p:nvPr/>
          </p:nvSpPr>
          <p:spPr>
            <a:xfrm>
              <a:off x="4028502" y="3965649"/>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028502" y="2720249"/>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grpSp>
      <p:sp>
        <p:nvSpPr>
          <p:cNvPr id="40"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2" name="文本占位符 30"/>
          <p:cNvSpPr>
            <a:spLocks noGrp="1"/>
          </p:cNvSpPr>
          <p:nvPr>
            <p:ph type="body" sz="quarter" idx="19" hasCustomPrompt="1"/>
          </p:nvPr>
        </p:nvSpPr>
        <p:spPr>
          <a:xfrm>
            <a:off x="4388478" y="1484803"/>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20" hasCustomPrompt="1"/>
          </p:nvPr>
        </p:nvSpPr>
        <p:spPr>
          <a:xfrm>
            <a:off x="4388477" y="1938111"/>
            <a:ext cx="6112681" cy="64399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4" name="文本占位符 30"/>
          <p:cNvSpPr>
            <a:spLocks noGrp="1"/>
          </p:cNvSpPr>
          <p:nvPr>
            <p:ph type="body" sz="quarter" idx="21" hasCustomPrompt="1"/>
          </p:nvPr>
        </p:nvSpPr>
        <p:spPr>
          <a:xfrm>
            <a:off x="4811993" y="2745621"/>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2" hasCustomPrompt="1"/>
          </p:nvPr>
        </p:nvSpPr>
        <p:spPr>
          <a:xfrm>
            <a:off x="4811992" y="3190028"/>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3" hasCustomPrompt="1"/>
          </p:nvPr>
        </p:nvSpPr>
        <p:spPr>
          <a:xfrm>
            <a:off x="4388477" y="5229380"/>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4" hasCustomPrompt="1"/>
          </p:nvPr>
        </p:nvSpPr>
        <p:spPr>
          <a:xfrm>
            <a:off x="4388476" y="5682689"/>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5" hasCustomPrompt="1"/>
          </p:nvPr>
        </p:nvSpPr>
        <p:spPr>
          <a:xfrm>
            <a:off x="4811993" y="3988972"/>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6" hasCustomPrompt="1"/>
          </p:nvPr>
        </p:nvSpPr>
        <p:spPr>
          <a:xfrm>
            <a:off x="4811992" y="4433379"/>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5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4版式">
    <p:spTree>
      <p:nvGrpSpPr>
        <p:cNvPr id="1" name=""/>
        <p:cNvGrpSpPr/>
        <p:nvPr/>
      </p:nvGrpSpPr>
      <p:grpSpPr>
        <a:xfrm>
          <a:off x="0" y="0"/>
          <a:ext cx="0" cy="0"/>
          <a:chOff x="0" y="0"/>
          <a:chExt cx="0" cy="0"/>
        </a:xfrm>
      </p:grpSpPr>
      <p:cxnSp>
        <p:nvCxnSpPr>
          <p:cNvPr id="3" name="直接连接符 72"/>
          <p:cNvCxnSpPr/>
          <p:nvPr userDrawn="1"/>
        </p:nvCxnSpPr>
        <p:spPr>
          <a:xfrm flipH="1">
            <a:off x="3665634" y="2105269"/>
            <a:ext cx="786375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4" name="直接连接符 73"/>
          <p:cNvCxnSpPr/>
          <p:nvPr userDrawn="1"/>
        </p:nvCxnSpPr>
        <p:spPr>
          <a:xfrm flipH="1">
            <a:off x="4658165" y="3265197"/>
            <a:ext cx="6871226"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5" name="直接连接符 74"/>
          <p:cNvCxnSpPr/>
          <p:nvPr userDrawn="1"/>
        </p:nvCxnSpPr>
        <p:spPr>
          <a:xfrm flipH="1">
            <a:off x="3304744" y="4425124"/>
            <a:ext cx="822464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6" name="直接连接符 75"/>
          <p:cNvCxnSpPr/>
          <p:nvPr userDrawn="1"/>
        </p:nvCxnSpPr>
        <p:spPr>
          <a:xfrm flipH="1">
            <a:off x="3437030" y="5585053"/>
            <a:ext cx="8092361"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sp>
        <p:nvSpPr>
          <p:cNvPr id="7" name="流程图: 决策 76"/>
          <p:cNvSpPr/>
          <p:nvPr userDrawn="1"/>
        </p:nvSpPr>
        <p:spPr>
          <a:xfrm>
            <a:off x="2650758" y="1917635"/>
            <a:ext cx="1649998" cy="1543094"/>
          </a:xfrm>
          <a:prstGeom prst="flowChartDecision">
            <a:avLst/>
          </a:prstGeom>
          <a:solidFill>
            <a:srgbClr val="4E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8" name="流程图: 决策 77"/>
          <p:cNvSpPr/>
          <p:nvPr userDrawn="1"/>
        </p:nvSpPr>
        <p:spPr>
          <a:xfrm>
            <a:off x="2440724" y="3637362"/>
            <a:ext cx="2004033" cy="1952278"/>
          </a:xfrm>
          <a:prstGeom prst="flowChartDecision">
            <a:avLst/>
          </a:prstGeom>
          <a:solidFill>
            <a:srgbClr val="0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9" name="流程图: 决策 78"/>
          <p:cNvSpPr/>
          <p:nvPr userDrawn="1"/>
        </p:nvSpPr>
        <p:spPr>
          <a:xfrm>
            <a:off x="788051" y="2305361"/>
            <a:ext cx="2516693" cy="2451698"/>
          </a:xfrm>
          <a:prstGeom prst="flowChartDecision">
            <a:avLst/>
          </a:prstGeom>
          <a:solidFill>
            <a:srgbClr val="134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latin typeface="思源黑体 CN Normal" panose="020B0400000000000000" pitchFamily="34" charset="-128"/>
              <a:ea typeface="思源黑体 CN Normal" panose="020B0400000000000000" pitchFamily="34" charset="-128"/>
              <a:cs typeface="+mn-ea"/>
              <a:sym typeface="+mn-lt"/>
            </a:endParaRPr>
          </a:p>
        </p:txBody>
      </p:sp>
      <p:sp>
        <p:nvSpPr>
          <p:cNvPr id="10" name="流程图: 决策 79"/>
          <p:cNvSpPr/>
          <p:nvPr userDrawn="1"/>
        </p:nvSpPr>
        <p:spPr>
          <a:xfrm>
            <a:off x="3568337" y="2936824"/>
            <a:ext cx="1347513" cy="1260209"/>
          </a:xfrm>
          <a:prstGeom prst="flowChartDecision">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Normal" panose="020B0400000000000000" pitchFamily="34" charset="-128"/>
              <a:ea typeface="思源黑体 CN Normal" panose="020B0400000000000000" pitchFamily="34" charset="-128"/>
              <a:cs typeface="+mn-ea"/>
              <a:sym typeface="+mn-lt"/>
            </a:endParaRPr>
          </a:p>
        </p:txBody>
      </p:sp>
      <p:sp>
        <p:nvSpPr>
          <p:cNvPr id="17" name="文本占位符 30"/>
          <p:cNvSpPr>
            <a:spLocks noGrp="1"/>
          </p:cNvSpPr>
          <p:nvPr>
            <p:ph type="body" sz="quarter" idx="17" hasCustomPrompt="1"/>
          </p:nvPr>
        </p:nvSpPr>
        <p:spPr>
          <a:xfrm>
            <a:off x="4444757" y="2117359"/>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8" hasCustomPrompt="1"/>
          </p:nvPr>
        </p:nvSpPr>
        <p:spPr>
          <a:xfrm>
            <a:off x="4444757" y="1681039"/>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19" name="文本占位符 30"/>
          <p:cNvSpPr>
            <a:spLocks noGrp="1"/>
          </p:cNvSpPr>
          <p:nvPr>
            <p:ph type="body" sz="quarter" idx="19" hasCustomPrompt="1"/>
          </p:nvPr>
        </p:nvSpPr>
        <p:spPr>
          <a:xfrm>
            <a:off x="5107366" y="3277285"/>
            <a:ext cx="642202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0" name="文本占位符 30"/>
          <p:cNvSpPr>
            <a:spLocks noGrp="1"/>
          </p:cNvSpPr>
          <p:nvPr>
            <p:ph type="body" sz="quarter" idx="20" hasCustomPrompt="1"/>
          </p:nvPr>
        </p:nvSpPr>
        <p:spPr>
          <a:xfrm>
            <a:off x="5107366" y="2840965"/>
            <a:ext cx="642202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1" name="文本占位符 30"/>
          <p:cNvSpPr>
            <a:spLocks noGrp="1"/>
          </p:cNvSpPr>
          <p:nvPr>
            <p:ph type="body" sz="quarter" idx="21" hasCustomPrompt="1"/>
          </p:nvPr>
        </p:nvSpPr>
        <p:spPr>
          <a:xfrm>
            <a:off x="5018156" y="4459314"/>
            <a:ext cx="651123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2" name="文本占位符 30"/>
          <p:cNvSpPr>
            <a:spLocks noGrp="1"/>
          </p:cNvSpPr>
          <p:nvPr>
            <p:ph type="body" sz="quarter" idx="22" hasCustomPrompt="1"/>
          </p:nvPr>
        </p:nvSpPr>
        <p:spPr>
          <a:xfrm>
            <a:off x="5018156" y="4022994"/>
            <a:ext cx="651123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3" name="文本占位符 30"/>
          <p:cNvSpPr>
            <a:spLocks noGrp="1"/>
          </p:cNvSpPr>
          <p:nvPr>
            <p:ph type="body" sz="quarter" idx="23" hasCustomPrompt="1"/>
          </p:nvPr>
        </p:nvSpPr>
        <p:spPr>
          <a:xfrm>
            <a:off x="4444757" y="5613281"/>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4" name="文本占位符 30"/>
          <p:cNvSpPr>
            <a:spLocks noGrp="1"/>
          </p:cNvSpPr>
          <p:nvPr>
            <p:ph type="body" sz="quarter" idx="24" hasCustomPrompt="1"/>
          </p:nvPr>
        </p:nvSpPr>
        <p:spPr>
          <a:xfrm>
            <a:off x="4444757" y="5176961"/>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5" name="文本占位符 30"/>
          <p:cNvSpPr>
            <a:spLocks noGrp="1"/>
          </p:cNvSpPr>
          <p:nvPr>
            <p:ph type="body" sz="quarter" idx="25" hasCustomPrompt="1"/>
          </p:nvPr>
        </p:nvSpPr>
        <p:spPr>
          <a:xfrm>
            <a:off x="1567681" y="3255024"/>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6" name="文本占位符 30"/>
          <p:cNvSpPr>
            <a:spLocks noGrp="1"/>
          </p:cNvSpPr>
          <p:nvPr>
            <p:ph type="body" sz="quarter" idx="26" hasCustomPrompt="1"/>
          </p:nvPr>
        </p:nvSpPr>
        <p:spPr>
          <a:xfrm>
            <a:off x="3043396" y="2534774"/>
            <a:ext cx="928824" cy="47297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20%</a:t>
            </a:r>
            <a:endParaRPr kumimoji="1" lang="zh-CN" altLang="en-US" dirty="0"/>
          </a:p>
        </p:txBody>
      </p:sp>
      <p:sp>
        <p:nvSpPr>
          <p:cNvPr id="27" name="文本占位符 30"/>
          <p:cNvSpPr>
            <a:spLocks noGrp="1"/>
          </p:cNvSpPr>
          <p:nvPr>
            <p:ph type="body" sz="quarter" idx="27" hasCustomPrompt="1"/>
          </p:nvPr>
        </p:nvSpPr>
        <p:spPr>
          <a:xfrm>
            <a:off x="2934754" y="4305226"/>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8" name="文本占位符 30"/>
          <p:cNvSpPr>
            <a:spLocks noGrp="1"/>
          </p:cNvSpPr>
          <p:nvPr>
            <p:ph type="body" sz="quarter" idx="28" hasCustomPrompt="1"/>
          </p:nvPr>
        </p:nvSpPr>
        <p:spPr>
          <a:xfrm>
            <a:off x="3815128" y="3356524"/>
            <a:ext cx="832890" cy="44820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a:t>
            </a:r>
            <a:endParaRPr kumimoji="1" lang="zh-CN" altLang="en-US" dirty="0"/>
          </a:p>
        </p:txBody>
      </p:sp>
      <p:sp>
        <p:nvSpPr>
          <p:cNvPr id="3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架构图">
    <p:spTree>
      <p:nvGrpSpPr>
        <p:cNvPr id="1" name=""/>
        <p:cNvGrpSpPr/>
        <p:nvPr/>
      </p:nvGrpSpPr>
      <p:grpSpPr>
        <a:xfrm>
          <a:off x="0" y="0"/>
          <a:ext cx="0" cy="0"/>
          <a:chOff x="0" y="0"/>
          <a:chExt cx="0" cy="0"/>
        </a:xfrm>
      </p:grpSpPr>
      <p:grpSp>
        <p:nvGrpSpPr>
          <p:cNvPr id="6" name="组合 5"/>
          <p:cNvGrpSpPr/>
          <p:nvPr userDrawn="1"/>
        </p:nvGrpSpPr>
        <p:grpSpPr>
          <a:xfrm>
            <a:off x="694065" y="1486176"/>
            <a:ext cx="7776271" cy="4953786"/>
            <a:chOff x="582929" y="1006660"/>
            <a:chExt cx="8506284" cy="5418836"/>
          </a:xfrm>
        </p:grpSpPr>
        <p:sp>
          <p:nvSpPr>
            <p:cNvPr id="7" name="剪去单角的矩形 6"/>
            <p:cNvSpPr/>
            <p:nvPr/>
          </p:nvSpPr>
          <p:spPr>
            <a:xfrm>
              <a:off x="582929" y="5950356"/>
              <a:ext cx="8506284" cy="47514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0" name="剪去单角的矩形 9"/>
            <p:cNvSpPr/>
            <p:nvPr/>
          </p:nvSpPr>
          <p:spPr>
            <a:xfrm>
              <a:off x="582930" y="1006660"/>
              <a:ext cx="8506283" cy="2000880"/>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2" name="文本框 11"/>
            <p:cNvSpPr txBox="1"/>
            <p:nvPr/>
          </p:nvSpPr>
          <p:spPr>
            <a:xfrm>
              <a:off x="3870325" y="1071205"/>
              <a:ext cx="1708150" cy="336670"/>
            </a:xfrm>
            <a:prstGeom prst="rect">
              <a:avLst/>
            </a:prstGeom>
            <a:noFill/>
          </p:spPr>
          <p:txBody>
            <a:bodyPr wrap="square" rtlCol="0">
              <a:spAutoFit/>
            </a:bodyPr>
            <a:lstStyle/>
            <a:p>
              <a:pPr lvl="0" algn="ctr"/>
              <a:r>
                <a:rPr lang="zh-CN" altLang="en-US" sz="1400" dirty="0">
                  <a:solidFill>
                    <a:srgbClr val="383736"/>
                  </a:solidFill>
                  <a:latin typeface="思源黑体 CN Normal" panose="020B0400000000000000" pitchFamily="34" charset="-128"/>
                  <a:ea typeface="思源黑体 CN Normal" panose="020B0400000000000000" pitchFamily="34" charset="-128"/>
                  <a:sym typeface="+mn-ea"/>
                </a:rPr>
                <a:t>运维门户</a:t>
              </a:r>
            </a:p>
          </p:txBody>
        </p:sp>
        <p:grpSp>
          <p:nvGrpSpPr>
            <p:cNvPr id="13" name="组合 12"/>
            <p:cNvGrpSpPr/>
            <p:nvPr/>
          </p:nvGrpSpPr>
          <p:grpSpPr>
            <a:xfrm>
              <a:off x="684805" y="1524635"/>
              <a:ext cx="1297941" cy="1348105"/>
              <a:chOff x="684805" y="1524635"/>
              <a:chExt cx="1297941" cy="1348105"/>
            </a:xfrm>
          </p:grpSpPr>
          <p:sp>
            <p:nvSpPr>
              <p:cNvPr id="93" name="剪去单角的矩形 9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94" name="组合 93"/>
              <p:cNvGrpSpPr/>
              <p:nvPr/>
            </p:nvGrpSpPr>
            <p:grpSpPr>
              <a:xfrm>
                <a:off x="783105" y="1586698"/>
                <a:ext cx="1095997" cy="1178568"/>
                <a:chOff x="2218" y="2391"/>
                <a:chExt cx="1688" cy="2383"/>
              </a:xfrm>
            </p:grpSpPr>
            <p:sp>
              <p:nvSpPr>
                <p:cNvPr id="95" name="矩形 9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96" name="文本框 95"/>
                <p:cNvSpPr txBox="1"/>
                <p:nvPr userDrawn="1"/>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97" name="矩形 9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98" name="矩形 9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14" name="组合 13"/>
            <p:cNvGrpSpPr/>
            <p:nvPr/>
          </p:nvGrpSpPr>
          <p:grpSpPr>
            <a:xfrm>
              <a:off x="582929" y="3372920"/>
              <a:ext cx="8506284" cy="373202"/>
              <a:chOff x="582929" y="3338195"/>
              <a:chExt cx="8506284" cy="373202"/>
            </a:xfrm>
          </p:grpSpPr>
          <p:sp>
            <p:nvSpPr>
              <p:cNvPr id="91" name="剪去单角的矩形 90"/>
              <p:cNvSpPr/>
              <p:nvPr/>
            </p:nvSpPr>
            <p:spPr>
              <a:xfrm>
                <a:off x="582929" y="3338195"/>
                <a:ext cx="8506284" cy="373202"/>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92" name="文本框 91"/>
              <p:cNvSpPr txBox="1"/>
              <p:nvPr/>
            </p:nvSpPr>
            <p:spPr>
              <a:xfrm>
                <a:off x="3195274" y="3382266"/>
                <a:ext cx="3295650"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服务平台</a:t>
                </a:r>
              </a:p>
            </p:txBody>
          </p:sp>
        </p:grpSp>
        <p:grpSp>
          <p:nvGrpSpPr>
            <p:cNvPr id="15" name="组合 14"/>
            <p:cNvGrpSpPr/>
            <p:nvPr/>
          </p:nvGrpSpPr>
          <p:grpSpPr>
            <a:xfrm>
              <a:off x="586209" y="3870840"/>
              <a:ext cx="4201455" cy="701260"/>
              <a:chOff x="586209" y="3836115"/>
              <a:chExt cx="4201455" cy="701260"/>
            </a:xfrm>
          </p:grpSpPr>
          <p:sp>
            <p:nvSpPr>
              <p:cNvPr id="85" name="剪去单角的矩形 84"/>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86" name="文本框 85"/>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87" name="矩形 86"/>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080"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88" name="矩形 87"/>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89" name="矩形 88"/>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90" name="矩形 89"/>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16" name="组合 15"/>
            <p:cNvGrpSpPr/>
            <p:nvPr/>
          </p:nvGrpSpPr>
          <p:grpSpPr>
            <a:xfrm>
              <a:off x="586210" y="4724465"/>
              <a:ext cx="3549312" cy="1074183"/>
              <a:chOff x="586210" y="4724465"/>
              <a:chExt cx="3549312" cy="1074183"/>
            </a:xfrm>
          </p:grpSpPr>
          <p:sp>
            <p:nvSpPr>
              <p:cNvPr id="77" name="剪去单角的矩形 76"/>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78" name="文本框 77"/>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79" name="矩形 78"/>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80" name="矩形 79"/>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81" name="矩形 80"/>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82" name="矩形 81"/>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83" name="矩形 82"/>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84" name="矩形 83"/>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sp>
          <p:nvSpPr>
            <p:cNvPr id="17" name="圆柱体 304"/>
            <p:cNvSpPr/>
            <p:nvPr/>
          </p:nvSpPr>
          <p:spPr>
            <a:xfrm>
              <a:off x="4345215" y="4926750"/>
              <a:ext cx="976630" cy="730250"/>
            </a:xfrm>
            <a:prstGeom prst="can">
              <a:avLst/>
            </a:prstGeom>
            <a:solidFill>
              <a:srgbClr val="4FBA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b="1" dirty="0">
                  <a:solidFill>
                    <a:schemeClr val="bg1"/>
                  </a:solidFill>
                  <a:latin typeface="思源黑体 CN Normal" panose="020B0400000000000000" pitchFamily="34" charset="-128"/>
                  <a:ea typeface="思源黑体 CN Normal" panose="020B0400000000000000" pitchFamily="34" charset="-128"/>
                </a:rPr>
                <a:t>配置管理库</a:t>
              </a:r>
              <a:r>
                <a:rPr lang="en-US" altLang="zh-CN" sz="800" b="1" dirty="0">
                  <a:solidFill>
                    <a:schemeClr val="bg1"/>
                  </a:solidFill>
                  <a:latin typeface="思源黑体 CN Normal" panose="020B0400000000000000" pitchFamily="34" charset="-128"/>
                  <a:ea typeface="思源黑体 CN Normal" panose="020B0400000000000000" pitchFamily="34" charset="-128"/>
                </a:rPr>
                <a:t>AMDB</a:t>
              </a:r>
            </a:p>
          </p:txBody>
        </p:sp>
        <p:sp>
          <p:nvSpPr>
            <p:cNvPr id="18" name="矩形 17"/>
            <p:cNvSpPr/>
            <p:nvPr/>
          </p:nvSpPr>
          <p:spPr>
            <a:xfrm>
              <a:off x="69954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网络设备</a:t>
              </a:r>
            </a:p>
          </p:txBody>
        </p:sp>
        <p:sp>
          <p:nvSpPr>
            <p:cNvPr id="19" name="矩形 18"/>
            <p:cNvSpPr/>
            <p:nvPr/>
          </p:nvSpPr>
          <p:spPr>
            <a:xfrm>
              <a:off x="2403519"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a:t>
              </a:r>
            </a:p>
          </p:txBody>
        </p:sp>
        <p:sp>
          <p:nvSpPr>
            <p:cNvPr id="20" name="矩形 19"/>
            <p:cNvSpPr/>
            <p:nvPr/>
          </p:nvSpPr>
          <p:spPr>
            <a:xfrm>
              <a:off x="408300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数据库</a:t>
              </a:r>
            </a:p>
          </p:txBody>
        </p:sp>
        <p:sp>
          <p:nvSpPr>
            <p:cNvPr id="21" name="矩形 20"/>
            <p:cNvSpPr/>
            <p:nvPr/>
          </p:nvSpPr>
          <p:spPr>
            <a:xfrm>
              <a:off x="5762489" y="6050090"/>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中间件</a:t>
              </a:r>
            </a:p>
          </p:txBody>
        </p:sp>
        <p:sp>
          <p:nvSpPr>
            <p:cNvPr id="22" name="矩形 21"/>
            <p:cNvSpPr/>
            <p:nvPr/>
          </p:nvSpPr>
          <p:spPr>
            <a:xfrm>
              <a:off x="7450138"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a:t>
              </a:r>
            </a:p>
          </p:txBody>
        </p:sp>
        <p:sp>
          <p:nvSpPr>
            <p:cNvPr id="23" name="箭头: 上 4"/>
            <p:cNvSpPr/>
            <p:nvPr/>
          </p:nvSpPr>
          <p:spPr>
            <a:xfrm>
              <a:off x="2215007"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4" name="箭头: 上 4"/>
            <p:cNvSpPr/>
            <p:nvPr/>
          </p:nvSpPr>
          <p:spPr>
            <a:xfrm>
              <a:off x="4726051"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5" name="箭头: 上 4"/>
            <p:cNvSpPr/>
            <p:nvPr/>
          </p:nvSpPr>
          <p:spPr>
            <a:xfrm>
              <a:off x="7284339"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grpSp>
          <p:nvGrpSpPr>
            <p:cNvPr id="26" name="组合 25"/>
            <p:cNvGrpSpPr/>
            <p:nvPr/>
          </p:nvGrpSpPr>
          <p:grpSpPr>
            <a:xfrm>
              <a:off x="2083274" y="1522730"/>
              <a:ext cx="1297941" cy="1348105"/>
              <a:chOff x="684805" y="1524635"/>
              <a:chExt cx="1297941" cy="1348105"/>
            </a:xfrm>
          </p:grpSpPr>
          <p:sp>
            <p:nvSpPr>
              <p:cNvPr id="71" name="剪去单角的矩形 70"/>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72" name="组合 71"/>
              <p:cNvGrpSpPr/>
              <p:nvPr/>
            </p:nvGrpSpPr>
            <p:grpSpPr>
              <a:xfrm>
                <a:off x="803883" y="1586697"/>
                <a:ext cx="1095997" cy="1178567"/>
                <a:chOff x="2250" y="2391"/>
                <a:chExt cx="1688" cy="2383"/>
              </a:xfrm>
            </p:grpSpPr>
            <p:sp>
              <p:nvSpPr>
                <p:cNvPr id="73" name="矩形 72"/>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74" name="文本框 73"/>
                <p:cNvSpPr txBox="1"/>
                <p:nvPr/>
              </p:nvSpPr>
              <p:spPr>
                <a:xfrm>
                  <a:off x="2250"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75" name="矩形 74"/>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6" name="矩形 75"/>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7" name="组合 26"/>
            <p:cNvGrpSpPr/>
            <p:nvPr/>
          </p:nvGrpSpPr>
          <p:grpSpPr>
            <a:xfrm>
              <a:off x="3489724" y="1514587"/>
              <a:ext cx="1297941" cy="1348105"/>
              <a:chOff x="684805" y="1524635"/>
              <a:chExt cx="1297941" cy="1348105"/>
            </a:xfrm>
          </p:grpSpPr>
          <p:sp>
            <p:nvSpPr>
              <p:cNvPr id="65" name="剪去单角的矩形 64"/>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6" name="组合 65"/>
              <p:cNvGrpSpPr/>
              <p:nvPr/>
            </p:nvGrpSpPr>
            <p:grpSpPr>
              <a:xfrm>
                <a:off x="783105" y="1586697"/>
                <a:ext cx="1095997" cy="1178567"/>
                <a:chOff x="2218" y="2391"/>
                <a:chExt cx="1688" cy="2383"/>
              </a:xfrm>
            </p:grpSpPr>
            <p:sp>
              <p:nvSpPr>
                <p:cNvPr id="67" name="矩形 66"/>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8" name="文本框 67"/>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9" name="矩形 68"/>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0" name="矩形 69"/>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8" name="组合 27"/>
            <p:cNvGrpSpPr/>
            <p:nvPr/>
          </p:nvGrpSpPr>
          <p:grpSpPr>
            <a:xfrm>
              <a:off x="4889275" y="1514587"/>
              <a:ext cx="1297941" cy="1348105"/>
              <a:chOff x="684805" y="1524635"/>
              <a:chExt cx="1297941" cy="1348105"/>
            </a:xfrm>
          </p:grpSpPr>
          <p:sp>
            <p:nvSpPr>
              <p:cNvPr id="59" name="剪去单角的矩形 58"/>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0" name="组合 59"/>
              <p:cNvGrpSpPr/>
              <p:nvPr/>
            </p:nvGrpSpPr>
            <p:grpSpPr>
              <a:xfrm>
                <a:off x="772716" y="1586697"/>
                <a:ext cx="1095997" cy="1178567"/>
                <a:chOff x="2202" y="2391"/>
                <a:chExt cx="1688" cy="2383"/>
              </a:xfrm>
            </p:grpSpPr>
            <p:sp>
              <p:nvSpPr>
                <p:cNvPr id="61" name="矩形 60"/>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2" name="文本框 61"/>
                <p:cNvSpPr txBox="1"/>
                <p:nvPr/>
              </p:nvSpPr>
              <p:spPr>
                <a:xfrm>
                  <a:off x="2202"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3" name="矩形 62"/>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64" name="矩形 63"/>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9" name="组合 28"/>
            <p:cNvGrpSpPr/>
            <p:nvPr/>
          </p:nvGrpSpPr>
          <p:grpSpPr>
            <a:xfrm>
              <a:off x="6295996" y="1514587"/>
              <a:ext cx="1297941" cy="1348105"/>
              <a:chOff x="684805" y="1524635"/>
              <a:chExt cx="1297941" cy="1348105"/>
            </a:xfrm>
          </p:grpSpPr>
          <p:sp>
            <p:nvSpPr>
              <p:cNvPr id="53" name="剪去单角的矩形 5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54" name="组合 53"/>
              <p:cNvGrpSpPr/>
              <p:nvPr/>
            </p:nvGrpSpPr>
            <p:grpSpPr>
              <a:xfrm>
                <a:off x="793494" y="1586697"/>
                <a:ext cx="1095997" cy="1178567"/>
                <a:chOff x="2234" y="2391"/>
                <a:chExt cx="1688" cy="2383"/>
              </a:xfrm>
            </p:grpSpPr>
            <p:sp>
              <p:nvSpPr>
                <p:cNvPr id="55" name="矩形 5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6" name="文本框 55"/>
                <p:cNvSpPr txBox="1"/>
                <p:nvPr/>
              </p:nvSpPr>
              <p:spPr>
                <a:xfrm>
                  <a:off x="2234"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7" name="矩形 5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8" name="矩形 5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0" name="组合 29"/>
            <p:cNvGrpSpPr/>
            <p:nvPr/>
          </p:nvGrpSpPr>
          <p:grpSpPr>
            <a:xfrm>
              <a:off x="7693163" y="1514587"/>
              <a:ext cx="1297941" cy="1348105"/>
              <a:chOff x="684805" y="1524635"/>
              <a:chExt cx="1297941" cy="1348105"/>
            </a:xfrm>
          </p:grpSpPr>
          <p:sp>
            <p:nvSpPr>
              <p:cNvPr id="47" name="剪去单角的矩形 46"/>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48" name="组合 47"/>
              <p:cNvGrpSpPr/>
              <p:nvPr/>
            </p:nvGrpSpPr>
            <p:grpSpPr>
              <a:xfrm>
                <a:off x="783105" y="1586697"/>
                <a:ext cx="1095997" cy="1178567"/>
                <a:chOff x="2218" y="2391"/>
                <a:chExt cx="1688" cy="2383"/>
              </a:xfrm>
            </p:grpSpPr>
            <p:sp>
              <p:nvSpPr>
                <p:cNvPr id="49" name="矩形 48"/>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0" name="文本框 49"/>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1" name="矩形 50"/>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2" name="矩形 51"/>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1" name="组合 30"/>
            <p:cNvGrpSpPr/>
            <p:nvPr/>
          </p:nvGrpSpPr>
          <p:grpSpPr>
            <a:xfrm>
              <a:off x="4883758" y="3870840"/>
              <a:ext cx="4201455" cy="701260"/>
              <a:chOff x="586209" y="3836115"/>
              <a:chExt cx="4201455" cy="701260"/>
            </a:xfrm>
          </p:grpSpPr>
          <p:sp>
            <p:nvSpPr>
              <p:cNvPr id="41" name="剪去单角的矩形 40"/>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42" name="文本框 41"/>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43" name="矩形 42"/>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4" name="矩形 43"/>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45" name="矩形 44"/>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6" name="矩形 45"/>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32" name="组合 31"/>
            <p:cNvGrpSpPr/>
            <p:nvPr/>
          </p:nvGrpSpPr>
          <p:grpSpPr>
            <a:xfrm>
              <a:off x="5534612" y="4714632"/>
              <a:ext cx="3549312" cy="1074183"/>
              <a:chOff x="586210" y="4724465"/>
              <a:chExt cx="3549312" cy="1074183"/>
            </a:xfrm>
          </p:grpSpPr>
          <p:sp>
            <p:nvSpPr>
              <p:cNvPr id="33" name="剪去单角的矩形 32"/>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34" name="文本框 33"/>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35" name="矩形 34"/>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36" name="矩形 35"/>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37" name="矩形 36"/>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38" name="矩形 37"/>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39" name="矩形 38"/>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40" name="矩形 39"/>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grpSp>
      <p:sp>
        <p:nvSpPr>
          <p:cNvPr id="102" name="文本占位符 30"/>
          <p:cNvSpPr>
            <a:spLocks noGrp="1"/>
          </p:cNvSpPr>
          <p:nvPr>
            <p:ph type="body" sz="quarter" idx="15" hasCustomPrompt="1"/>
          </p:nvPr>
        </p:nvSpPr>
        <p:spPr>
          <a:xfrm>
            <a:off x="8878322" y="1900469"/>
            <a:ext cx="2739914" cy="4425604"/>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103" name="文本占位符 30"/>
          <p:cNvSpPr>
            <a:spLocks noGrp="1"/>
          </p:cNvSpPr>
          <p:nvPr>
            <p:ph type="body" sz="quarter" idx="16" hasCustomPrompt="1"/>
          </p:nvPr>
        </p:nvSpPr>
        <p:spPr>
          <a:xfrm>
            <a:off x="8878321" y="1486176"/>
            <a:ext cx="273991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架构图">
    <p:spTree>
      <p:nvGrpSpPr>
        <p:cNvPr id="1" name=""/>
        <p:cNvGrpSpPr/>
        <p:nvPr/>
      </p:nvGrpSpPr>
      <p:grpSpPr>
        <a:xfrm>
          <a:off x="0" y="0"/>
          <a:ext cx="0" cy="0"/>
          <a:chOff x="0" y="0"/>
          <a:chExt cx="0" cy="0"/>
        </a:xfrm>
      </p:grpSpPr>
      <p:grpSp>
        <p:nvGrpSpPr>
          <p:cNvPr id="101" name="组合 100"/>
          <p:cNvGrpSpPr/>
          <p:nvPr userDrawn="1"/>
        </p:nvGrpSpPr>
        <p:grpSpPr>
          <a:xfrm>
            <a:off x="659433" y="1382650"/>
            <a:ext cx="6832314" cy="4932207"/>
            <a:chOff x="623570" y="1334135"/>
            <a:chExt cx="7111365" cy="4547235"/>
          </a:xfrm>
        </p:grpSpPr>
        <p:grpSp>
          <p:nvGrpSpPr>
            <p:cNvPr id="102" name="组合 101"/>
            <p:cNvGrpSpPr/>
            <p:nvPr/>
          </p:nvGrpSpPr>
          <p:grpSpPr>
            <a:xfrm>
              <a:off x="656590" y="2640330"/>
              <a:ext cx="6176010" cy="2061210"/>
              <a:chOff x="1103" y="4144"/>
              <a:chExt cx="9726" cy="3246"/>
            </a:xfrm>
          </p:grpSpPr>
          <p:sp>
            <p:nvSpPr>
              <p:cNvPr id="128" name="剪去单角的矩形 127"/>
              <p:cNvSpPr/>
              <p:nvPr/>
            </p:nvSpPr>
            <p:spPr>
              <a:xfrm>
                <a:off x="1103" y="4144"/>
                <a:ext cx="9726" cy="3246"/>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剪去单角的矩形 128"/>
              <p:cNvSpPr/>
              <p:nvPr/>
            </p:nvSpPr>
            <p:spPr>
              <a:xfrm>
                <a:off x="1324" y="4456"/>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35" y="4967"/>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1" name="矩形 130"/>
              <p:cNvSpPr/>
              <p:nvPr/>
            </p:nvSpPr>
            <p:spPr>
              <a:xfrm>
                <a:off x="1535"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2" name="矩形 131"/>
              <p:cNvSpPr/>
              <p:nvPr/>
            </p:nvSpPr>
            <p:spPr>
              <a:xfrm>
                <a:off x="2537"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3" name="矩形 132"/>
              <p:cNvSpPr/>
              <p:nvPr/>
            </p:nvSpPr>
            <p:spPr>
              <a:xfrm>
                <a:off x="3539"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4" name="矩形 133"/>
              <p:cNvSpPr/>
              <p:nvPr/>
            </p:nvSpPr>
            <p:spPr>
              <a:xfrm>
                <a:off x="1535"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5" name="矩形 134"/>
              <p:cNvSpPr/>
              <p:nvPr/>
            </p:nvSpPr>
            <p:spPr>
              <a:xfrm>
                <a:off x="2537"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6" name="矩形 135"/>
              <p:cNvSpPr/>
              <p:nvPr/>
            </p:nvSpPr>
            <p:spPr>
              <a:xfrm>
                <a:off x="3539"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7" name="矩形 136"/>
              <p:cNvSpPr/>
              <p:nvPr/>
            </p:nvSpPr>
            <p:spPr>
              <a:xfrm>
                <a:off x="1535"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8" name="矩形 137"/>
              <p:cNvSpPr/>
              <p:nvPr/>
            </p:nvSpPr>
            <p:spPr>
              <a:xfrm>
                <a:off x="2537"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9" name="矩形 138"/>
              <p:cNvSpPr/>
              <p:nvPr/>
            </p:nvSpPr>
            <p:spPr>
              <a:xfrm>
                <a:off x="3539"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0" name="Rectangle 3"/>
              <p:cNvSpPr txBox="1">
                <a:spLocks noChangeArrowheads="1"/>
              </p:cNvSpPr>
              <p:nvPr/>
            </p:nvSpPr>
            <p:spPr bwMode="auto">
              <a:xfrm>
                <a:off x="1535" y="4516"/>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41" name="剪去单角的矩形 140"/>
              <p:cNvSpPr/>
              <p:nvPr/>
            </p:nvSpPr>
            <p:spPr>
              <a:xfrm>
                <a:off x="4793" y="4459"/>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4" y="4970"/>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3" name="矩形 142"/>
              <p:cNvSpPr/>
              <p:nvPr/>
            </p:nvSpPr>
            <p:spPr>
              <a:xfrm>
                <a:off x="5004"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4" name="矩形 143"/>
              <p:cNvSpPr/>
              <p:nvPr/>
            </p:nvSpPr>
            <p:spPr>
              <a:xfrm>
                <a:off x="6006"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5" name="矩形 144"/>
              <p:cNvSpPr/>
              <p:nvPr/>
            </p:nvSpPr>
            <p:spPr>
              <a:xfrm>
                <a:off x="7008"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6" name="矩形 145"/>
              <p:cNvSpPr/>
              <p:nvPr/>
            </p:nvSpPr>
            <p:spPr>
              <a:xfrm>
                <a:off x="5004"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7" name="矩形 146"/>
              <p:cNvSpPr/>
              <p:nvPr/>
            </p:nvSpPr>
            <p:spPr>
              <a:xfrm>
                <a:off x="6006"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8" name="矩形 147"/>
              <p:cNvSpPr/>
              <p:nvPr/>
            </p:nvSpPr>
            <p:spPr>
              <a:xfrm>
                <a:off x="7008"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9" name="矩形 148"/>
              <p:cNvSpPr/>
              <p:nvPr/>
            </p:nvSpPr>
            <p:spPr>
              <a:xfrm>
                <a:off x="5004"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0" name="矩形 149"/>
              <p:cNvSpPr/>
              <p:nvPr/>
            </p:nvSpPr>
            <p:spPr>
              <a:xfrm>
                <a:off x="6006"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1" name="矩形 150"/>
              <p:cNvSpPr/>
              <p:nvPr/>
            </p:nvSpPr>
            <p:spPr>
              <a:xfrm>
                <a:off x="7008"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2" name="Rectangle 3"/>
              <p:cNvSpPr txBox="1">
                <a:spLocks noChangeArrowheads="1"/>
              </p:cNvSpPr>
              <p:nvPr/>
            </p:nvSpPr>
            <p:spPr bwMode="auto">
              <a:xfrm>
                <a:off x="5004" y="4519"/>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53" name="剪去单角的矩形 152"/>
              <p:cNvSpPr/>
              <p:nvPr/>
            </p:nvSpPr>
            <p:spPr>
              <a:xfrm>
                <a:off x="8262" y="4459"/>
                <a:ext cx="235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8473" y="4970"/>
                <a:ext cx="1940"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5" name="矩形 154"/>
              <p:cNvSpPr/>
              <p:nvPr/>
            </p:nvSpPr>
            <p:spPr>
              <a:xfrm>
                <a:off x="8473"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6" name="矩形 155"/>
              <p:cNvSpPr/>
              <p:nvPr/>
            </p:nvSpPr>
            <p:spPr>
              <a:xfrm>
                <a:off x="9475"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7" name="矩形 156"/>
              <p:cNvSpPr/>
              <p:nvPr/>
            </p:nvSpPr>
            <p:spPr>
              <a:xfrm>
                <a:off x="8473"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8" name="矩形 157"/>
              <p:cNvSpPr/>
              <p:nvPr/>
            </p:nvSpPr>
            <p:spPr>
              <a:xfrm>
                <a:off x="9475"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9" name="矩形 158"/>
              <p:cNvSpPr/>
              <p:nvPr/>
            </p:nvSpPr>
            <p:spPr>
              <a:xfrm>
                <a:off x="8473"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0" name="矩形 159"/>
              <p:cNvSpPr/>
              <p:nvPr/>
            </p:nvSpPr>
            <p:spPr>
              <a:xfrm>
                <a:off x="9475"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1" name="Rectangle 3"/>
              <p:cNvSpPr txBox="1">
                <a:spLocks noChangeArrowheads="1"/>
              </p:cNvSpPr>
              <p:nvPr/>
            </p:nvSpPr>
            <p:spPr bwMode="auto">
              <a:xfrm>
                <a:off x="8473" y="4519"/>
                <a:ext cx="1940"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grpSp>
        <p:grpSp>
          <p:nvGrpSpPr>
            <p:cNvPr id="103" name="组合 102"/>
            <p:cNvGrpSpPr/>
            <p:nvPr/>
          </p:nvGrpSpPr>
          <p:grpSpPr>
            <a:xfrm>
              <a:off x="623570" y="1334135"/>
              <a:ext cx="6184265" cy="692785"/>
              <a:chOff x="1090" y="2519"/>
              <a:chExt cx="9739" cy="1091"/>
            </a:xfrm>
          </p:grpSpPr>
          <p:sp>
            <p:nvSpPr>
              <p:cNvPr id="122" name="剪去单角的矩形 121"/>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矩形 122"/>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4" name="矩形 123"/>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25" name="矩形 124"/>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6" name="矩形 125"/>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7" name="矩形 126"/>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4" name="组合 103"/>
            <p:cNvGrpSpPr/>
            <p:nvPr/>
          </p:nvGrpSpPr>
          <p:grpSpPr>
            <a:xfrm>
              <a:off x="623570" y="5188585"/>
              <a:ext cx="6184265" cy="692150"/>
              <a:chOff x="1090" y="2519"/>
              <a:chExt cx="9739" cy="1090"/>
            </a:xfrm>
          </p:grpSpPr>
          <p:sp>
            <p:nvSpPr>
              <p:cNvPr id="116" name="剪去单角的矩形 115"/>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8" name="矩形 117"/>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19" name="矩形 118"/>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0" name="矩形 119"/>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1" name="矩形 120"/>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5" name="组合 104"/>
            <p:cNvGrpSpPr/>
            <p:nvPr/>
          </p:nvGrpSpPr>
          <p:grpSpPr>
            <a:xfrm>
              <a:off x="7006590" y="1334135"/>
              <a:ext cx="728345" cy="4547235"/>
              <a:chOff x="11211" y="2519"/>
              <a:chExt cx="1147" cy="7161"/>
            </a:xfrm>
          </p:grpSpPr>
          <p:sp>
            <p:nvSpPr>
              <p:cNvPr id="106" name="剪去单角的矩形 105"/>
              <p:cNvSpPr/>
              <p:nvPr/>
            </p:nvSpPr>
            <p:spPr>
              <a:xfrm>
                <a:off x="11211" y="2695"/>
                <a:ext cx="1147" cy="6985"/>
              </a:xfrm>
              <a:prstGeom prst="snip1Rect">
                <a:avLst>
                  <a:gd name="adj" fmla="val 4639"/>
                </a:avLst>
              </a:prstGeom>
              <a:solidFill>
                <a:srgbClr val="FFFFFF"/>
              </a:solidFill>
              <a:ln>
                <a:solidFill>
                  <a:srgbClr val="D8D8D8"/>
                </a:solidFill>
              </a:ln>
              <a:effectLst>
                <a:outerShdw blurRad="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1211"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08" name="矩形 107"/>
              <p:cNvSpPr/>
              <p:nvPr/>
            </p:nvSpPr>
            <p:spPr>
              <a:xfrm>
                <a:off x="11335" y="319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09" name="矩形 108"/>
              <p:cNvSpPr/>
              <p:nvPr/>
            </p:nvSpPr>
            <p:spPr>
              <a:xfrm>
                <a:off x="11335" y="404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0" name="矩形 109"/>
              <p:cNvSpPr/>
              <p:nvPr/>
            </p:nvSpPr>
            <p:spPr>
              <a:xfrm>
                <a:off x="11335" y="488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1" name="矩形 110"/>
              <p:cNvSpPr/>
              <p:nvPr/>
            </p:nvSpPr>
            <p:spPr>
              <a:xfrm>
                <a:off x="11335" y="657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2" name="矩形 111"/>
              <p:cNvSpPr/>
              <p:nvPr/>
            </p:nvSpPr>
            <p:spPr>
              <a:xfrm>
                <a:off x="11335" y="742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3" name="矩形 112"/>
              <p:cNvSpPr/>
              <p:nvPr/>
            </p:nvSpPr>
            <p:spPr>
              <a:xfrm>
                <a:off x="11335" y="573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4" name="矩形 113"/>
              <p:cNvSpPr/>
              <p:nvPr/>
            </p:nvSpPr>
            <p:spPr>
              <a:xfrm>
                <a:off x="11335" y="826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5" name="矩形 114"/>
              <p:cNvSpPr/>
              <p:nvPr/>
            </p:nvSpPr>
            <p:spPr>
              <a:xfrm>
                <a:off x="11335" y="911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sp>
        <p:nvSpPr>
          <p:cNvPr id="67" name="文本占位符 30"/>
          <p:cNvSpPr>
            <a:spLocks noGrp="1"/>
          </p:cNvSpPr>
          <p:nvPr>
            <p:ph type="body" sz="quarter" idx="15" hasCustomPrompt="1"/>
          </p:nvPr>
        </p:nvSpPr>
        <p:spPr>
          <a:xfrm>
            <a:off x="7903712" y="1959552"/>
            <a:ext cx="3628855" cy="4248548"/>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68" name="文本占位符 30"/>
          <p:cNvSpPr>
            <a:spLocks noGrp="1"/>
          </p:cNvSpPr>
          <p:nvPr>
            <p:ph type="body" sz="quarter" idx="16" hasCustomPrompt="1"/>
          </p:nvPr>
        </p:nvSpPr>
        <p:spPr>
          <a:xfrm>
            <a:off x="7903712" y="1545259"/>
            <a:ext cx="362885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7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架构图">
    <p:spTree>
      <p:nvGrpSpPr>
        <p:cNvPr id="1" name=""/>
        <p:cNvGrpSpPr/>
        <p:nvPr/>
      </p:nvGrpSpPr>
      <p:grpSpPr>
        <a:xfrm>
          <a:off x="0" y="0"/>
          <a:ext cx="0" cy="0"/>
          <a:chOff x="0" y="0"/>
          <a:chExt cx="0" cy="0"/>
        </a:xfrm>
      </p:grpSpPr>
      <p:grpSp>
        <p:nvGrpSpPr>
          <p:cNvPr id="3" name="组合 2"/>
          <p:cNvGrpSpPr/>
          <p:nvPr userDrawn="1"/>
        </p:nvGrpSpPr>
        <p:grpSpPr>
          <a:xfrm>
            <a:off x="776796" y="2608127"/>
            <a:ext cx="10670847" cy="3811445"/>
            <a:chOff x="776796" y="2608127"/>
            <a:chExt cx="10670847" cy="3811445"/>
          </a:xfrm>
        </p:grpSpPr>
        <p:sp>
          <p:nvSpPr>
            <p:cNvPr id="4" name="剪去单角的矩形 3"/>
            <p:cNvSpPr/>
            <p:nvPr/>
          </p:nvSpPr>
          <p:spPr>
            <a:xfrm>
              <a:off x="776796" y="2625908"/>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rot="5400000">
              <a:off x="708534" y="3318494"/>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6" name="组合 5"/>
            <p:cNvGrpSpPr/>
            <p:nvPr/>
          </p:nvGrpSpPr>
          <p:grpSpPr>
            <a:xfrm>
              <a:off x="1409891" y="2625908"/>
              <a:ext cx="3218180" cy="1668781"/>
              <a:chOff x="1230630" y="1313815"/>
              <a:chExt cx="3218180" cy="1668781"/>
            </a:xfrm>
          </p:grpSpPr>
          <p:sp>
            <p:nvSpPr>
              <p:cNvPr id="61" name="剪去单角的矩形 60"/>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 name="组合 61"/>
              <p:cNvGrpSpPr/>
              <p:nvPr/>
            </p:nvGrpSpPr>
            <p:grpSpPr>
              <a:xfrm>
                <a:off x="1396174" y="1622729"/>
                <a:ext cx="2830830" cy="1026795"/>
                <a:chOff x="2247" y="2121"/>
                <a:chExt cx="4458" cy="1617"/>
              </a:xfrm>
            </p:grpSpPr>
            <p:sp>
              <p:nvSpPr>
                <p:cNvPr id="63" name="矩形 62"/>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4" name="矩形 63"/>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5" name="矩形 64"/>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66" name="文本框 65"/>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67" name="矩形 66"/>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8" name="矩形 67"/>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9" name="矩形 68"/>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7" name="组合 6"/>
            <p:cNvGrpSpPr/>
            <p:nvPr/>
          </p:nvGrpSpPr>
          <p:grpSpPr>
            <a:xfrm>
              <a:off x="4828108" y="2619929"/>
              <a:ext cx="3218180" cy="1668781"/>
              <a:chOff x="1230630" y="1313815"/>
              <a:chExt cx="3218180" cy="1668781"/>
            </a:xfrm>
          </p:grpSpPr>
          <p:sp>
            <p:nvSpPr>
              <p:cNvPr id="52" name="剪去单角的矩形 51"/>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p:cNvGrpSpPr/>
              <p:nvPr/>
            </p:nvGrpSpPr>
            <p:grpSpPr>
              <a:xfrm>
                <a:off x="1396174" y="1622729"/>
                <a:ext cx="2830830" cy="1026795"/>
                <a:chOff x="2247" y="2121"/>
                <a:chExt cx="4458" cy="1617"/>
              </a:xfrm>
            </p:grpSpPr>
            <p:sp>
              <p:nvSpPr>
                <p:cNvPr id="54" name="矩形 53"/>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5" name="矩形 54"/>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6" name="矩形 55"/>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57" name="文本框 56"/>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58" name="矩形 57"/>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9" name="矩形 58"/>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0" name="矩形 59"/>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8" name="组合 7"/>
            <p:cNvGrpSpPr/>
            <p:nvPr/>
          </p:nvGrpSpPr>
          <p:grpSpPr>
            <a:xfrm>
              <a:off x="8229463" y="2608127"/>
              <a:ext cx="3218180" cy="1668781"/>
              <a:chOff x="1230630" y="1313815"/>
              <a:chExt cx="3218180" cy="1668781"/>
            </a:xfrm>
          </p:grpSpPr>
          <p:sp>
            <p:nvSpPr>
              <p:cNvPr id="43" name="剪去单角的矩形 42"/>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4" name="组合 43"/>
              <p:cNvGrpSpPr/>
              <p:nvPr/>
            </p:nvGrpSpPr>
            <p:grpSpPr>
              <a:xfrm>
                <a:off x="1396174" y="1622729"/>
                <a:ext cx="2830830" cy="1026795"/>
                <a:chOff x="2247" y="2121"/>
                <a:chExt cx="4458" cy="1617"/>
              </a:xfrm>
            </p:grpSpPr>
            <p:sp>
              <p:nvSpPr>
                <p:cNvPr id="45" name="矩形 44"/>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6" name="矩形 45"/>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7" name="矩形 46"/>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48" name="文本框 47"/>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9" name="矩形 48"/>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0" name="矩形 49"/>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1" name="矩形 50"/>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9" name="剪去单角的矩形 8"/>
            <p:cNvSpPr/>
            <p:nvPr/>
          </p:nvSpPr>
          <p:spPr>
            <a:xfrm>
              <a:off x="776796" y="4750791"/>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rot="5400000">
              <a:off x="708534" y="5443377"/>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12" name="组合 11"/>
            <p:cNvGrpSpPr/>
            <p:nvPr/>
          </p:nvGrpSpPr>
          <p:grpSpPr>
            <a:xfrm>
              <a:off x="1409891" y="4750791"/>
              <a:ext cx="3218180" cy="1668781"/>
              <a:chOff x="1230630" y="1313815"/>
              <a:chExt cx="3218180" cy="1668781"/>
            </a:xfrm>
          </p:grpSpPr>
          <p:sp>
            <p:nvSpPr>
              <p:cNvPr id="34" name="剪去单角的矩形 33"/>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5" name="组合 34"/>
              <p:cNvGrpSpPr/>
              <p:nvPr/>
            </p:nvGrpSpPr>
            <p:grpSpPr>
              <a:xfrm>
                <a:off x="1396174" y="1622729"/>
                <a:ext cx="2830830" cy="1026795"/>
                <a:chOff x="2247" y="2121"/>
                <a:chExt cx="4458" cy="1617"/>
              </a:xfrm>
            </p:grpSpPr>
            <p:sp>
              <p:nvSpPr>
                <p:cNvPr id="36" name="矩形 35"/>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7" name="矩形 36"/>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8" name="矩形 37"/>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9" name="文本框 38"/>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0" name="矩形 39"/>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1" name="矩形 40"/>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2" name="矩形 41"/>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3" name="组合 12"/>
            <p:cNvGrpSpPr/>
            <p:nvPr/>
          </p:nvGrpSpPr>
          <p:grpSpPr>
            <a:xfrm>
              <a:off x="4828108" y="4744812"/>
              <a:ext cx="3218180" cy="1668781"/>
              <a:chOff x="1230630" y="1313815"/>
              <a:chExt cx="3218180" cy="1668781"/>
            </a:xfrm>
          </p:grpSpPr>
          <p:sp>
            <p:nvSpPr>
              <p:cNvPr id="25" name="剪去单角的矩形 24"/>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p:cNvGrpSpPr/>
              <p:nvPr/>
            </p:nvGrpSpPr>
            <p:grpSpPr>
              <a:xfrm>
                <a:off x="1396174" y="1622729"/>
                <a:ext cx="2830830" cy="1026795"/>
                <a:chOff x="2247" y="2121"/>
                <a:chExt cx="4458" cy="1617"/>
              </a:xfrm>
            </p:grpSpPr>
            <p:sp>
              <p:nvSpPr>
                <p:cNvPr id="27" name="矩形 26"/>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8" name="矩形 27"/>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9" name="矩形 28"/>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0" name="文本框 29"/>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31" name="矩形 30"/>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2" name="矩形 31"/>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3" name="矩形 32"/>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4" name="组合 13"/>
            <p:cNvGrpSpPr/>
            <p:nvPr/>
          </p:nvGrpSpPr>
          <p:grpSpPr>
            <a:xfrm>
              <a:off x="8229463" y="4733010"/>
              <a:ext cx="3218180" cy="1668781"/>
              <a:chOff x="1230630" y="1313815"/>
              <a:chExt cx="3218180" cy="1668781"/>
            </a:xfrm>
          </p:grpSpPr>
          <p:sp>
            <p:nvSpPr>
              <p:cNvPr id="16" name="剪去单角的矩形 15"/>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p:cNvGrpSpPr/>
              <p:nvPr/>
            </p:nvGrpSpPr>
            <p:grpSpPr>
              <a:xfrm>
                <a:off x="1396174" y="1622729"/>
                <a:ext cx="2830830" cy="1026795"/>
                <a:chOff x="2247" y="2121"/>
                <a:chExt cx="4458" cy="1617"/>
              </a:xfrm>
            </p:grpSpPr>
            <p:sp>
              <p:nvSpPr>
                <p:cNvPr id="18" name="矩形 17"/>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19" name="矩形 18"/>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0" name="矩形 19"/>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21" name="文本框 20"/>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22" name="矩形 21"/>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3" name="矩形 22"/>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4" name="矩形 23"/>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15" name="箭头: 上 4"/>
            <p:cNvSpPr/>
            <p:nvPr/>
          </p:nvSpPr>
          <p:spPr>
            <a:xfrm>
              <a:off x="6306514" y="4402643"/>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383736"/>
                </a:solidFill>
                <a:latin typeface="思源黑体 CN Normal" panose="020B0400000000000000" pitchFamily="34" charset="-128"/>
                <a:ea typeface="思源黑体 CN Normal" panose="020B0400000000000000" pitchFamily="34" charset="-128"/>
              </a:endParaRPr>
            </a:p>
          </p:txBody>
        </p:sp>
      </p:grpSp>
      <p:sp>
        <p:nvSpPr>
          <p:cNvPr id="72"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柱状图-2">
    <p:spTree>
      <p:nvGrpSpPr>
        <p:cNvPr id="1" name=""/>
        <p:cNvGrpSpPr/>
        <p:nvPr/>
      </p:nvGrpSpPr>
      <p:grpSpPr>
        <a:xfrm>
          <a:off x="0" y="0"/>
          <a:ext cx="0" cy="0"/>
          <a:chOff x="0" y="0"/>
          <a:chExt cx="0" cy="0"/>
        </a:xfrm>
      </p:grpSpPr>
      <p:graphicFrame>
        <p:nvGraphicFramePr>
          <p:cNvPr id="4" name="图表 3"/>
          <p:cNvGraphicFramePr/>
          <p:nvPr userDrawn="1"/>
        </p:nvGraphicFramePr>
        <p:xfrm>
          <a:off x="479805" y="2405269"/>
          <a:ext cx="5446643" cy="3796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p:nvPr userDrawn="1"/>
        </p:nvGraphicFramePr>
        <p:xfrm>
          <a:off x="6265554" y="2405269"/>
          <a:ext cx="5446643" cy="3796637"/>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柱状图-3">
    <p:spTree>
      <p:nvGrpSpPr>
        <p:cNvPr id="1" name=""/>
        <p:cNvGrpSpPr/>
        <p:nvPr/>
      </p:nvGrpSpPr>
      <p:grpSpPr>
        <a:xfrm>
          <a:off x="0" y="0"/>
          <a:ext cx="0" cy="0"/>
          <a:chOff x="0" y="0"/>
          <a:chExt cx="0" cy="0"/>
        </a:xfrm>
      </p:grpSpPr>
      <p:graphicFrame>
        <p:nvGraphicFramePr>
          <p:cNvPr id="5" name="Chart 5"/>
          <p:cNvGraphicFramePr/>
          <p:nvPr userDrawn="1"/>
        </p:nvGraphicFramePr>
        <p:xfrm>
          <a:off x="512872" y="2698327"/>
          <a:ext cx="3097120" cy="20652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15"/>
          <p:cNvGraphicFramePr/>
          <p:nvPr userDrawn="1"/>
        </p:nvGraphicFramePr>
        <p:xfrm>
          <a:off x="4376932" y="2698327"/>
          <a:ext cx="3097120" cy="20652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6"/>
          <p:cNvGraphicFramePr/>
          <p:nvPr userDrawn="1"/>
        </p:nvGraphicFramePr>
        <p:xfrm>
          <a:off x="8390686" y="2675467"/>
          <a:ext cx="3097120" cy="2065285"/>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işliḍê"/>
          <p:cNvGrpSpPr/>
          <p:nvPr userDrawn="1"/>
        </p:nvGrpSpPr>
        <p:grpSpPr>
          <a:xfrm>
            <a:off x="431114" y="4763612"/>
            <a:ext cx="3562348" cy="1357834"/>
            <a:chOff x="615059" y="4668235"/>
            <a:chExt cx="2898020" cy="1357834"/>
          </a:xfrm>
        </p:grpSpPr>
        <p:sp>
          <p:nvSpPr>
            <p:cNvPr id="10"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2"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3" name="işliḍê"/>
          <p:cNvGrpSpPr/>
          <p:nvPr userDrawn="1"/>
        </p:nvGrpSpPr>
        <p:grpSpPr>
          <a:xfrm>
            <a:off x="4144318" y="4763612"/>
            <a:ext cx="3562348" cy="1357834"/>
            <a:chOff x="615059" y="4668235"/>
            <a:chExt cx="2898020" cy="1357834"/>
          </a:xfrm>
        </p:grpSpPr>
        <p:sp>
          <p:nvSpPr>
            <p:cNvPr id="14"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5"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6" name="işliḍê"/>
          <p:cNvGrpSpPr/>
          <p:nvPr userDrawn="1"/>
        </p:nvGrpSpPr>
        <p:grpSpPr>
          <a:xfrm>
            <a:off x="8240992" y="4740752"/>
            <a:ext cx="3562348" cy="1357834"/>
            <a:chOff x="615059" y="4668235"/>
            <a:chExt cx="2898020" cy="1357834"/>
          </a:xfrm>
        </p:grpSpPr>
        <p:sp>
          <p:nvSpPr>
            <p:cNvPr id="17"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8"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折线图-1">
    <p:spTree>
      <p:nvGrpSpPr>
        <p:cNvPr id="1" name=""/>
        <p:cNvGrpSpPr/>
        <p:nvPr/>
      </p:nvGrpSpPr>
      <p:grpSpPr>
        <a:xfrm>
          <a:off x="0" y="0"/>
          <a:ext cx="0" cy="0"/>
          <a:chOff x="0" y="0"/>
          <a:chExt cx="0" cy="0"/>
        </a:xfrm>
      </p:grpSpPr>
      <p:graphicFrame>
        <p:nvGraphicFramePr>
          <p:cNvPr id="19" name="图表 18"/>
          <p:cNvGraphicFramePr/>
          <p:nvPr userDrawn="1"/>
        </p:nvGraphicFramePr>
        <p:xfrm>
          <a:off x="730452" y="1972933"/>
          <a:ext cx="6045845" cy="4030563"/>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30"/>
          <p:cNvSpPr>
            <a:spLocks noGrp="1"/>
          </p:cNvSpPr>
          <p:nvPr>
            <p:ph type="body" sz="quarter" idx="15" hasCustomPrompt="1"/>
          </p:nvPr>
        </p:nvSpPr>
        <p:spPr>
          <a:xfrm>
            <a:off x="7489678" y="2307343"/>
            <a:ext cx="3960333" cy="3666489"/>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8" name="文本占位符 30"/>
          <p:cNvSpPr>
            <a:spLocks noGrp="1"/>
          </p:cNvSpPr>
          <p:nvPr>
            <p:ph type="body" sz="quarter" idx="16" hasCustomPrompt="1"/>
          </p:nvPr>
        </p:nvSpPr>
        <p:spPr>
          <a:xfrm>
            <a:off x="7489678" y="1893050"/>
            <a:ext cx="396033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折线图-2">
    <p:spTree>
      <p:nvGrpSpPr>
        <p:cNvPr id="1" name=""/>
        <p:cNvGrpSpPr/>
        <p:nvPr/>
      </p:nvGrpSpPr>
      <p:grpSpPr>
        <a:xfrm>
          <a:off x="0" y="0"/>
          <a:ext cx="0" cy="0"/>
          <a:chOff x="0" y="0"/>
          <a:chExt cx="0" cy="0"/>
        </a:xfrm>
      </p:grpSpPr>
      <p:graphicFrame>
        <p:nvGraphicFramePr>
          <p:cNvPr id="3" name="图表 2"/>
          <p:cNvGraphicFramePr/>
          <p:nvPr userDrawn="1"/>
        </p:nvGraphicFramePr>
        <p:xfrm>
          <a:off x="730453" y="2743200"/>
          <a:ext cx="5141904" cy="3427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338773" y="2758440"/>
          <a:ext cx="5141904" cy="3427936"/>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组合图-2">
    <p:spTree>
      <p:nvGrpSpPr>
        <p:cNvPr id="1" name=""/>
        <p:cNvGrpSpPr/>
        <p:nvPr/>
      </p:nvGrpSpPr>
      <p:grpSpPr>
        <a:xfrm>
          <a:off x="0" y="0"/>
          <a:ext cx="0" cy="0"/>
          <a:chOff x="0" y="0"/>
          <a:chExt cx="0" cy="0"/>
        </a:xfrm>
      </p:grpSpPr>
      <p:graphicFrame>
        <p:nvGraphicFramePr>
          <p:cNvPr id="3" name="图表 2"/>
          <p:cNvGraphicFramePr/>
          <p:nvPr userDrawn="1"/>
        </p:nvGraphicFramePr>
        <p:xfrm>
          <a:off x="741989" y="2637496"/>
          <a:ext cx="5187757" cy="34585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262256" y="2637495"/>
          <a:ext cx="5187757" cy="3458505"/>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封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182" y="670966"/>
            <a:ext cx="12430364" cy="7724217"/>
          </a:xfrm>
          <a:prstGeom prst="rect">
            <a:avLst/>
          </a:prstGeom>
        </p:spPr>
      </p:pic>
      <p:sp>
        <p:nvSpPr>
          <p:cNvPr id="17" name="Freeform 43"/>
          <p:cNvSpPr>
            <a:spLocks noEditPoints="1"/>
          </p:cNvSpPr>
          <p:nvPr userDrawn="1"/>
        </p:nvSpPr>
        <p:spPr bwMode="auto">
          <a:xfrm flipH="1">
            <a:off x="10499725" y="4999038"/>
            <a:ext cx="173038" cy="174625"/>
          </a:xfrm>
          <a:custGeom>
            <a:avLst/>
            <a:gdLst>
              <a:gd name="T0" fmla="*/ 54 w 109"/>
              <a:gd name="T1" fmla="*/ 106 h 110"/>
              <a:gd name="T2" fmla="*/ 4 w 109"/>
              <a:gd name="T3" fmla="*/ 55 h 110"/>
              <a:gd name="T4" fmla="*/ 54 w 109"/>
              <a:gd name="T5" fmla="*/ 4 h 110"/>
              <a:gd name="T6" fmla="*/ 105 w 109"/>
              <a:gd name="T7" fmla="*/ 55 h 110"/>
              <a:gd name="T8" fmla="*/ 54 w 109"/>
              <a:gd name="T9" fmla="*/ 106 h 110"/>
              <a:gd name="T10" fmla="*/ 54 w 109"/>
              <a:gd name="T11" fmla="*/ 0 h 110"/>
              <a:gd name="T12" fmla="*/ 0 w 109"/>
              <a:gd name="T13" fmla="*/ 55 h 110"/>
              <a:gd name="T14" fmla="*/ 54 w 109"/>
              <a:gd name="T15" fmla="*/ 110 h 110"/>
              <a:gd name="T16" fmla="*/ 109 w 109"/>
              <a:gd name="T17" fmla="*/ 55 h 110"/>
              <a:gd name="T18" fmla="*/ 54 w 109"/>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10">
                <a:moveTo>
                  <a:pt x="54" y="106"/>
                </a:moveTo>
                <a:cubicBezTo>
                  <a:pt x="26" y="106"/>
                  <a:pt x="4" y="83"/>
                  <a:pt x="4" y="55"/>
                </a:cubicBezTo>
                <a:cubicBezTo>
                  <a:pt x="4" y="27"/>
                  <a:pt x="26" y="4"/>
                  <a:pt x="54" y="4"/>
                </a:cubicBezTo>
                <a:cubicBezTo>
                  <a:pt x="82" y="4"/>
                  <a:pt x="105" y="27"/>
                  <a:pt x="105" y="55"/>
                </a:cubicBezTo>
                <a:cubicBezTo>
                  <a:pt x="105" y="83"/>
                  <a:pt x="82" y="106"/>
                  <a:pt x="54" y="106"/>
                </a:cubicBezTo>
                <a:moveTo>
                  <a:pt x="54" y="0"/>
                </a:moveTo>
                <a:cubicBezTo>
                  <a:pt x="24" y="0"/>
                  <a:pt x="0" y="25"/>
                  <a:pt x="0" y="55"/>
                </a:cubicBezTo>
                <a:cubicBezTo>
                  <a:pt x="0" y="85"/>
                  <a:pt x="24" y="110"/>
                  <a:pt x="54" y="110"/>
                </a:cubicBezTo>
                <a:cubicBezTo>
                  <a:pt x="84" y="110"/>
                  <a:pt x="109" y="85"/>
                  <a:pt x="109" y="55"/>
                </a:cubicBezTo>
                <a:cubicBezTo>
                  <a:pt x="109" y="25"/>
                  <a:pt x="84" y="0"/>
                  <a:pt x="54" y="0"/>
                </a:cubicBezTo>
              </a:path>
            </a:pathLst>
          </a:custGeom>
          <a:solidFill>
            <a:srgbClr val="F1F0F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29" name="图片 28" descr="logo"/>
          <p:cNvPicPr>
            <a:picLocks noChangeAspect="1"/>
          </p:cNvPicPr>
          <p:nvPr userDrawn="1"/>
        </p:nvPicPr>
        <p:blipFill>
          <a:blip r:embed="rId3"/>
          <a:stretch>
            <a:fillRect/>
          </a:stretch>
        </p:blipFill>
        <p:spPr>
          <a:xfrm>
            <a:off x="4186239" y="2744207"/>
            <a:ext cx="3949699" cy="1209008"/>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2026/2/27</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1_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241" y="-359049"/>
            <a:ext cx="12426393" cy="7721750"/>
          </a:xfrm>
          <a:prstGeom prst="rect">
            <a:avLst/>
          </a:prstGeom>
        </p:spPr>
      </p:pic>
      <p:pic>
        <p:nvPicPr>
          <p:cNvPr id="39" name="图片 38"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9"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
        <p:nvSpPr>
          <p:cNvPr id="18" name="文本占位符 30"/>
          <p:cNvSpPr>
            <a:spLocks noGrp="1"/>
          </p:cNvSpPr>
          <p:nvPr>
            <p:ph type="body" sz="quarter" idx="17" hasCustomPrompt="1"/>
          </p:nvPr>
        </p:nvSpPr>
        <p:spPr>
          <a:xfrm>
            <a:off x="3503042" y="3188690"/>
            <a:ext cx="5419184" cy="5318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2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Tree>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userDrawn="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105" y="0"/>
            <a:ext cx="12272210" cy="6858000"/>
          </a:xfrm>
          <a:prstGeom prst="rect">
            <a:avLst/>
          </a:prstGeom>
        </p:spPr>
      </p:pic>
      <p:pic>
        <p:nvPicPr>
          <p:cNvPr id="13" name="图片 12"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1" name="文本占位符 30"/>
          <p:cNvSpPr>
            <a:spLocks noGrp="1"/>
          </p:cNvSpPr>
          <p:nvPr>
            <p:ph type="body" sz="quarter" idx="15" hasCustomPrompt="1"/>
          </p:nvPr>
        </p:nvSpPr>
        <p:spPr>
          <a:xfrm>
            <a:off x="3503042" y="3280927"/>
            <a:ext cx="5419184" cy="124535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2"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章节</a:t>
            </a:r>
            <a:r>
              <a:rPr kumimoji="1" lang="en-US" altLang="zh-CN" dirty="0"/>
              <a:t>1</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logo+标题">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logo-无标题">
    <p:spTree>
      <p:nvGrpSpPr>
        <p:cNvPr id="1" name=""/>
        <p:cNvGrpSpPr/>
        <p:nvPr/>
      </p:nvGrpSpPr>
      <p:grpSpPr>
        <a:xfrm>
          <a:off x="0" y="0"/>
          <a:ext cx="0" cy="0"/>
          <a:chOff x="0" y="0"/>
          <a:chExt cx="0" cy="0"/>
        </a:xfrm>
      </p:grpSpPr>
      <p:pic>
        <p:nvPicPr>
          <p:cNvPr id="13" name="图片 12" descr="logo"/>
          <p:cNvPicPr>
            <a:picLocks noChangeAspect="1"/>
          </p:cNvPicPr>
          <p:nvPr userDrawn="1"/>
        </p:nvPicPr>
        <p:blipFill>
          <a:blip r:embed="rId2"/>
          <a:stretch>
            <a:fillRect/>
          </a:stretch>
        </p:blipFill>
        <p:spPr>
          <a:xfrm>
            <a:off x="9628603" y="418510"/>
            <a:ext cx="1989632" cy="60902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目录-3">
    <p:spTree>
      <p:nvGrpSpPr>
        <p:cNvPr id="1" name=""/>
        <p:cNvGrpSpPr/>
        <p:nvPr/>
      </p:nvGrpSpPr>
      <p:grpSpPr>
        <a:xfrm>
          <a:off x="0" y="0"/>
          <a:ext cx="0" cy="0"/>
          <a:chOff x="0" y="0"/>
          <a:chExt cx="0" cy="0"/>
        </a:xfrm>
      </p:grpSpPr>
      <p:cxnSp>
        <p:nvCxnSpPr>
          <p:cNvPr id="24"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logo"/>
          <p:cNvPicPr>
            <a:picLocks noChangeAspect="1"/>
          </p:cNvPicPr>
          <p:nvPr userDrawn="1"/>
        </p:nvPicPr>
        <p:blipFill>
          <a:blip r:embed="rId2"/>
          <a:stretch>
            <a:fillRect/>
          </a:stretch>
        </p:blipFill>
        <p:spPr>
          <a:xfrm>
            <a:off x="9628603" y="418510"/>
            <a:ext cx="1989632" cy="609029"/>
          </a:xfrm>
          <a:prstGeom prst="rect">
            <a:avLst/>
          </a:prstGeom>
        </p:spPr>
      </p:pic>
      <p:sp>
        <p:nvSpPr>
          <p:cNvPr id="19" name="标题 1"/>
          <p:cNvSpPr>
            <a:spLocks noGrp="1"/>
          </p:cNvSpPr>
          <p:nvPr>
            <p:ph type="title" hasCustomPrompt="1"/>
          </p:nvPr>
        </p:nvSpPr>
        <p:spPr>
          <a:xfrm>
            <a:off x="6274805" y="1845063"/>
            <a:ext cx="4009526" cy="368433"/>
          </a:xfrm>
        </p:spPr>
        <p:txBody>
          <a:bodyPr/>
          <a:lstStyle>
            <a:lvl1pPr>
              <a:defRPr sz="2200" b="1"/>
            </a:lvl1pPr>
          </a:lstStyle>
          <a:p>
            <a:r>
              <a:rPr kumimoji="1" lang="zh-CN" altLang="en-US" dirty="0"/>
              <a:t>标题名称</a:t>
            </a:r>
          </a:p>
        </p:txBody>
      </p:sp>
      <p:sp>
        <p:nvSpPr>
          <p:cNvPr id="31" name="文本占位符 30"/>
          <p:cNvSpPr>
            <a:spLocks noGrp="1"/>
          </p:cNvSpPr>
          <p:nvPr>
            <p:ph type="body" sz="quarter" idx="10" hasCustomPrompt="1"/>
          </p:nvPr>
        </p:nvSpPr>
        <p:spPr>
          <a:xfrm>
            <a:off x="6275388" y="22983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274805" y="35658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275388" y="3070958"/>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274805" y="481436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275388" y="4334183"/>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5" name="iṣ1idé"/>
          <p:cNvSpPr/>
          <p:nvPr userDrawn="1"/>
        </p:nvSpPr>
        <p:spPr bwMode="auto">
          <a:xfrm>
            <a:off x="5274386" y="190991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6" name="ïṣlídé"/>
          <p:cNvSpPr/>
          <p:nvPr userDrawn="1"/>
        </p:nvSpPr>
        <p:spPr bwMode="auto">
          <a:xfrm>
            <a:off x="5292622" y="3122048"/>
            <a:ext cx="814372" cy="814373"/>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7" name="ïṥlíḋe"/>
          <p:cNvSpPr/>
          <p:nvPr userDrawn="1"/>
        </p:nvSpPr>
        <p:spPr bwMode="auto">
          <a:xfrm>
            <a:off x="5292622" y="433418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文本占位符 30"/>
          <p:cNvSpPr>
            <a:spLocks noGrp="1"/>
          </p:cNvSpPr>
          <p:nvPr>
            <p:ph type="body" sz="quarter" idx="18" hasCustomPrompt="1"/>
          </p:nvPr>
        </p:nvSpPr>
        <p:spPr>
          <a:xfrm>
            <a:off x="5519738" y="2151918"/>
            <a:ext cx="323668" cy="3227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0" name="文本占位符 30"/>
          <p:cNvSpPr>
            <a:spLocks noGrp="1"/>
          </p:cNvSpPr>
          <p:nvPr>
            <p:ph type="body" sz="quarter" idx="19" hasCustomPrompt="1"/>
          </p:nvPr>
        </p:nvSpPr>
        <p:spPr>
          <a:xfrm>
            <a:off x="5537974" y="3373201"/>
            <a:ext cx="323668" cy="322764"/>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1" name="文本占位符 30"/>
          <p:cNvSpPr>
            <a:spLocks noGrp="1"/>
          </p:cNvSpPr>
          <p:nvPr>
            <p:ph type="body" sz="quarter" idx="20" hasCustomPrompt="1"/>
          </p:nvPr>
        </p:nvSpPr>
        <p:spPr>
          <a:xfrm>
            <a:off x="5537974" y="4582582"/>
            <a:ext cx="323668" cy="32832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目录-4">
    <p:spTree>
      <p:nvGrpSpPr>
        <p:cNvPr id="1" name=""/>
        <p:cNvGrpSpPr/>
        <p:nvPr/>
      </p:nvGrpSpPr>
      <p:grpSpPr>
        <a:xfrm>
          <a:off x="0" y="0"/>
          <a:ext cx="0" cy="0"/>
          <a:chOff x="0" y="0"/>
          <a:chExt cx="0" cy="0"/>
        </a:xfrm>
      </p:grpSpPr>
      <p:pic>
        <p:nvPicPr>
          <p:cNvPr id="27" name="图片 26" descr="logo"/>
          <p:cNvPicPr>
            <a:picLocks noChangeAspect="1"/>
          </p:cNvPicPr>
          <p:nvPr userDrawn="1"/>
        </p:nvPicPr>
        <p:blipFill>
          <a:blip r:embed="rId2"/>
          <a:stretch>
            <a:fillRect/>
          </a:stretch>
        </p:blipFill>
        <p:spPr>
          <a:xfrm>
            <a:off x="9628603" y="418510"/>
            <a:ext cx="1989632" cy="609029"/>
          </a:xfrm>
          <a:prstGeom prst="rect">
            <a:avLst/>
          </a:prstGeom>
        </p:spPr>
      </p:pic>
      <p:cxnSp>
        <p:nvCxnSpPr>
          <p:cNvPr id="21"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标题 1"/>
          <p:cNvSpPr>
            <a:spLocks noGrp="1"/>
          </p:cNvSpPr>
          <p:nvPr>
            <p:ph type="title" hasCustomPrompt="1"/>
          </p:nvPr>
        </p:nvSpPr>
        <p:spPr>
          <a:xfrm>
            <a:off x="6300316" y="1340768"/>
            <a:ext cx="4009526" cy="368433"/>
          </a:xfrm>
        </p:spPr>
        <p:txBody>
          <a:bodyPr/>
          <a:lstStyle>
            <a:lvl1pPr>
              <a:defRPr sz="2200" b="1"/>
            </a:lvl1pPr>
          </a:lstStyle>
          <a:p>
            <a:r>
              <a:rPr kumimoji="1" lang="zh-CN" altLang="en-US" dirty="0"/>
              <a:t>标题名称</a:t>
            </a:r>
          </a:p>
        </p:txBody>
      </p:sp>
      <p:sp>
        <p:nvSpPr>
          <p:cNvPr id="32" name="文本占位符 30"/>
          <p:cNvSpPr>
            <a:spLocks noGrp="1"/>
          </p:cNvSpPr>
          <p:nvPr>
            <p:ph type="body" sz="quarter" idx="10" hasCustomPrompt="1"/>
          </p:nvPr>
        </p:nvSpPr>
        <p:spPr>
          <a:xfrm>
            <a:off x="6300899" y="179403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300316" y="302159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300899" y="2526726"/>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300316" y="4212497"/>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300899" y="3732319"/>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5" hasCustomPrompt="1"/>
          </p:nvPr>
        </p:nvSpPr>
        <p:spPr>
          <a:xfrm>
            <a:off x="6300316" y="540483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8" name="文本占位符 30"/>
          <p:cNvSpPr>
            <a:spLocks noGrp="1"/>
          </p:cNvSpPr>
          <p:nvPr>
            <p:ph type="body" sz="quarter" idx="16" hasCustomPrompt="1"/>
          </p:nvPr>
        </p:nvSpPr>
        <p:spPr>
          <a:xfrm>
            <a:off x="6300899" y="4924656"/>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9"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8" name="iṣ1idé"/>
          <p:cNvSpPr/>
          <p:nvPr userDrawn="1"/>
        </p:nvSpPr>
        <p:spPr bwMode="auto">
          <a:xfrm>
            <a:off x="5249672" y="134076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9" name="îslïdè"/>
          <p:cNvSpPr/>
          <p:nvPr userDrawn="1"/>
        </p:nvSpPr>
        <p:spPr bwMode="auto">
          <a:xfrm>
            <a:off x="5249672" y="4924656"/>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0" name="ïṣlídé"/>
          <p:cNvSpPr/>
          <p:nvPr userDrawn="1"/>
        </p:nvSpPr>
        <p:spPr bwMode="auto">
          <a:xfrm>
            <a:off x="5267908" y="2552903"/>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2" name="ïṥlíḋe"/>
          <p:cNvSpPr/>
          <p:nvPr userDrawn="1"/>
        </p:nvSpPr>
        <p:spPr bwMode="auto">
          <a:xfrm>
            <a:off x="5267908" y="376503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23" name="文本占位符 30"/>
          <p:cNvSpPr>
            <a:spLocks noGrp="1"/>
          </p:cNvSpPr>
          <p:nvPr>
            <p:ph type="body" sz="quarter" idx="18" hasCustomPrompt="1"/>
          </p:nvPr>
        </p:nvSpPr>
        <p:spPr>
          <a:xfrm>
            <a:off x="5495242" y="1604531"/>
            <a:ext cx="323668" cy="29984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4" name="文本占位符 30"/>
          <p:cNvSpPr>
            <a:spLocks noGrp="1"/>
          </p:cNvSpPr>
          <p:nvPr>
            <p:ph type="body" sz="quarter" idx="19" hasCustomPrompt="1"/>
          </p:nvPr>
        </p:nvSpPr>
        <p:spPr>
          <a:xfrm>
            <a:off x="5517913" y="2834539"/>
            <a:ext cx="323668" cy="33941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5" name="文本占位符 30"/>
          <p:cNvSpPr>
            <a:spLocks noGrp="1"/>
          </p:cNvSpPr>
          <p:nvPr>
            <p:ph type="body" sz="quarter" idx="20" hasCustomPrompt="1"/>
          </p:nvPr>
        </p:nvSpPr>
        <p:spPr>
          <a:xfrm>
            <a:off x="5509097" y="4017522"/>
            <a:ext cx="323668" cy="32776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
        <p:nvSpPr>
          <p:cNvPr id="28" name="文本占位符 30"/>
          <p:cNvSpPr>
            <a:spLocks noGrp="1"/>
          </p:cNvSpPr>
          <p:nvPr>
            <p:ph type="body" sz="quarter" idx="21" hasCustomPrompt="1"/>
          </p:nvPr>
        </p:nvSpPr>
        <p:spPr>
          <a:xfrm>
            <a:off x="5496823" y="5192581"/>
            <a:ext cx="323668" cy="32465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版式-3">
    <p:bg>
      <p:bgPr>
        <a:solidFill>
          <a:schemeClr val="bg1"/>
        </a:solidFill>
        <a:effectLst/>
      </p:bgPr>
    </p:bg>
    <p:spTree>
      <p:nvGrpSpPr>
        <p:cNvPr id="1" name=""/>
        <p:cNvGrpSpPr/>
        <p:nvPr/>
      </p:nvGrpSpPr>
      <p:grpSpPr>
        <a:xfrm>
          <a:off x="0" y="0"/>
          <a:ext cx="0" cy="0"/>
          <a:chOff x="0" y="0"/>
          <a:chExt cx="0" cy="0"/>
        </a:xfrm>
      </p:grpSpPr>
      <p:cxnSp>
        <p:nvCxnSpPr>
          <p:cNvPr id="6" name="直接连接符 20"/>
          <p:cNvCxnSpPr/>
          <p:nvPr/>
        </p:nvCxnSpPr>
        <p:spPr>
          <a:xfrm>
            <a:off x="7155815" y="218884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0" name="直接连接符 6"/>
          <p:cNvCxnSpPr/>
          <p:nvPr/>
        </p:nvCxnSpPr>
        <p:spPr>
          <a:xfrm>
            <a:off x="7155815" y="373062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4" name="直接连接符 16"/>
          <p:cNvCxnSpPr/>
          <p:nvPr/>
        </p:nvCxnSpPr>
        <p:spPr>
          <a:xfrm>
            <a:off x="7155815" y="527240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sp>
        <p:nvSpPr>
          <p:cNvPr id="16" name="文本占位符 30"/>
          <p:cNvSpPr>
            <a:spLocks noGrp="1"/>
          </p:cNvSpPr>
          <p:nvPr>
            <p:ph type="body" sz="quarter" idx="15" hasCustomPrompt="1"/>
          </p:nvPr>
        </p:nvSpPr>
        <p:spPr>
          <a:xfrm>
            <a:off x="7649210" y="1974006"/>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7" name="文本占位符 30"/>
          <p:cNvSpPr>
            <a:spLocks noGrp="1"/>
          </p:cNvSpPr>
          <p:nvPr>
            <p:ph type="body" sz="quarter" idx="16" hasCustomPrompt="1"/>
          </p:nvPr>
        </p:nvSpPr>
        <p:spPr>
          <a:xfrm>
            <a:off x="7649210" y="3479700"/>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7" hasCustomPrompt="1"/>
          </p:nvPr>
        </p:nvSpPr>
        <p:spPr>
          <a:xfrm>
            <a:off x="7649210" y="4985394"/>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7087" y="2054216"/>
            <a:ext cx="5952468" cy="3968311"/>
          </a:xfrm>
          <a:prstGeom prst="rect">
            <a:avLst/>
          </a:prstGeom>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6版式-3">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rgbClr val="D9D9D9"/>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201097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5821637" y="3287183"/>
            <a:ext cx="548728" cy="548732"/>
          </a:xfrm>
          <a:prstGeom prst="ellipse">
            <a:avLst/>
          </a:prstGeom>
          <a:solidFill>
            <a:srgbClr val="828D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9610482" y="3287183"/>
            <a:ext cx="548728" cy="548732"/>
          </a:xfrm>
          <a:prstGeom prst="ellipse">
            <a:avLst/>
          </a:prstGeom>
          <a:solidFill>
            <a:srgbClr val="3396F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404140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812877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4" name="文本占位符 30"/>
          <p:cNvSpPr>
            <a:spLocks noGrp="1"/>
          </p:cNvSpPr>
          <p:nvPr>
            <p:ph type="body" sz="quarter" idx="16" hasCustomPrompt="1"/>
          </p:nvPr>
        </p:nvSpPr>
        <p:spPr>
          <a:xfrm>
            <a:off x="763255"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5" name="文本占位符 30"/>
          <p:cNvSpPr>
            <a:spLocks noGrp="1"/>
          </p:cNvSpPr>
          <p:nvPr>
            <p:ph type="body" sz="quarter" idx="18" hasCustomPrompt="1"/>
          </p:nvPr>
        </p:nvSpPr>
        <p:spPr>
          <a:xfrm>
            <a:off x="1187962"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6" name="文本占位符 30"/>
          <p:cNvSpPr>
            <a:spLocks noGrp="1"/>
          </p:cNvSpPr>
          <p:nvPr>
            <p:ph type="body" sz="quarter" idx="19" hasCustomPrompt="1"/>
          </p:nvPr>
        </p:nvSpPr>
        <p:spPr>
          <a:xfrm>
            <a:off x="4636769"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7" name="文本占位符 30"/>
          <p:cNvSpPr>
            <a:spLocks noGrp="1"/>
          </p:cNvSpPr>
          <p:nvPr>
            <p:ph type="body" sz="quarter" idx="20" hasCustomPrompt="1"/>
          </p:nvPr>
        </p:nvSpPr>
        <p:spPr>
          <a:xfrm>
            <a:off x="5061476"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8" name="文本占位符 30"/>
          <p:cNvSpPr>
            <a:spLocks noGrp="1"/>
          </p:cNvSpPr>
          <p:nvPr>
            <p:ph type="body" sz="quarter" idx="21" hasCustomPrompt="1"/>
          </p:nvPr>
        </p:nvSpPr>
        <p:spPr>
          <a:xfrm>
            <a:off x="8495953"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9" name="文本占位符 30"/>
          <p:cNvSpPr>
            <a:spLocks noGrp="1"/>
          </p:cNvSpPr>
          <p:nvPr>
            <p:ph type="body" sz="quarter" idx="22" hasCustomPrompt="1"/>
          </p:nvPr>
        </p:nvSpPr>
        <p:spPr>
          <a:xfrm>
            <a:off x="8920660"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1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6版式-4">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175378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4529902" y="3286208"/>
            <a:ext cx="548728" cy="548732"/>
          </a:xfrm>
          <a:prstGeom prst="ellipse">
            <a:avLst/>
          </a:prstGeom>
          <a:solidFill>
            <a:srgbClr val="008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10005709" y="3287183"/>
            <a:ext cx="548728" cy="548732"/>
          </a:xfrm>
          <a:prstGeom prst="ellipse">
            <a:avLst/>
          </a:prstGeom>
          <a:solidFill>
            <a:srgbClr val="4FB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3428916"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617961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1" name="îṩḻïḓè"/>
          <p:cNvSpPr/>
          <p:nvPr userDrawn="1"/>
        </p:nvSpPr>
        <p:spPr>
          <a:xfrm>
            <a:off x="7278619" y="3286208"/>
            <a:ext cx="548728" cy="548732"/>
          </a:xfrm>
          <a:prstGeom prst="ellipse">
            <a:avLst/>
          </a:prstGeom>
          <a:solidFill>
            <a:srgbClr val="5D7FB7"/>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22" name="直接连接符 15"/>
          <p:cNvCxnSpPr/>
          <p:nvPr userDrawn="1"/>
        </p:nvCxnSpPr>
        <p:spPr>
          <a:xfrm>
            <a:off x="893962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7" name="文本占位符 30"/>
          <p:cNvSpPr>
            <a:spLocks noGrp="1"/>
          </p:cNvSpPr>
          <p:nvPr>
            <p:ph type="body" sz="quarter" idx="16" hasCustomPrompt="1"/>
          </p:nvPr>
        </p:nvSpPr>
        <p:spPr>
          <a:xfrm>
            <a:off x="739030"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8" name="文本占位符 30"/>
          <p:cNvSpPr>
            <a:spLocks noGrp="1"/>
          </p:cNvSpPr>
          <p:nvPr>
            <p:ph type="body" sz="quarter" idx="18" hasCustomPrompt="1"/>
          </p:nvPr>
        </p:nvSpPr>
        <p:spPr>
          <a:xfrm>
            <a:off x="980228"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9" name="文本占位符 30"/>
          <p:cNvSpPr>
            <a:spLocks noGrp="1"/>
          </p:cNvSpPr>
          <p:nvPr>
            <p:ph type="body" sz="quarter" idx="19" hasCustomPrompt="1"/>
          </p:nvPr>
        </p:nvSpPr>
        <p:spPr>
          <a:xfrm>
            <a:off x="3525746"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0" name="文本占位符 30"/>
          <p:cNvSpPr>
            <a:spLocks noGrp="1"/>
          </p:cNvSpPr>
          <p:nvPr>
            <p:ph type="body" sz="quarter" idx="20" hasCustomPrompt="1"/>
          </p:nvPr>
        </p:nvSpPr>
        <p:spPr>
          <a:xfrm>
            <a:off x="3766944"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1" name="文本占位符 30"/>
          <p:cNvSpPr>
            <a:spLocks noGrp="1"/>
          </p:cNvSpPr>
          <p:nvPr>
            <p:ph type="body" sz="quarter" idx="21" hasCustomPrompt="1"/>
          </p:nvPr>
        </p:nvSpPr>
        <p:spPr>
          <a:xfrm>
            <a:off x="6282098"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2" name="文本占位符 30"/>
          <p:cNvSpPr>
            <a:spLocks noGrp="1"/>
          </p:cNvSpPr>
          <p:nvPr>
            <p:ph type="body" sz="quarter" idx="22" hasCustomPrompt="1"/>
          </p:nvPr>
        </p:nvSpPr>
        <p:spPr>
          <a:xfrm>
            <a:off x="6523296"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3" name="文本占位符 30"/>
          <p:cNvSpPr>
            <a:spLocks noGrp="1"/>
          </p:cNvSpPr>
          <p:nvPr>
            <p:ph type="body" sz="quarter" idx="23" hasCustomPrompt="1"/>
          </p:nvPr>
        </p:nvSpPr>
        <p:spPr>
          <a:xfrm>
            <a:off x="9026191"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43" name="文本占位符 30"/>
          <p:cNvSpPr>
            <a:spLocks noGrp="1"/>
          </p:cNvSpPr>
          <p:nvPr>
            <p:ph type="body" sz="quarter" idx="24" hasCustomPrompt="1"/>
          </p:nvPr>
        </p:nvSpPr>
        <p:spPr>
          <a:xfrm>
            <a:off x="9267389"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7版式-1">
    <p:bg>
      <p:bgPr>
        <a:solidFill>
          <a:schemeClr val="bg1"/>
        </a:solidFill>
        <a:effectLst/>
      </p:bgPr>
    </p:bg>
    <p:spTree>
      <p:nvGrpSpPr>
        <p:cNvPr id="1" name=""/>
        <p:cNvGrpSpPr/>
        <p:nvPr/>
      </p:nvGrpSpPr>
      <p:grpSpPr>
        <a:xfrm>
          <a:off x="0" y="0"/>
          <a:ext cx="0" cy="0"/>
          <a:chOff x="0" y="0"/>
          <a:chExt cx="0" cy="0"/>
        </a:xfrm>
      </p:grpSpPr>
      <p:grpSp>
        <p:nvGrpSpPr>
          <p:cNvPr id="20" name="그룹 25"/>
          <p:cNvGrpSpPr/>
          <p:nvPr/>
        </p:nvGrpSpPr>
        <p:grpSpPr>
          <a:xfrm>
            <a:off x="4243676" y="2442355"/>
            <a:ext cx="3899442" cy="1895123"/>
            <a:chOff x="1115616" y="2498780"/>
            <a:chExt cx="3029712" cy="1472436"/>
          </a:xfrm>
        </p:grpSpPr>
        <p:cxnSp>
          <p:nvCxnSpPr>
            <p:cNvPr id="2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2" name="원호 6"/>
          <p:cNvSpPr/>
          <p:nvPr userDrawn="1"/>
        </p:nvSpPr>
        <p:spPr>
          <a:xfrm>
            <a:off x="4841856" y="301729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33" name="원호 7"/>
          <p:cNvSpPr/>
          <p:nvPr userDrawn="1"/>
        </p:nvSpPr>
        <p:spPr>
          <a:xfrm>
            <a:off x="4837628" y="301729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40" name="Straight Connector 79"/>
          <p:cNvCxnSpPr/>
          <p:nvPr userDrawn="1"/>
        </p:nvCxnSpPr>
        <p:spPr>
          <a:xfrm>
            <a:off x="4662338" y="5293389"/>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占位符 30"/>
          <p:cNvSpPr>
            <a:spLocks noGrp="1"/>
          </p:cNvSpPr>
          <p:nvPr>
            <p:ph type="body" sz="quarter" idx="15" hasCustomPrompt="1"/>
          </p:nvPr>
        </p:nvSpPr>
        <p:spPr>
          <a:xfrm>
            <a:off x="615059" y="1338522"/>
            <a:ext cx="10939432" cy="67996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1" name="文本占位符 30"/>
          <p:cNvSpPr>
            <a:spLocks noGrp="1"/>
          </p:cNvSpPr>
          <p:nvPr>
            <p:ph type="body" sz="quarter" idx="18" hasCustomPrompt="1"/>
          </p:nvPr>
        </p:nvSpPr>
        <p:spPr>
          <a:xfrm>
            <a:off x="5187849" y="489540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2" name="文本占位符 30"/>
          <p:cNvSpPr>
            <a:spLocks noGrp="1"/>
          </p:cNvSpPr>
          <p:nvPr>
            <p:ph type="body" sz="quarter" idx="16" hasCustomPrompt="1"/>
          </p:nvPr>
        </p:nvSpPr>
        <p:spPr>
          <a:xfrm>
            <a:off x="3601157" y="5328426"/>
            <a:ext cx="5384800"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5" name="文本占位符 30"/>
          <p:cNvSpPr>
            <a:spLocks noGrp="1"/>
          </p:cNvSpPr>
          <p:nvPr>
            <p:ph type="body" sz="quarter" idx="19" hasCustomPrompt="1"/>
          </p:nvPr>
        </p:nvSpPr>
        <p:spPr>
          <a:xfrm>
            <a:off x="5582927" y="390966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38" name="文本占位符 30"/>
          <p:cNvSpPr>
            <a:spLocks noGrp="1"/>
          </p:cNvSpPr>
          <p:nvPr>
            <p:ph type="body" sz="quarter" idx="20" hasCustomPrompt="1"/>
          </p:nvPr>
        </p:nvSpPr>
        <p:spPr>
          <a:xfrm>
            <a:off x="3510253" y="420367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39" name="文本占位符 30"/>
          <p:cNvSpPr>
            <a:spLocks noGrp="1"/>
          </p:cNvSpPr>
          <p:nvPr>
            <p:ph type="body" sz="quarter" idx="21" hasCustomPrompt="1"/>
          </p:nvPr>
        </p:nvSpPr>
        <p:spPr>
          <a:xfrm>
            <a:off x="4200720" y="271616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43" name="文本占位符 30"/>
          <p:cNvSpPr>
            <a:spLocks noGrp="1"/>
          </p:cNvSpPr>
          <p:nvPr>
            <p:ph type="body" sz="quarter" idx="22" hasCustomPrompt="1"/>
          </p:nvPr>
        </p:nvSpPr>
        <p:spPr>
          <a:xfrm>
            <a:off x="5908348" y="206359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44" name="文本占位符 30"/>
          <p:cNvSpPr>
            <a:spLocks noGrp="1"/>
          </p:cNvSpPr>
          <p:nvPr>
            <p:ph type="body" sz="quarter" idx="23" hasCustomPrompt="1"/>
          </p:nvPr>
        </p:nvSpPr>
        <p:spPr>
          <a:xfrm>
            <a:off x="7608046" y="273811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45" name="文本占位符 30"/>
          <p:cNvSpPr>
            <a:spLocks noGrp="1"/>
          </p:cNvSpPr>
          <p:nvPr>
            <p:ph type="body" sz="quarter" idx="24" hasCustomPrompt="1"/>
          </p:nvPr>
        </p:nvSpPr>
        <p:spPr>
          <a:xfrm>
            <a:off x="8258380" y="4153245"/>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2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7版式-2">
    <p:bg>
      <p:bgPr>
        <a:solidFill>
          <a:schemeClr val="bg1"/>
        </a:solidFill>
        <a:effectLst/>
      </p:bgPr>
    </p:bg>
    <p:spTree>
      <p:nvGrpSpPr>
        <p:cNvPr id="1" name=""/>
        <p:cNvGrpSpPr/>
        <p:nvPr/>
      </p:nvGrpSpPr>
      <p:grpSpPr>
        <a:xfrm>
          <a:off x="0" y="0"/>
          <a:ext cx="0" cy="0"/>
          <a:chOff x="0" y="0"/>
          <a:chExt cx="0" cy="0"/>
        </a:xfrm>
      </p:grpSpPr>
      <p:cxnSp>
        <p:nvCxnSpPr>
          <p:cNvPr id="40" name="Straight Connector 79"/>
          <p:cNvCxnSpPr/>
          <p:nvPr userDrawn="1"/>
        </p:nvCxnSpPr>
        <p:spPr>
          <a:xfrm>
            <a:off x="1931670"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86"/>
          <p:cNvCxnSpPr/>
          <p:nvPr userDrawn="1"/>
        </p:nvCxnSpPr>
        <p:spPr>
          <a:xfrm>
            <a:off x="7162800" y="5234068"/>
            <a:ext cx="306641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6" name="文本占位符 30"/>
          <p:cNvSpPr>
            <a:spLocks noGrp="1"/>
          </p:cNvSpPr>
          <p:nvPr>
            <p:ph type="body" sz="quarter" idx="15" hasCustomPrompt="1"/>
          </p:nvPr>
        </p:nvSpPr>
        <p:spPr>
          <a:xfrm>
            <a:off x="615059" y="1338523"/>
            <a:ext cx="10939432" cy="608398"/>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7" name="文本占位符 30"/>
          <p:cNvSpPr>
            <a:spLocks noGrp="1"/>
          </p:cNvSpPr>
          <p:nvPr>
            <p:ph type="body" sz="quarter" idx="18" hasCustomPrompt="1"/>
          </p:nvPr>
        </p:nvSpPr>
        <p:spPr>
          <a:xfrm>
            <a:off x="2471212" y="481550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8" name="文本占位符 30"/>
          <p:cNvSpPr>
            <a:spLocks noGrp="1"/>
          </p:cNvSpPr>
          <p:nvPr>
            <p:ph type="body" sz="quarter" idx="16" hasCustomPrompt="1"/>
          </p:nvPr>
        </p:nvSpPr>
        <p:spPr>
          <a:xfrm>
            <a:off x="1840231"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50" name="文本占位符 30"/>
          <p:cNvSpPr>
            <a:spLocks noGrp="1"/>
          </p:cNvSpPr>
          <p:nvPr>
            <p:ph type="body" sz="quarter" idx="20" hasCustomPrompt="1"/>
          </p:nvPr>
        </p:nvSpPr>
        <p:spPr>
          <a:xfrm>
            <a:off x="7216030"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grpSp>
        <p:nvGrpSpPr>
          <p:cNvPr id="44" name="그룹 25"/>
          <p:cNvGrpSpPr/>
          <p:nvPr userDrawn="1"/>
        </p:nvGrpSpPr>
        <p:grpSpPr>
          <a:xfrm>
            <a:off x="1529344" y="2383034"/>
            <a:ext cx="3899442" cy="1895123"/>
            <a:chOff x="1115616" y="2498780"/>
            <a:chExt cx="3029712" cy="1472436"/>
          </a:xfrm>
        </p:grpSpPr>
        <p:cxnSp>
          <p:nvCxnSpPr>
            <p:cNvPr id="51"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6" name="원호 6"/>
          <p:cNvSpPr/>
          <p:nvPr userDrawn="1"/>
        </p:nvSpPr>
        <p:spPr>
          <a:xfrm>
            <a:off x="2127524" y="2957975"/>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57" name="원호 7"/>
          <p:cNvSpPr/>
          <p:nvPr userDrawn="1"/>
        </p:nvSpPr>
        <p:spPr>
          <a:xfrm>
            <a:off x="2123296" y="2957975"/>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58" name="Straight Connector 79"/>
          <p:cNvCxnSpPr/>
          <p:nvPr userDrawn="1"/>
        </p:nvCxnSpPr>
        <p:spPr>
          <a:xfrm>
            <a:off x="1948006"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文本占位符 30"/>
          <p:cNvSpPr>
            <a:spLocks noGrp="1"/>
          </p:cNvSpPr>
          <p:nvPr>
            <p:ph type="body" sz="quarter" idx="22" hasCustomPrompt="1"/>
          </p:nvPr>
        </p:nvSpPr>
        <p:spPr>
          <a:xfrm>
            <a:off x="2868595" y="3850341"/>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61" name="文本占位符 30"/>
          <p:cNvSpPr>
            <a:spLocks noGrp="1"/>
          </p:cNvSpPr>
          <p:nvPr>
            <p:ph type="body" sz="quarter" idx="23" hasCustomPrompt="1"/>
          </p:nvPr>
        </p:nvSpPr>
        <p:spPr>
          <a:xfrm>
            <a:off x="849711" y="414435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62" name="文本占位符 30"/>
          <p:cNvSpPr>
            <a:spLocks noGrp="1"/>
          </p:cNvSpPr>
          <p:nvPr>
            <p:ph type="body" sz="quarter" idx="24" hasCustomPrompt="1"/>
          </p:nvPr>
        </p:nvSpPr>
        <p:spPr>
          <a:xfrm>
            <a:off x="1486388" y="2656842"/>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63" name="文本占位符 30"/>
          <p:cNvSpPr>
            <a:spLocks noGrp="1"/>
          </p:cNvSpPr>
          <p:nvPr>
            <p:ph type="body" sz="quarter" idx="25" hasCustomPrompt="1"/>
          </p:nvPr>
        </p:nvSpPr>
        <p:spPr>
          <a:xfrm>
            <a:off x="3194016" y="2004276"/>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64" name="文本占位符 30"/>
          <p:cNvSpPr>
            <a:spLocks noGrp="1"/>
          </p:cNvSpPr>
          <p:nvPr>
            <p:ph type="body" sz="quarter" idx="26" hasCustomPrompt="1"/>
          </p:nvPr>
        </p:nvSpPr>
        <p:spPr>
          <a:xfrm>
            <a:off x="4893714" y="2678794"/>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65" name="文本占位符 30"/>
          <p:cNvSpPr>
            <a:spLocks noGrp="1"/>
          </p:cNvSpPr>
          <p:nvPr>
            <p:ph type="body" sz="quarter" idx="27" hasCustomPrompt="1"/>
          </p:nvPr>
        </p:nvSpPr>
        <p:spPr>
          <a:xfrm>
            <a:off x="5469019" y="414435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grpSp>
        <p:nvGrpSpPr>
          <p:cNvPr id="66" name="그룹 25"/>
          <p:cNvGrpSpPr/>
          <p:nvPr userDrawn="1"/>
        </p:nvGrpSpPr>
        <p:grpSpPr>
          <a:xfrm>
            <a:off x="6855236" y="2374435"/>
            <a:ext cx="3899442" cy="1895123"/>
            <a:chOff x="1115616" y="2498780"/>
            <a:chExt cx="3029712" cy="1472436"/>
          </a:xfrm>
        </p:grpSpPr>
        <p:cxnSp>
          <p:nvCxnSpPr>
            <p:cNvPr id="6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72" name="원호 6"/>
          <p:cNvSpPr/>
          <p:nvPr userDrawn="1"/>
        </p:nvSpPr>
        <p:spPr>
          <a:xfrm>
            <a:off x="7453416" y="294937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3" name="원호 7"/>
          <p:cNvSpPr/>
          <p:nvPr userDrawn="1"/>
        </p:nvSpPr>
        <p:spPr>
          <a:xfrm>
            <a:off x="7449188" y="294937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5" name="文本占位符 30"/>
          <p:cNvSpPr>
            <a:spLocks noGrp="1"/>
          </p:cNvSpPr>
          <p:nvPr>
            <p:ph type="body" sz="quarter" idx="28" hasCustomPrompt="1"/>
          </p:nvPr>
        </p:nvSpPr>
        <p:spPr>
          <a:xfrm>
            <a:off x="7799409" y="482748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76" name="文本占位符 30"/>
          <p:cNvSpPr>
            <a:spLocks noGrp="1"/>
          </p:cNvSpPr>
          <p:nvPr>
            <p:ph type="body" sz="quarter" idx="19" hasCustomPrompt="1"/>
          </p:nvPr>
        </p:nvSpPr>
        <p:spPr>
          <a:xfrm>
            <a:off x="8194487" y="384174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77" name="文本占位符 30"/>
          <p:cNvSpPr>
            <a:spLocks noGrp="1"/>
          </p:cNvSpPr>
          <p:nvPr>
            <p:ph type="body" sz="quarter" idx="29" hasCustomPrompt="1"/>
          </p:nvPr>
        </p:nvSpPr>
        <p:spPr>
          <a:xfrm>
            <a:off x="6182329" y="413575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78" name="文本占位符 30"/>
          <p:cNvSpPr>
            <a:spLocks noGrp="1"/>
          </p:cNvSpPr>
          <p:nvPr>
            <p:ph type="body" sz="quarter" idx="21" hasCustomPrompt="1"/>
          </p:nvPr>
        </p:nvSpPr>
        <p:spPr>
          <a:xfrm>
            <a:off x="6812280" y="264824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79" name="文本占位符 30"/>
          <p:cNvSpPr>
            <a:spLocks noGrp="1"/>
          </p:cNvSpPr>
          <p:nvPr>
            <p:ph type="body" sz="quarter" idx="30" hasCustomPrompt="1"/>
          </p:nvPr>
        </p:nvSpPr>
        <p:spPr>
          <a:xfrm>
            <a:off x="8519908" y="199567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80" name="文本占位符 30"/>
          <p:cNvSpPr>
            <a:spLocks noGrp="1"/>
          </p:cNvSpPr>
          <p:nvPr>
            <p:ph type="body" sz="quarter" idx="31" hasCustomPrompt="1"/>
          </p:nvPr>
        </p:nvSpPr>
        <p:spPr>
          <a:xfrm>
            <a:off x="10219606" y="267019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81" name="文本占位符 30"/>
          <p:cNvSpPr>
            <a:spLocks noGrp="1"/>
          </p:cNvSpPr>
          <p:nvPr>
            <p:ph type="body" sz="quarter" idx="32" hasCustomPrompt="1"/>
          </p:nvPr>
        </p:nvSpPr>
        <p:spPr>
          <a:xfrm>
            <a:off x="10834080" y="412996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4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7版式-3">
    <p:bg>
      <p:bgPr>
        <a:solidFill>
          <a:schemeClr val="bg1"/>
        </a:solidFill>
        <a:effectLst/>
      </p:bgPr>
    </p:bg>
    <p:spTree>
      <p:nvGrpSpPr>
        <p:cNvPr id="1" name=""/>
        <p:cNvGrpSpPr/>
        <p:nvPr/>
      </p:nvGrpSpPr>
      <p:grpSpPr>
        <a:xfrm>
          <a:off x="0" y="0"/>
          <a:ext cx="0" cy="0"/>
          <a:chOff x="0" y="0"/>
          <a:chExt cx="0" cy="0"/>
        </a:xfrm>
      </p:grpSpPr>
      <p:sp>
        <p:nvSpPr>
          <p:cNvPr id="45" name="ïṡ1íḓé"/>
          <p:cNvSpPr/>
          <p:nvPr userDrawn="1"/>
        </p:nvSpPr>
        <p:spPr>
          <a:xfrm>
            <a:off x="2409190" y="2855866"/>
            <a:ext cx="7373620" cy="1152128"/>
          </a:xfrm>
          <a:prstGeom prst="ellipse">
            <a:avLst/>
          </a:prstGeom>
          <a:solidFill>
            <a:schemeClr val="bg1">
              <a:lumMod val="95000"/>
            </a:schemeClr>
          </a:solidFill>
          <a:ln>
            <a:solidFill>
              <a:schemeClr val="tx1">
                <a:lumMod val="20000"/>
                <a:lumOff val="8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6" name="ïṣľîḑe"/>
          <p:cNvSpPr/>
          <p:nvPr userDrawn="1"/>
        </p:nvSpPr>
        <p:spPr>
          <a:xfrm>
            <a:off x="3804131" y="3071890"/>
            <a:ext cx="4608512" cy="720080"/>
          </a:xfrm>
          <a:prstGeom prst="ellipse">
            <a:avLst/>
          </a:prstGeom>
          <a:solidFill>
            <a:schemeClr val="bg1"/>
          </a:solidFill>
          <a:ln>
            <a:solidFill>
              <a:schemeClr val="tx1">
                <a:lumMod val="40000"/>
                <a:lumOff val="60000"/>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7" name="íṣļîḑê"/>
          <p:cNvSpPr/>
          <p:nvPr userDrawn="1"/>
        </p:nvSpPr>
        <p:spPr>
          <a:xfrm rot="8100000">
            <a:off x="3180524" y="2893835"/>
            <a:ext cx="577564" cy="577564"/>
          </a:xfrm>
          <a:prstGeom prst="teardrop">
            <a:avLst>
              <a:gd name="adj" fmla="val 13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48" name="iŝ1iḋe"/>
          <p:cNvSpPr/>
          <p:nvPr userDrawn="1"/>
        </p:nvSpPr>
        <p:spPr>
          <a:xfrm rot="8100000">
            <a:off x="8722321" y="2710690"/>
            <a:ext cx="577564" cy="577564"/>
          </a:xfrm>
          <a:prstGeom prst="teardrop">
            <a:avLst>
              <a:gd name="adj" fmla="val 13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49" name="íşlíďè"/>
          <p:cNvSpPr/>
          <p:nvPr userDrawn="1"/>
        </p:nvSpPr>
        <p:spPr>
          <a:xfrm rot="8100000">
            <a:off x="5891613" y="2158684"/>
            <a:ext cx="577564" cy="577564"/>
          </a:xfrm>
          <a:prstGeom prst="teardrop">
            <a:avLst>
              <a:gd name="adj" fmla="val 133968"/>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50" name="直接连接符 6"/>
          <p:cNvCxnSpPr/>
          <p:nvPr userDrawn="1"/>
        </p:nvCxnSpPr>
        <p:spPr>
          <a:xfrm>
            <a:off x="4298478"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7"/>
          <p:cNvCxnSpPr/>
          <p:nvPr userDrawn="1"/>
        </p:nvCxnSpPr>
        <p:spPr>
          <a:xfrm>
            <a:off x="7918296"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2" name="文本占位符 30"/>
          <p:cNvSpPr>
            <a:spLocks noGrp="1"/>
          </p:cNvSpPr>
          <p:nvPr>
            <p:ph type="body" sz="quarter" idx="15" hasCustomPrompt="1"/>
          </p:nvPr>
        </p:nvSpPr>
        <p:spPr>
          <a:xfrm>
            <a:off x="615059" y="1338522"/>
            <a:ext cx="10939432" cy="66357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3" name="文本占位符 30"/>
          <p:cNvSpPr>
            <a:spLocks noGrp="1"/>
          </p:cNvSpPr>
          <p:nvPr>
            <p:ph type="body" sz="quarter" idx="18" hasCustomPrompt="1"/>
          </p:nvPr>
        </p:nvSpPr>
        <p:spPr>
          <a:xfrm>
            <a:off x="1471998"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4" name="文本占位符 30"/>
          <p:cNvSpPr>
            <a:spLocks noGrp="1"/>
          </p:cNvSpPr>
          <p:nvPr>
            <p:ph type="body" sz="quarter" idx="16" hasCustomPrompt="1"/>
          </p:nvPr>
        </p:nvSpPr>
        <p:spPr>
          <a:xfrm>
            <a:off x="1025531"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5" name="文本占位符 30"/>
          <p:cNvSpPr>
            <a:spLocks noGrp="1"/>
          </p:cNvSpPr>
          <p:nvPr>
            <p:ph type="body" sz="quarter" idx="19" hasCustomPrompt="1"/>
          </p:nvPr>
        </p:nvSpPr>
        <p:spPr>
          <a:xfrm>
            <a:off x="5091816"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6" name="文本占位符 30"/>
          <p:cNvSpPr>
            <a:spLocks noGrp="1"/>
          </p:cNvSpPr>
          <p:nvPr>
            <p:ph type="body" sz="quarter" idx="20" hasCustomPrompt="1"/>
          </p:nvPr>
        </p:nvSpPr>
        <p:spPr>
          <a:xfrm>
            <a:off x="4645349"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7" name="文本占位符 30"/>
          <p:cNvSpPr>
            <a:spLocks noGrp="1"/>
          </p:cNvSpPr>
          <p:nvPr>
            <p:ph type="body" sz="quarter" idx="21" hasCustomPrompt="1"/>
          </p:nvPr>
        </p:nvSpPr>
        <p:spPr>
          <a:xfrm>
            <a:off x="8716654" y="454718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8" name="文本占位符 30"/>
          <p:cNvSpPr>
            <a:spLocks noGrp="1"/>
          </p:cNvSpPr>
          <p:nvPr>
            <p:ph type="body" sz="quarter" idx="22" hasCustomPrompt="1"/>
          </p:nvPr>
        </p:nvSpPr>
        <p:spPr>
          <a:xfrm>
            <a:off x="8270187" y="4980204"/>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8"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8版式-3">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1097694"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1134206"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497302"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5067753"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5104266"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6467362"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8965963"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002476"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365572"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22301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1249383"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1249383"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5247889" y="37996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5247889" y="4232682"/>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9132341"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9132341"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23" hasCustomPrompt="1"/>
          </p:nvPr>
        </p:nvSpPr>
        <p:spPr>
          <a:xfrm rot="19044237">
            <a:off x="1152054" y="305074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28" name="文本占位符 30"/>
          <p:cNvSpPr>
            <a:spLocks noGrp="1"/>
          </p:cNvSpPr>
          <p:nvPr>
            <p:ph type="body" sz="quarter" idx="24" hasCustomPrompt="1"/>
          </p:nvPr>
        </p:nvSpPr>
        <p:spPr>
          <a:xfrm rot="19044237">
            <a:off x="5135658"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30" name="文本占位符 30"/>
          <p:cNvSpPr>
            <a:spLocks noGrp="1"/>
          </p:cNvSpPr>
          <p:nvPr>
            <p:ph type="body" sz="quarter" idx="25" hasCustomPrompt="1"/>
          </p:nvPr>
        </p:nvSpPr>
        <p:spPr>
          <a:xfrm rot="19044237">
            <a:off x="9059584"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23"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8版式-4">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685576"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722088"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085184"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ïṥḻïdé"/>
          <p:cNvSpPr/>
          <p:nvPr/>
        </p:nvSpPr>
        <p:spPr>
          <a:xfrm>
            <a:off x="3513743" y="2958232"/>
            <a:ext cx="2345839" cy="3024336"/>
          </a:xfrm>
          <a:prstGeom prst="rect">
            <a:avLst/>
          </a:prstGeom>
          <a:no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14" name="îṣļiḋê"/>
          <p:cNvSpPr/>
          <p:nvPr/>
        </p:nvSpPr>
        <p:spPr>
          <a:xfrm rot="5400000">
            <a:off x="3550256" y="2921719"/>
            <a:ext cx="840739" cy="91376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slíḑé"/>
          <p:cNvSpPr/>
          <p:nvPr/>
        </p:nvSpPr>
        <p:spPr>
          <a:xfrm rot="16200000">
            <a:off x="4913352" y="5036338"/>
            <a:ext cx="906847" cy="98561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6341910"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6378423"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7741519"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9170077"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206590"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569686"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03775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853874"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853874"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3670226"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3670226"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6499407"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6499407"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40" name="文本占位符 30"/>
          <p:cNvSpPr>
            <a:spLocks noGrp="1"/>
          </p:cNvSpPr>
          <p:nvPr>
            <p:ph type="body" sz="quarter" idx="23" hasCustomPrompt="1"/>
          </p:nvPr>
        </p:nvSpPr>
        <p:spPr>
          <a:xfrm>
            <a:off x="9337732"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4" hasCustomPrompt="1"/>
          </p:nvPr>
        </p:nvSpPr>
        <p:spPr>
          <a:xfrm>
            <a:off x="9337732"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0" name="文本占位符 30"/>
          <p:cNvSpPr>
            <a:spLocks noGrp="1"/>
          </p:cNvSpPr>
          <p:nvPr>
            <p:ph type="body" sz="quarter" idx="25" hasCustomPrompt="1"/>
          </p:nvPr>
        </p:nvSpPr>
        <p:spPr>
          <a:xfrm rot="19044237">
            <a:off x="752121" y="3067474"/>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31" name="文本占位符 30"/>
          <p:cNvSpPr>
            <a:spLocks noGrp="1"/>
          </p:cNvSpPr>
          <p:nvPr>
            <p:ph type="body" sz="quarter" idx="26" hasCustomPrompt="1"/>
          </p:nvPr>
        </p:nvSpPr>
        <p:spPr>
          <a:xfrm rot="19044237">
            <a:off x="3587842" y="306523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42" name="文本占位符 30"/>
          <p:cNvSpPr>
            <a:spLocks noGrp="1"/>
          </p:cNvSpPr>
          <p:nvPr>
            <p:ph type="body" sz="quarter" idx="27" hasCustomPrompt="1"/>
          </p:nvPr>
        </p:nvSpPr>
        <p:spPr>
          <a:xfrm rot="19044237">
            <a:off x="6423562" y="3065229"/>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43" name="文本占位符 30"/>
          <p:cNvSpPr>
            <a:spLocks noGrp="1"/>
          </p:cNvSpPr>
          <p:nvPr>
            <p:ph type="body" sz="quarter" idx="28" hasCustomPrompt="1"/>
          </p:nvPr>
        </p:nvSpPr>
        <p:spPr>
          <a:xfrm rot="19044237">
            <a:off x="9283849" y="3026201"/>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04</a:t>
            </a:r>
            <a:endParaRPr kumimoji="1" lang="zh-CN" altLang="en-US" dirty="0"/>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9版式-3">
    <p:bg>
      <p:bgPr>
        <a:solidFill>
          <a:schemeClr val="bg1"/>
        </a:solidFill>
        <a:effectLst/>
      </p:bgPr>
    </p:bg>
    <p:spTree>
      <p:nvGrpSpPr>
        <p:cNvPr id="1" name=""/>
        <p:cNvGrpSpPr/>
        <p:nvPr/>
      </p:nvGrpSpPr>
      <p:grpSpPr>
        <a:xfrm>
          <a:off x="0" y="0"/>
          <a:ext cx="0" cy="0"/>
          <a:chOff x="0" y="0"/>
          <a:chExt cx="0" cy="0"/>
        </a:xfrm>
      </p:grpSpPr>
      <p:sp>
        <p:nvSpPr>
          <p:cNvPr id="32" name="稻壳儿小白白(http://dwz.cn/Wu2UP)"/>
          <p:cNvSpPr>
            <a:spLocks noChangeArrowheads="1"/>
          </p:cNvSpPr>
          <p:nvPr userDrawn="1"/>
        </p:nvSpPr>
        <p:spPr bwMode="auto">
          <a:xfrm>
            <a:off x="2201637" y="2789321"/>
            <a:ext cx="862013" cy="862012"/>
          </a:xfrm>
          <a:prstGeom prst="pentagon">
            <a:avLst/>
          </a:prstGeom>
          <a:solidFill>
            <a:srgbClr val="0089FF"/>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800">
              <a:latin typeface="+mn-lt"/>
              <a:ea typeface="+mn-ea"/>
              <a:cs typeface="+mn-ea"/>
              <a:sym typeface="+mn-lt"/>
            </a:endParaRPr>
          </a:p>
        </p:txBody>
      </p:sp>
      <p:sp>
        <p:nvSpPr>
          <p:cNvPr id="33" name="稻壳儿小白白(http://dwz.cn/Wu2UP)"/>
          <p:cNvSpPr>
            <a:spLocks noChangeArrowheads="1"/>
          </p:cNvSpPr>
          <p:nvPr userDrawn="1"/>
        </p:nvSpPr>
        <p:spPr bwMode="auto">
          <a:xfrm>
            <a:off x="5729367" y="2789321"/>
            <a:ext cx="862013" cy="862012"/>
          </a:xfrm>
          <a:prstGeom prst="pentagon">
            <a:avLst/>
          </a:prstGeom>
          <a:solidFill>
            <a:schemeClr val="accent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34" name="稻壳儿小白白(http://dwz.cn/Wu2UP)"/>
          <p:cNvSpPr>
            <a:spLocks noChangeArrowheads="1"/>
          </p:cNvSpPr>
          <p:nvPr userDrawn="1"/>
        </p:nvSpPr>
        <p:spPr bwMode="auto">
          <a:xfrm>
            <a:off x="9171321" y="2789321"/>
            <a:ext cx="860425" cy="862012"/>
          </a:xfrm>
          <a:prstGeom prst="pentagon">
            <a:avLst/>
          </a:prstGeom>
          <a:solidFill>
            <a:schemeClr val="tx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400">
              <a:latin typeface="+mn-lt"/>
              <a:ea typeface="+mn-ea"/>
              <a:cs typeface="+mn-ea"/>
              <a:sym typeface="+mn-lt"/>
            </a:endParaRPr>
          </a:p>
        </p:txBody>
      </p:sp>
      <p:cxnSp>
        <p:nvCxnSpPr>
          <p:cNvPr id="39" name="直接连接符 13"/>
          <p:cNvCxnSpPr/>
          <p:nvPr userDrawn="1"/>
        </p:nvCxnSpPr>
        <p:spPr>
          <a:xfrm>
            <a:off x="4415985"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14"/>
          <p:cNvCxnSpPr/>
          <p:nvPr userDrawn="1"/>
        </p:nvCxnSpPr>
        <p:spPr>
          <a:xfrm>
            <a:off x="7978726"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2" name="文本占位符 30"/>
          <p:cNvSpPr>
            <a:spLocks noGrp="1"/>
          </p:cNvSpPr>
          <p:nvPr>
            <p:ph type="body" sz="quarter" idx="18" hasCustomPrompt="1"/>
          </p:nvPr>
        </p:nvSpPr>
        <p:spPr>
          <a:xfrm>
            <a:off x="1676258"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3" name="文本占位符 30"/>
          <p:cNvSpPr>
            <a:spLocks noGrp="1"/>
          </p:cNvSpPr>
          <p:nvPr>
            <p:ph type="body" sz="quarter" idx="16" hasCustomPrompt="1"/>
          </p:nvPr>
        </p:nvSpPr>
        <p:spPr>
          <a:xfrm>
            <a:off x="1222630"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19" hasCustomPrompt="1"/>
          </p:nvPr>
        </p:nvSpPr>
        <p:spPr>
          <a:xfrm>
            <a:off x="519770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5" name="文本占位符 30"/>
          <p:cNvSpPr>
            <a:spLocks noGrp="1"/>
          </p:cNvSpPr>
          <p:nvPr>
            <p:ph type="body" sz="quarter" idx="20" hasCustomPrompt="1"/>
          </p:nvPr>
        </p:nvSpPr>
        <p:spPr>
          <a:xfrm>
            <a:off x="4779933"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6" name="文本占位符 30"/>
          <p:cNvSpPr>
            <a:spLocks noGrp="1"/>
          </p:cNvSpPr>
          <p:nvPr>
            <p:ph type="body" sz="quarter" idx="21" hasCustomPrompt="1"/>
          </p:nvPr>
        </p:nvSpPr>
        <p:spPr>
          <a:xfrm>
            <a:off x="864176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7" name="文本占位符 30"/>
          <p:cNvSpPr>
            <a:spLocks noGrp="1"/>
          </p:cNvSpPr>
          <p:nvPr>
            <p:ph type="body" sz="quarter" idx="22" hasCustomPrompt="1"/>
          </p:nvPr>
        </p:nvSpPr>
        <p:spPr>
          <a:xfrm>
            <a:off x="8313638"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0版式-4">
    <p:bg>
      <p:bgPr>
        <a:solidFill>
          <a:schemeClr val="bg1"/>
        </a:solidFill>
        <a:effectLst/>
      </p:bgPr>
    </p:bg>
    <p:spTree>
      <p:nvGrpSpPr>
        <p:cNvPr id="1" name=""/>
        <p:cNvGrpSpPr/>
        <p:nvPr/>
      </p:nvGrpSpPr>
      <p:grpSpPr>
        <a:xfrm>
          <a:off x="0" y="0"/>
          <a:ext cx="0" cy="0"/>
          <a:chOff x="0" y="0"/>
          <a:chExt cx="0" cy="0"/>
        </a:xfrm>
      </p:grpSpPr>
      <p:sp>
        <p:nvSpPr>
          <p:cNvPr id="19" name="îSḻíḑê"/>
          <p:cNvSpPr/>
          <p:nvPr userDrawn="1"/>
        </p:nvSpPr>
        <p:spPr bwMode="auto">
          <a:xfrm>
            <a:off x="4092055" y="1321080"/>
            <a:ext cx="3997173" cy="4020490"/>
          </a:xfrm>
          <a:prstGeom prst="rect">
            <a:avLst/>
          </a:prstGeom>
          <a:noFill/>
          <a:ln w="9525">
            <a:noFill/>
            <a:miter lim="800000"/>
          </a:ln>
        </p:spPr>
        <p:txBody>
          <a:bodyPr wrap="square" lIns="91440" tIns="45720" rIns="91440" bIns="45720" anchor="ctr">
            <a:normAutofit/>
          </a:bodyPr>
          <a:lstStyle/>
          <a:p>
            <a:pPr algn="ctr"/>
            <a:endParaRPr/>
          </a:p>
        </p:txBody>
      </p:sp>
      <p:sp>
        <p:nvSpPr>
          <p:cNvPr id="20" name="îṡ1îḍé"/>
          <p:cNvSpPr/>
          <p:nvPr userDrawn="1"/>
        </p:nvSpPr>
        <p:spPr bwMode="auto">
          <a:xfrm>
            <a:off x="6125617" y="3013217"/>
            <a:ext cx="907691" cy="1172504"/>
          </a:xfrm>
          <a:custGeom>
            <a:avLst/>
            <a:gdLst/>
            <a:ahLst/>
            <a:cxnLst>
              <a:cxn ang="0">
                <a:pos x="222" y="0"/>
              </a:cxn>
              <a:cxn ang="0">
                <a:pos x="0" y="223"/>
              </a:cxn>
              <a:cxn ang="0">
                <a:pos x="222" y="446"/>
              </a:cxn>
              <a:cxn ang="0">
                <a:pos x="222" y="0"/>
              </a:cxn>
            </a:cxnLst>
            <a:rect l="0" t="0" r="r" b="b"/>
            <a:pathLst>
              <a:path w="345" h="446">
                <a:moveTo>
                  <a:pt x="222" y="0"/>
                </a:moveTo>
                <a:cubicBezTo>
                  <a:pt x="0" y="223"/>
                  <a:pt x="0" y="223"/>
                  <a:pt x="0" y="223"/>
                </a:cubicBezTo>
                <a:cubicBezTo>
                  <a:pt x="222" y="446"/>
                  <a:pt x="222" y="446"/>
                  <a:pt x="222" y="446"/>
                </a:cubicBezTo>
                <a:cubicBezTo>
                  <a:pt x="345" y="323"/>
                  <a:pt x="345" y="123"/>
                  <a:pt x="222" y="0"/>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1" name="iṣlîďé"/>
          <p:cNvSpPr/>
          <p:nvPr userDrawn="1"/>
        </p:nvSpPr>
        <p:spPr bwMode="auto">
          <a:xfrm>
            <a:off x="5501058" y="3651099"/>
            <a:ext cx="1169173" cy="909357"/>
          </a:xfrm>
          <a:custGeom>
            <a:avLst/>
            <a:gdLst/>
            <a:ahLst/>
            <a:cxnLst>
              <a:cxn ang="0">
                <a:pos x="445" y="223"/>
              </a:cxn>
              <a:cxn ang="0">
                <a:pos x="222" y="0"/>
              </a:cxn>
              <a:cxn ang="0">
                <a:pos x="0" y="223"/>
              </a:cxn>
              <a:cxn ang="0">
                <a:pos x="445" y="223"/>
              </a:cxn>
            </a:cxnLst>
            <a:rect l="0" t="0" r="r" b="b"/>
            <a:pathLst>
              <a:path w="445" h="346">
                <a:moveTo>
                  <a:pt x="445" y="223"/>
                </a:moveTo>
                <a:cubicBezTo>
                  <a:pt x="222" y="0"/>
                  <a:pt x="222" y="0"/>
                  <a:pt x="222" y="0"/>
                </a:cubicBezTo>
                <a:cubicBezTo>
                  <a:pt x="0" y="223"/>
                  <a:pt x="0" y="223"/>
                  <a:pt x="0" y="223"/>
                </a:cubicBezTo>
                <a:cubicBezTo>
                  <a:pt x="123" y="346"/>
                  <a:pt x="322" y="346"/>
                  <a:pt x="445" y="2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2" name="íŝḻîḍe"/>
          <p:cNvSpPr/>
          <p:nvPr userDrawn="1"/>
        </p:nvSpPr>
        <p:spPr bwMode="auto">
          <a:xfrm>
            <a:off x="5141313" y="3013217"/>
            <a:ext cx="909357" cy="1172504"/>
          </a:xfrm>
          <a:custGeom>
            <a:avLst/>
            <a:gdLst/>
            <a:ahLst/>
            <a:cxnLst>
              <a:cxn ang="0">
                <a:pos x="123" y="446"/>
              </a:cxn>
              <a:cxn ang="0">
                <a:pos x="346" y="223"/>
              </a:cxn>
              <a:cxn ang="0">
                <a:pos x="123" y="0"/>
              </a:cxn>
              <a:cxn ang="0">
                <a:pos x="123" y="446"/>
              </a:cxn>
            </a:cxnLst>
            <a:rect l="0" t="0" r="r" b="b"/>
            <a:pathLst>
              <a:path w="346" h="446">
                <a:moveTo>
                  <a:pt x="123" y="446"/>
                </a:moveTo>
                <a:cubicBezTo>
                  <a:pt x="346" y="223"/>
                  <a:pt x="346" y="223"/>
                  <a:pt x="346" y="223"/>
                </a:cubicBezTo>
                <a:cubicBezTo>
                  <a:pt x="123" y="0"/>
                  <a:pt x="123" y="0"/>
                  <a:pt x="123" y="0"/>
                </a:cubicBezTo>
                <a:cubicBezTo>
                  <a:pt x="0" y="123"/>
                  <a:pt x="0" y="323"/>
                  <a:pt x="123" y="446"/>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3" name="ïṧļídè"/>
          <p:cNvSpPr/>
          <p:nvPr userDrawn="1"/>
        </p:nvSpPr>
        <p:spPr bwMode="auto">
          <a:xfrm>
            <a:off x="5501058" y="2636816"/>
            <a:ext cx="1169173" cy="909357"/>
          </a:xfrm>
          <a:custGeom>
            <a:avLst/>
            <a:gdLst/>
            <a:ahLst/>
            <a:cxnLst>
              <a:cxn ang="0">
                <a:pos x="0" y="123"/>
              </a:cxn>
              <a:cxn ang="0">
                <a:pos x="222" y="346"/>
              </a:cxn>
              <a:cxn ang="0">
                <a:pos x="445" y="123"/>
              </a:cxn>
              <a:cxn ang="0">
                <a:pos x="0" y="123"/>
              </a:cxn>
            </a:cxnLst>
            <a:rect l="0" t="0" r="r" b="b"/>
            <a:pathLst>
              <a:path w="445" h="346">
                <a:moveTo>
                  <a:pt x="0" y="123"/>
                </a:moveTo>
                <a:cubicBezTo>
                  <a:pt x="222" y="346"/>
                  <a:pt x="222" y="346"/>
                  <a:pt x="222" y="346"/>
                </a:cubicBezTo>
                <a:cubicBezTo>
                  <a:pt x="445" y="123"/>
                  <a:pt x="445" y="123"/>
                  <a:pt x="445" y="123"/>
                </a:cubicBezTo>
                <a:cubicBezTo>
                  <a:pt x="322" y="0"/>
                  <a:pt x="123" y="0"/>
                  <a:pt x="0" y="1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4" name="ís1ïďè"/>
          <p:cNvSpPr/>
          <p:nvPr userDrawn="1"/>
        </p:nvSpPr>
        <p:spPr bwMode="auto">
          <a:xfrm>
            <a:off x="4338547" y="4400569"/>
            <a:ext cx="936005" cy="937670"/>
          </a:xfrm>
          <a:custGeom>
            <a:avLst/>
            <a:gdLst/>
            <a:ahLst/>
            <a:cxnLst>
              <a:cxn ang="0">
                <a:pos x="355" y="357"/>
              </a:cxn>
              <a:cxn ang="0">
                <a:pos x="0" y="1"/>
              </a:cxn>
              <a:cxn ang="0">
                <a:pos x="2" y="0"/>
              </a:cxn>
              <a:cxn ang="0">
                <a:pos x="356" y="354"/>
              </a:cxn>
              <a:cxn ang="0">
                <a:pos x="355" y="357"/>
              </a:cxn>
            </a:cxnLst>
            <a:rect l="0" t="0" r="r" b="b"/>
            <a:pathLst>
              <a:path w="356" h="357">
                <a:moveTo>
                  <a:pt x="355" y="357"/>
                </a:moveTo>
                <a:cubicBezTo>
                  <a:pt x="199" y="284"/>
                  <a:pt x="73" y="158"/>
                  <a:pt x="0" y="1"/>
                </a:cubicBezTo>
                <a:cubicBezTo>
                  <a:pt x="2" y="0"/>
                  <a:pt x="2" y="0"/>
                  <a:pt x="2" y="0"/>
                </a:cubicBezTo>
                <a:cubicBezTo>
                  <a:pt x="75" y="156"/>
                  <a:pt x="201" y="282"/>
                  <a:pt x="356" y="354"/>
                </a:cubicBezTo>
                <a:lnTo>
                  <a:pt x="355" y="357"/>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5" name="îśļîdè"/>
          <p:cNvSpPr/>
          <p:nvPr userDrawn="1"/>
        </p:nvSpPr>
        <p:spPr bwMode="auto">
          <a:xfrm>
            <a:off x="6893407" y="1845709"/>
            <a:ext cx="937670" cy="936005"/>
          </a:xfrm>
          <a:custGeom>
            <a:avLst/>
            <a:gdLst/>
            <a:ahLst/>
            <a:cxnLst>
              <a:cxn ang="0">
                <a:pos x="354" y="356"/>
              </a:cxn>
              <a:cxn ang="0">
                <a:pos x="0" y="2"/>
              </a:cxn>
              <a:cxn ang="0">
                <a:pos x="1" y="0"/>
              </a:cxn>
              <a:cxn ang="0">
                <a:pos x="357" y="355"/>
              </a:cxn>
              <a:cxn ang="0">
                <a:pos x="354" y="356"/>
              </a:cxn>
            </a:cxnLst>
            <a:rect l="0" t="0" r="r" b="b"/>
            <a:pathLst>
              <a:path w="357" h="356">
                <a:moveTo>
                  <a:pt x="354" y="356"/>
                </a:moveTo>
                <a:cubicBezTo>
                  <a:pt x="282" y="201"/>
                  <a:pt x="156" y="75"/>
                  <a:pt x="0" y="2"/>
                </a:cubicBezTo>
                <a:cubicBezTo>
                  <a:pt x="1" y="0"/>
                  <a:pt x="1" y="0"/>
                  <a:pt x="1" y="0"/>
                </a:cubicBezTo>
                <a:cubicBezTo>
                  <a:pt x="158" y="73"/>
                  <a:pt x="284" y="199"/>
                  <a:pt x="357" y="355"/>
                </a:cubicBezTo>
                <a:lnTo>
                  <a:pt x="354" y="356"/>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6" name="íŝ1iḋé"/>
          <p:cNvSpPr/>
          <p:nvPr userDrawn="1"/>
        </p:nvSpPr>
        <p:spPr bwMode="auto">
          <a:xfrm>
            <a:off x="6893407" y="4400569"/>
            <a:ext cx="937670" cy="937670"/>
          </a:xfrm>
          <a:custGeom>
            <a:avLst/>
            <a:gdLst/>
            <a:ahLst/>
            <a:cxnLst>
              <a:cxn ang="0">
                <a:pos x="1" y="357"/>
              </a:cxn>
              <a:cxn ang="0">
                <a:pos x="0" y="354"/>
              </a:cxn>
              <a:cxn ang="0">
                <a:pos x="354" y="0"/>
              </a:cxn>
              <a:cxn ang="0">
                <a:pos x="357" y="1"/>
              </a:cxn>
              <a:cxn ang="0">
                <a:pos x="1" y="357"/>
              </a:cxn>
            </a:cxnLst>
            <a:rect l="0" t="0" r="r" b="b"/>
            <a:pathLst>
              <a:path w="357" h="357">
                <a:moveTo>
                  <a:pt x="1" y="357"/>
                </a:moveTo>
                <a:cubicBezTo>
                  <a:pt x="0" y="354"/>
                  <a:pt x="0" y="354"/>
                  <a:pt x="0" y="354"/>
                </a:cubicBezTo>
                <a:cubicBezTo>
                  <a:pt x="156" y="282"/>
                  <a:pt x="282" y="156"/>
                  <a:pt x="354" y="0"/>
                </a:cubicBezTo>
                <a:cubicBezTo>
                  <a:pt x="357" y="1"/>
                  <a:pt x="357" y="1"/>
                  <a:pt x="357" y="1"/>
                </a:cubicBezTo>
                <a:cubicBezTo>
                  <a:pt x="284" y="158"/>
                  <a:pt x="158" y="284"/>
                  <a:pt x="1" y="35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7" name="ïs1ïḋè"/>
          <p:cNvSpPr/>
          <p:nvPr userDrawn="1"/>
        </p:nvSpPr>
        <p:spPr bwMode="auto">
          <a:xfrm>
            <a:off x="4383516" y="1890677"/>
            <a:ext cx="912688" cy="912688"/>
          </a:xfrm>
          <a:custGeom>
            <a:avLst/>
            <a:gdLst/>
            <a:ahLst/>
            <a:cxnLst>
              <a:cxn ang="0">
                <a:pos x="2" y="347"/>
              </a:cxn>
              <a:cxn ang="0">
                <a:pos x="0" y="346"/>
              </a:cxn>
              <a:cxn ang="0">
                <a:pos x="346" y="0"/>
              </a:cxn>
              <a:cxn ang="0">
                <a:pos x="347" y="2"/>
              </a:cxn>
              <a:cxn ang="0">
                <a:pos x="2" y="347"/>
              </a:cxn>
            </a:cxnLst>
            <a:rect l="0" t="0" r="r" b="b"/>
            <a:pathLst>
              <a:path w="347" h="347">
                <a:moveTo>
                  <a:pt x="2" y="347"/>
                </a:moveTo>
                <a:cubicBezTo>
                  <a:pt x="0" y="346"/>
                  <a:pt x="0" y="346"/>
                  <a:pt x="0" y="346"/>
                </a:cubicBezTo>
                <a:cubicBezTo>
                  <a:pt x="71" y="194"/>
                  <a:pt x="194" y="71"/>
                  <a:pt x="346" y="0"/>
                </a:cubicBezTo>
                <a:cubicBezTo>
                  <a:pt x="347" y="2"/>
                  <a:pt x="347" y="2"/>
                  <a:pt x="347" y="2"/>
                </a:cubicBezTo>
                <a:cubicBezTo>
                  <a:pt x="196" y="73"/>
                  <a:pt x="73" y="195"/>
                  <a:pt x="2" y="34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53" name="iŝ1iḓê"/>
          <p:cNvSpPr/>
          <p:nvPr userDrawn="1"/>
        </p:nvSpPr>
        <p:spPr>
          <a:xfrm>
            <a:off x="728291"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3" name="文本占位符 30"/>
          <p:cNvSpPr>
            <a:spLocks noGrp="1"/>
          </p:cNvSpPr>
          <p:nvPr>
            <p:ph type="body" sz="quarter" idx="18" hasCustomPrompt="1"/>
          </p:nvPr>
        </p:nvSpPr>
        <p:spPr>
          <a:xfrm>
            <a:off x="902381" y="176383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4" name="文本占位符 30"/>
          <p:cNvSpPr>
            <a:spLocks noGrp="1"/>
          </p:cNvSpPr>
          <p:nvPr>
            <p:ph type="body" sz="quarter" idx="16" hasCustomPrompt="1"/>
          </p:nvPr>
        </p:nvSpPr>
        <p:spPr>
          <a:xfrm>
            <a:off x="902381"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6" name="iŝ1iḓê"/>
          <p:cNvSpPr/>
          <p:nvPr userDrawn="1"/>
        </p:nvSpPr>
        <p:spPr>
          <a:xfrm>
            <a:off x="728291" y="4219783"/>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7" name="文本占位符 30"/>
          <p:cNvSpPr>
            <a:spLocks noGrp="1"/>
          </p:cNvSpPr>
          <p:nvPr>
            <p:ph type="body" sz="quarter" idx="19" hasCustomPrompt="1"/>
          </p:nvPr>
        </p:nvSpPr>
        <p:spPr>
          <a:xfrm>
            <a:off x="902381" y="4369329"/>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8" name="文本占位符 30"/>
          <p:cNvSpPr>
            <a:spLocks noGrp="1"/>
          </p:cNvSpPr>
          <p:nvPr>
            <p:ph type="body" sz="quarter" idx="20" hasCustomPrompt="1"/>
          </p:nvPr>
        </p:nvSpPr>
        <p:spPr>
          <a:xfrm>
            <a:off x="902381" y="4822638"/>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9" name="iŝ1iḓê"/>
          <p:cNvSpPr/>
          <p:nvPr userDrawn="1"/>
        </p:nvSpPr>
        <p:spPr>
          <a:xfrm>
            <a:off x="8335720" y="4223682"/>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0" name="文本占位符 30"/>
          <p:cNvSpPr>
            <a:spLocks noGrp="1"/>
          </p:cNvSpPr>
          <p:nvPr>
            <p:ph type="body" sz="quarter" idx="21" hasCustomPrompt="1"/>
          </p:nvPr>
        </p:nvSpPr>
        <p:spPr>
          <a:xfrm>
            <a:off x="8509810" y="4373228"/>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2" hasCustomPrompt="1"/>
          </p:nvPr>
        </p:nvSpPr>
        <p:spPr>
          <a:xfrm>
            <a:off x="8509810" y="4826537"/>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2" name="iŝ1iḓê"/>
          <p:cNvSpPr/>
          <p:nvPr userDrawn="1"/>
        </p:nvSpPr>
        <p:spPr>
          <a:xfrm>
            <a:off x="8335720"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3" name="文本占位符 30"/>
          <p:cNvSpPr>
            <a:spLocks noGrp="1"/>
          </p:cNvSpPr>
          <p:nvPr>
            <p:ph type="body" sz="quarter" idx="23" hasCustomPrompt="1"/>
          </p:nvPr>
        </p:nvSpPr>
        <p:spPr>
          <a:xfrm>
            <a:off x="8509810" y="1763830"/>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4" name="文本占位符 30"/>
          <p:cNvSpPr>
            <a:spLocks noGrp="1"/>
          </p:cNvSpPr>
          <p:nvPr>
            <p:ph type="body" sz="quarter" idx="24" hasCustomPrompt="1"/>
          </p:nvPr>
        </p:nvSpPr>
        <p:spPr>
          <a:xfrm>
            <a:off x="8509810"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5" name="文本占位符 30"/>
          <p:cNvSpPr>
            <a:spLocks noGrp="1"/>
          </p:cNvSpPr>
          <p:nvPr>
            <p:ph type="body" sz="quarter" idx="25" hasCustomPrompt="1"/>
          </p:nvPr>
        </p:nvSpPr>
        <p:spPr>
          <a:xfrm>
            <a:off x="5766555" y="533823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6" name="文本占位符 30"/>
          <p:cNvSpPr>
            <a:spLocks noGrp="1"/>
          </p:cNvSpPr>
          <p:nvPr>
            <p:ph type="body" sz="quarter" idx="26" hasCustomPrompt="1"/>
          </p:nvPr>
        </p:nvSpPr>
        <p:spPr>
          <a:xfrm>
            <a:off x="5766555" y="169111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59" name="文本占位符 30"/>
          <p:cNvSpPr>
            <a:spLocks noGrp="1"/>
          </p:cNvSpPr>
          <p:nvPr>
            <p:ph type="body" sz="quarter" idx="27" hasCustomPrompt="1"/>
          </p:nvPr>
        </p:nvSpPr>
        <p:spPr>
          <a:xfrm>
            <a:off x="754340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0" name="文本占位符 30"/>
          <p:cNvSpPr>
            <a:spLocks noGrp="1"/>
          </p:cNvSpPr>
          <p:nvPr>
            <p:ph type="body" sz="quarter" idx="28" hasCustomPrompt="1"/>
          </p:nvPr>
        </p:nvSpPr>
        <p:spPr>
          <a:xfrm>
            <a:off x="397433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2" name="文本占位符 30"/>
          <p:cNvSpPr>
            <a:spLocks noGrp="1"/>
          </p:cNvSpPr>
          <p:nvPr>
            <p:ph type="body" sz="quarter" idx="29" hasCustomPrompt="1"/>
          </p:nvPr>
        </p:nvSpPr>
        <p:spPr>
          <a:xfrm>
            <a:off x="5777758" y="2814227"/>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3" name="文本占位符 30"/>
          <p:cNvSpPr>
            <a:spLocks noGrp="1"/>
          </p:cNvSpPr>
          <p:nvPr>
            <p:ph type="body" sz="quarter" idx="30" hasCustomPrompt="1"/>
          </p:nvPr>
        </p:nvSpPr>
        <p:spPr>
          <a:xfrm>
            <a:off x="5766555" y="3966816"/>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4" name="文本占位符 30"/>
          <p:cNvSpPr>
            <a:spLocks noGrp="1"/>
          </p:cNvSpPr>
          <p:nvPr>
            <p:ph type="body" sz="quarter" idx="31" hasCustomPrompt="1"/>
          </p:nvPr>
        </p:nvSpPr>
        <p:spPr>
          <a:xfrm>
            <a:off x="5229118" y="341099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5" name="文本占位符 30"/>
          <p:cNvSpPr>
            <a:spLocks noGrp="1"/>
          </p:cNvSpPr>
          <p:nvPr>
            <p:ph type="body" sz="quarter" idx="32" hasCustomPrompt="1"/>
          </p:nvPr>
        </p:nvSpPr>
        <p:spPr>
          <a:xfrm>
            <a:off x="6278271" y="3401368"/>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4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1版式-3">
    <p:bg>
      <p:bgPr>
        <a:solidFill>
          <a:schemeClr val="bg1"/>
        </a:solidFill>
        <a:effectLst/>
      </p:bgPr>
    </p:bg>
    <p:spTree>
      <p:nvGrpSpPr>
        <p:cNvPr id="1" name=""/>
        <p:cNvGrpSpPr/>
        <p:nvPr/>
      </p:nvGrpSpPr>
      <p:grpSpPr>
        <a:xfrm>
          <a:off x="0" y="0"/>
          <a:ext cx="0" cy="0"/>
          <a:chOff x="0" y="0"/>
          <a:chExt cx="0" cy="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425360" y="3327134"/>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137360" y="3327134"/>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sp>
        <p:nvSpPr>
          <p:cNvPr id="42"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4" name="文本占位符 30"/>
          <p:cNvSpPr>
            <a:spLocks noGrp="1"/>
          </p:cNvSpPr>
          <p:nvPr>
            <p:ph type="body" sz="quarter" idx="19" hasCustomPrompt="1"/>
          </p:nvPr>
        </p:nvSpPr>
        <p:spPr>
          <a:xfrm>
            <a:off x="4388478" y="1554544"/>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0" hasCustomPrompt="1"/>
          </p:nvPr>
        </p:nvSpPr>
        <p:spPr>
          <a:xfrm>
            <a:off x="4388477" y="2007852"/>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1" hasCustomPrompt="1"/>
          </p:nvPr>
        </p:nvSpPr>
        <p:spPr>
          <a:xfrm>
            <a:off x="4811993" y="3423065"/>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2" hasCustomPrompt="1"/>
          </p:nvPr>
        </p:nvSpPr>
        <p:spPr>
          <a:xfrm>
            <a:off x="4811992" y="3876373"/>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3" hasCustomPrompt="1"/>
          </p:nvPr>
        </p:nvSpPr>
        <p:spPr>
          <a:xfrm>
            <a:off x="4388477" y="5311572"/>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4" hasCustomPrompt="1"/>
          </p:nvPr>
        </p:nvSpPr>
        <p:spPr>
          <a:xfrm>
            <a:off x="4388476" y="5764881"/>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1版式-4">
    <p:bg>
      <p:bgPr>
        <a:solidFill>
          <a:schemeClr val="bg1"/>
        </a:solidFill>
        <a:effectLst/>
      </p:bgPr>
    </p:bg>
    <p:spTree>
      <p:nvGrpSpPr>
        <p:cNvPr id="1" name=""/>
        <p:cNvGrpSpPr/>
        <p:nvPr/>
      </p:nvGrpSpPr>
      <p:grpSpPr>
        <a:xfrm>
          <a:off x="0" y="0"/>
          <a:ext cx="0" cy="0"/>
          <a:chOff x="0" y="0"/>
          <a:chExt cx="0" cy="0"/>
        </a:xfrm>
      </p:grpSpPr>
      <p:grpSp>
        <p:nvGrpSpPr>
          <p:cNvPr id="4" name="20429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2254651" y="1474850"/>
            <a:ext cx="9265837" cy="4327400"/>
            <a:chOff x="2254651" y="1474850"/>
            <a:chExt cx="9265837" cy="432740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9" name="直接连接符 8"/>
            <p:cNvCxnSpPr>
              <a:stCxn id="19" idx="0"/>
            </p:cNvCxnSpPr>
            <p:nvPr/>
          </p:nvCxnSpPr>
          <p:spPr>
            <a:xfrm>
              <a:off x="4316502" y="3965649"/>
              <a:ext cx="7203986"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316502" y="2720249"/>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3" name="ïşļiďé"/>
            <p:cNvGrpSpPr/>
            <p:nvPr/>
          </p:nvGrpSpPr>
          <p:grpSpPr>
            <a:xfrm>
              <a:off x="7761155" y="2188828"/>
              <a:ext cx="952304" cy="623435"/>
              <a:chOff x="6349908" y="2695299"/>
              <a:chExt cx="952304" cy="623435"/>
            </a:xfrm>
          </p:grpSpPr>
          <p:sp>
            <p:nvSpPr>
              <p:cNvPr id="29" name="iş1îďé"/>
              <p:cNvSpPr txBox="1"/>
              <p:nvPr/>
            </p:nvSpPr>
            <p:spPr>
              <a:xfrm>
                <a:off x="6349908" y="2980180"/>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Apr-Jun</a:t>
                </a:r>
              </a:p>
            </p:txBody>
          </p:sp>
          <p:grpSp>
            <p:nvGrpSpPr>
              <p:cNvPr id="30" name="ïṩḻíḍé"/>
              <p:cNvGrpSpPr>
                <a:grpSpLocks noChangeAspect="1"/>
              </p:cNvGrpSpPr>
              <p:nvPr/>
            </p:nvGrpSpPr>
            <p:grpSpPr>
              <a:xfrm>
                <a:off x="6700714" y="2695299"/>
                <a:ext cx="250681" cy="252001"/>
                <a:chOff x="1547813" y="3240088"/>
                <a:chExt cx="301626" cy="303213"/>
              </a:xfrm>
              <a:solidFill>
                <a:sysClr val="window" lastClr="FFFFFF"/>
              </a:solidFill>
            </p:grpSpPr>
            <p:sp>
              <p:nvSpPr>
                <p:cNvPr id="31" name="íṥlïḍè"/>
                <p:cNvSpPr/>
                <p:nvPr/>
              </p:nvSpPr>
              <p:spPr bwMode="auto">
                <a:xfrm>
                  <a:off x="1611313" y="3392488"/>
                  <a:ext cx="85725" cy="87313"/>
                </a:xfrm>
                <a:custGeom>
                  <a:avLst/>
                  <a:gdLst>
                    <a:gd name="T0" fmla="*/ 92 w 218"/>
                    <a:gd name="T1" fmla="*/ 191 h 219"/>
                    <a:gd name="T2" fmla="*/ 70 w 218"/>
                    <a:gd name="T3" fmla="*/ 183 h 219"/>
                    <a:gd name="T4" fmla="*/ 50 w 218"/>
                    <a:gd name="T5" fmla="*/ 168 h 219"/>
                    <a:gd name="T6" fmla="*/ 35 w 218"/>
                    <a:gd name="T7" fmla="*/ 149 h 219"/>
                    <a:gd name="T8" fmla="*/ 27 w 218"/>
                    <a:gd name="T9" fmla="*/ 125 h 219"/>
                    <a:gd name="T10" fmla="*/ 26 w 218"/>
                    <a:gd name="T11" fmla="*/ 101 h 219"/>
                    <a:gd name="T12" fmla="*/ 32 w 218"/>
                    <a:gd name="T13" fmla="*/ 77 h 219"/>
                    <a:gd name="T14" fmla="*/ 45 w 218"/>
                    <a:gd name="T15" fmla="*/ 56 h 219"/>
                    <a:gd name="T16" fmla="*/ 62 w 218"/>
                    <a:gd name="T17" fmla="*/ 40 h 219"/>
                    <a:gd name="T18" fmla="*/ 85 w 218"/>
                    <a:gd name="T19" fmla="*/ 29 h 219"/>
                    <a:gd name="T20" fmla="*/ 109 w 218"/>
                    <a:gd name="T21" fmla="*/ 26 h 219"/>
                    <a:gd name="T22" fmla="*/ 134 w 218"/>
                    <a:gd name="T23" fmla="*/ 29 h 219"/>
                    <a:gd name="T24" fmla="*/ 155 w 218"/>
                    <a:gd name="T25" fmla="*/ 40 h 219"/>
                    <a:gd name="T26" fmla="*/ 174 w 218"/>
                    <a:gd name="T27" fmla="*/ 56 h 219"/>
                    <a:gd name="T28" fmla="*/ 186 w 218"/>
                    <a:gd name="T29" fmla="*/ 77 h 219"/>
                    <a:gd name="T30" fmla="*/ 192 w 218"/>
                    <a:gd name="T31" fmla="*/ 101 h 219"/>
                    <a:gd name="T32" fmla="*/ 191 w 218"/>
                    <a:gd name="T33" fmla="*/ 125 h 219"/>
                    <a:gd name="T34" fmla="*/ 182 w 218"/>
                    <a:gd name="T35" fmla="*/ 149 h 219"/>
                    <a:gd name="T36" fmla="*/ 168 w 218"/>
                    <a:gd name="T37" fmla="*/ 168 h 219"/>
                    <a:gd name="T38" fmla="*/ 149 w 218"/>
                    <a:gd name="T39" fmla="*/ 183 h 219"/>
                    <a:gd name="T40" fmla="*/ 125 w 218"/>
                    <a:gd name="T41" fmla="*/ 191 h 219"/>
                    <a:gd name="T42" fmla="*/ 109 w 218"/>
                    <a:gd name="T43" fmla="*/ 0 h 219"/>
                    <a:gd name="T44" fmla="*/ 77 w 218"/>
                    <a:gd name="T45" fmla="*/ 4 h 219"/>
                    <a:gd name="T46" fmla="*/ 48 w 218"/>
                    <a:gd name="T47" fmla="*/ 18 h 219"/>
                    <a:gd name="T48" fmla="*/ 25 w 218"/>
                    <a:gd name="T49" fmla="*/ 40 h 219"/>
                    <a:gd name="T50" fmla="*/ 8 w 218"/>
                    <a:gd name="T51" fmla="*/ 66 h 219"/>
                    <a:gd name="T52" fmla="*/ 1 w 218"/>
                    <a:gd name="T53" fmla="*/ 98 h 219"/>
                    <a:gd name="T54" fmla="*/ 2 w 218"/>
                    <a:gd name="T55" fmla="*/ 131 h 219"/>
                    <a:gd name="T56" fmla="*/ 13 w 218"/>
                    <a:gd name="T57" fmla="*/ 161 h 219"/>
                    <a:gd name="T58" fmla="*/ 32 w 218"/>
                    <a:gd name="T59" fmla="*/ 187 h 219"/>
                    <a:gd name="T60" fmla="*/ 57 w 218"/>
                    <a:gd name="T61" fmla="*/ 205 h 219"/>
                    <a:gd name="T62" fmla="*/ 87 w 218"/>
                    <a:gd name="T63" fmla="*/ 217 h 219"/>
                    <a:gd name="T64" fmla="*/ 120 w 218"/>
                    <a:gd name="T65" fmla="*/ 218 h 219"/>
                    <a:gd name="T66" fmla="*/ 151 w 218"/>
                    <a:gd name="T67" fmla="*/ 210 h 219"/>
                    <a:gd name="T68" fmla="*/ 178 w 218"/>
                    <a:gd name="T69" fmla="*/ 193 h 219"/>
                    <a:gd name="T70" fmla="*/ 200 w 218"/>
                    <a:gd name="T71" fmla="*/ 171 h 219"/>
                    <a:gd name="T72" fmla="*/ 213 w 218"/>
                    <a:gd name="T73" fmla="*/ 142 h 219"/>
                    <a:gd name="T74" fmla="*/ 218 w 218"/>
                    <a:gd name="T75" fmla="*/ 109 h 219"/>
                    <a:gd name="T76" fmla="*/ 213 w 218"/>
                    <a:gd name="T77" fmla="*/ 77 h 219"/>
                    <a:gd name="T78" fmla="*/ 200 w 218"/>
                    <a:gd name="T79" fmla="*/ 48 h 219"/>
                    <a:gd name="T80" fmla="*/ 178 w 218"/>
                    <a:gd name="T81" fmla="*/ 25 h 219"/>
                    <a:gd name="T82" fmla="*/ 151 w 218"/>
                    <a:gd name="T83" fmla="*/ 8 h 219"/>
                    <a:gd name="T84" fmla="*/ 120 w 218"/>
                    <a:gd name="T85"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8" h="219">
                      <a:moveTo>
                        <a:pt x="109" y="193"/>
                      </a:moveTo>
                      <a:lnTo>
                        <a:pt x="101" y="193"/>
                      </a:lnTo>
                      <a:lnTo>
                        <a:pt x="92" y="191"/>
                      </a:lnTo>
                      <a:lnTo>
                        <a:pt x="85" y="190"/>
                      </a:lnTo>
                      <a:lnTo>
                        <a:pt x="76" y="187"/>
                      </a:lnTo>
                      <a:lnTo>
                        <a:pt x="70" y="183"/>
                      </a:lnTo>
                      <a:lnTo>
                        <a:pt x="62" y="179"/>
                      </a:lnTo>
                      <a:lnTo>
                        <a:pt x="56" y="174"/>
                      </a:lnTo>
                      <a:lnTo>
                        <a:pt x="50" y="168"/>
                      </a:lnTo>
                      <a:lnTo>
                        <a:pt x="45" y="162"/>
                      </a:lnTo>
                      <a:lnTo>
                        <a:pt x="40" y="156"/>
                      </a:lnTo>
                      <a:lnTo>
                        <a:pt x="35" y="149"/>
                      </a:lnTo>
                      <a:lnTo>
                        <a:pt x="32" y="142"/>
                      </a:lnTo>
                      <a:lnTo>
                        <a:pt x="29" y="134"/>
                      </a:lnTo>
                      <a:lnTo>
                        <a:pt x="27" y="125"/>
                      </a:lnTo>
                      <a:lnTo>
                        <a:pt x="26" y="118"/>
                      </a:lnTo>
                      <a:lnTo>
                        <a:pt x="26" y="109"/>
                      </a:lnTo>
                      <a:lnTo>
                        <a:pt x="26" y="101"/>
                      </a:lnTo>
                      <a:lnTo>
                        <a:pt x="27" y="92"/>
                      </a:lnTo>
                      <a:lnTo>
                        <a:pt x="29" y="85"/>
                      </a:lnTo>
                      <a:lnTo>
                        <a:pt x="32" y="77"/>
                      </a:lnTo>
                      <a:lnTo>
                        <a:pt x="35" y="70"/>
                      </a:lnTo>
                      <a:lnTo>
                        <a:pt x="40" y="62"/>
                      </a:lnTo>
                      <a:lnTo>
                        <a:pt x="45" y="56"/>
                      </a:lnTo>
                      <a:lnTo>
                        <a:pt x="50" y="50"/>
                      </a:lnTo>
                      <a:lnTo>
                        <a:pt x="56" y="45"/>
                      </a:lnTo>
                      <a:lnTo>
                        <a:pt x="62" y="40"/>
                      </a:lnTo>
                      <a:lnTo>
                        <a:pt x="70" y="35"/>
                      </a:lnTo>
                      <a:lnTo>
                        <a:pt x="76" y="32"/>
                      </a:lnTo>
                      <a:lnTo>
                        <a:pt x="85" y="29"/>
                      </a:lnTo>
                      <a:lnTo>
                        <a:pt x="92" y="27"/>
                      </a:lnTo>
                      <a:lnTo>
                        <a:pt x="101" y="26"/>
                      </a:lnTo>
                      <a:lnTo>
                        <a:pt x="109" y="26"/>
                      </a:lnTo>
                      <a:lnTo>
                        <a:pt x="118" y="26"/>
                      </a:lnTo>
                      <a:lnTo>
                        <a:pt x="125" y="27"/>
                      </a:lnTo>
                      <a:lnTo>
                        <a:pt x="134" y="29"/>
                      </a:lnTo>
                      <a:lnTo>
                        <a:pt x="142" y="32"/>
                      </a:lnTo>
                      <a:lnTo>
                        <a:pt x="149" y="35"/>
                      </a:lnTo>
                      <a:lnTo>
                        <a:pt x="155" y="40"/>
                      </a:lnTo>
                      <a:lnTo>
                        <a:pt x="162" y="45"/>
                      </a:lnTo>
                      <a:lnTo>
                        <a:pt x="168" y="50"/>
                      </a:lnTo>
                      <a:lnTo>
                        <a:pt x="174" y="56"/>
                      </a:lnTo>
                      <a:lnTo>
                        <a:pt x="178" y="62"/>
                      </a:lnTo>
                      <a:lnTo>
                        <a:pt x="182" y="70"/>
                      </a:lnTo>
                      <a:lnTo>
                        <a:pt x="186" y="77"/>
                      </a:lnTo>
                      <a:lnTo>
                        <a:pt x="189" y="85"/>
                      </a:lnTo>
                      <a:lnTo>
                        <a:pt x="191" y="92"/>
                      </a:lnTo>
                      <a:lnTo>
                        <a:pt x="192" y="101"/>
                      </a:lnTo>
                      <a:lnTo>
                        <a:pt x="193" y="109"/>
                      </a:lnTo>
                      <a:lnTo>
                        <a:pt x="192" y="118"/>
                      </a:lnTo>
                      <a:lnTo>
                        <a:pt x="191" y="125"/>
                      </a:lnTo>
                      <a:lnTo>
                        <a:pt x="189" y="134"/>
                      </a:lnTo>
                      <a:lnTo>
                        <a:pt x="186" y="142"/>
                      </a:lnTo>
                      <a:lnTo>
                        <a:pt x="182" y="149"/>
                      </a:lnTo>
                      <a:lnTo>
                        <a:pt x="178" y="156"/>
                      </a:lnTo>
                      <a:lnTo>
                        <a:pt x="174" y="162"/>
                      </a:lnTo>
                      <a:lnTo>
                        <a:pt x="168" y="168"/>
                      </a:lnTo>
                      <a:lnTo>
                        <a:pt x="162" y="174"/>
                      </a:lnTo>
                      <a:lnTo>
                        <a:pt x="155" y="179"/>
                      </a:lnTo>
                      <a:lnTo>
                        <a:pt x="149" y="183"/>
                      </a:lnTo>
                      <a:lnTo>
                        <a:pt x="142" y="187"/>
                      </a:lnTo>
                      <a:lnTo>
                        <a:pt x="134" y="190"/>
                      </a:lnTo>
                      <a:lnTo>
                        <a:pt x="125" y="191"/>
                      </a:lnTo>
                      <a:lnTo>
                        <a:pt x="118" y="193"/>
                      </a:lnTo>
                      <a:lnTo>
                        <a:pt x="109" y="193"/>
                      </a:lnTo>
                      <a:close/>
                      <a:moveTo>
                        <a:pt x="109" y="0"/>
                      </a:moveTo>
                      <a:lnTo>
                        <a:pt x="98" y="0"/>
                      </a:lnTo>
                      <a:lnTo>
                        <a:pt x="87" y="2"/>
                      </a:lnTo>
                      <a:lnTo>
                        <a:pt x="77" y="4"/>
                      </a:lnTo>
                      <a:lnTo>
                        <a:pt x="66" y="8"/>
                      </a:lnTo>
                      <a:lnTo>
                        <a:pt x="57" y="13"/>
                      </a:lnTo>
                      <a:lnTo>
                        <a:pt x="48" y="18"/>
                      </a:lnTo>
                      <a:lnTo>
                        <a:pt x="40" y="25"/>
                      </a:lnTo>
                      <a:lnTo>
                        <a:pt x="32" y="32"/>
                      </a:lnTo>
                      <a:lnTo>
                        <a:pt x="25" y="40"/>
                      </a:lnTo>
                      <a:lnTo>
                        <a:pt x="19" y="48"/>
                      </a:lnTo>
                      <a:lnTo>
                        <a:pt x="13" y="57"/>
                      </a:lnTo>
                      <a:lnTo>
                        <a:pt x="8" y="66"/>
                      </a:lnTo>
                      <a:lnTo>
                        <a:pt x="5" y="77"/>
                      </a:lnTo>
                      <a:lnTo>
                        <a:pt x="2" y="87"/>
                      </a:lnTo>
                      <a:lnTo>
                        <a:pt x="1" y="98"/>
                      </a:lnTo>
                      <a:lnTo>
                        <a:pt x="0" y="109"/>
                      </a:lnTo>
                      <a:lnTo>
                        <a:pt x="1" y="120"/>
                      </a:lnTo>
                      <a:lnTo>
                        <a:pt x="2" y="131"/>
                      </a:lnTo>
                      <a:lnTo>
                        <a:pt x="5" y="142"/>
                      </a:lnTo>
                      <a:lnTo>
                        <a:pt x="8" y="151"/>
                      </a:lnTo>
                      <a:lnTo>
                        <a:pt x="13" y="161"/>
                      </a:lnTo>
                      <a:lnTo>
                        <a:pt x="19" y="171"/>
                      </a:lnTo>
                      <a:lnTo>
                        <a:pt x="25" y="178"/>
                      </a:lnTo>
                      <a:lnTo>
                        <a:pt x="32" y="187"/>
                      </a:lnTo>
                      <a:lnTo>
                        <a:pt x="40" y="193"/>
                      </a:lnTo>
                      <a:lnTo>
                        <a:pt x="48" y="200"/>
                      </a:lnTo>
                      <a:lnTo>
                        <a:pt x="57" y="205"/>
                      </a:lnTo>
                      <a:lnTo>
                        <a:pt x="66" y="210"/>
                      </a:lnTo>
                      <a:lnTo>
                        <a:pt x="77" y="214"/>
                      </a:lnTo>
                      <a:lnTo>
                        <a:pt x="87" y="217"/>
                      </a:lnTo>
                      <a:lnTo>
                        <a:pt x="98" y="218"/>
                      </a:lnTo>
                      <a:lnTo>
                        <a:pt x="109" y="219"/>
                      </a:lnTo>
                      <a:lnTo>
                        <a:pt x="120" y="218"/>
                      </a:lnTo>
                      <a:lnTo>
                        <a:pt x="131" y="217"/>
                      </a:lnTo>
                      <a:lnTo>
                        <a:pt x="142" y="214"/>
                      </a:lnTo>
                      <a:lnTo>
                        <a:pt x="151" y="210"/>
                      </a:lnTo>
                      <a:lnTo>
                        <a:pt x="161" y="205"/>
                      </a:lnTo>
                      <a:lnTo>
                        <a:pt x="169" y="200"/>
                      </a:lnTo>
                      <a:lnTo>
                        <a:pt x="178" y="193"/>
                      </a:lnTo>
                      <a:lnTo>
                        <a:pt x="187" y="187"/>
                      </a:lnTo>
                      <a:lnTo>
                        <a:pt x="193" y="178"/>
                      </a:lnTo>
                      <a:lnTo>
                        <a:pt x="200" y="171"/>
                      </a:lnTo>
                      <a:lnTo>
                        <a:pt x="205" y="161"/>
                      </a:lnTo>
                      <a:lnTo>
                        <a:pt x="209" y="151"/>
                      </a:lnTo>
                      <a:lnTo>
                        <a:pt x="213" y="142"/>
                      </a:lnTo>
                      <a:lnTo>
                        <a:pt x="216" y="131"/>
                      </a:lnTo>
                      <a:lnTo>
                        <a:pt x="218" y="120"/>
                      </a:lnTo>
                      <a:lnTo>
                        <a:pt x="218" y="109"/>
                      </a:lnTo>
                      <a:lnTo>
                        <a:pt x="218" y="98"/>
                      </a:lnTo>
                      <a:lnTo>
                        <a:pt x="216" y="87"/>
                      </a:lnTo>
                      <a:lnTo>
                        <a:pt x="213" y="77"/>
                      </a:lnTo>
                      <a:lnTo>
                        <a:pt x="209" y="66"/>
                      </a:lnTo>
                      <a:lnTo>
                        <a:pt x="205" y="57"/>
                      </a:lnTo>
                      <a:lnTo>
                        <a:pt x="200" y="48"/>
                      </a:lnTo>
                      <a:lnTo>
                        <a:pt x="193" y="40"/>
                      </a:lnTo>
                      <a:lnTo>
                        <a:pt x="187" y="32"/>
                      </a:lnTo>
                      <a:lnTo>
                        <a:pt x="178" y="25"/>
                      </a:lnTo>
                      <a:lnTo>
                        <a:pt x="169" y="18"/>
                      </a:lnTo>
                      <a:lnTo>
                        <a:pt x="161" y="13"/>
                      </a:lnTo>
                      <a:lnTo>
                        <a:pt x="151" y="8"/>
                      </a:lnTo>
                      <a:lnTo>
                        <a:pt x="142" y="4"/>
                      </a:lnTo>
                      <a:lnTo>
                        <a:pt x="131" y="2"/>
                      </a:lnTo>
                      <a:lnTo>
                        <a:pt x="120" y="0"/>
                      </a:lnTo>
                      <a:lnTo>
                        <a:pt x="1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iśļîḑe"/>
                <p:cNvSpPr/>
                <p:nvPr/>
              </p:nvSpPr>
              <p:spPr bwMode="auto">
                <a:xfrm>
                  <a:off x="1763713" y="3278188"/>
                  <a:ext cx="49213" cy="47625"/>
                </a:xfrm>
                <a:custGeom>
                  <a:avLst/>
                  <a:gdLst>
                    <a:gd name="T0" fmla="*/ 54 w 122"/>
                    <a:gd name="T1" fmla="*/ 96 h 121"/>
                    <a:gd name="T2" fmla="*/ 41 w 122"/>
                    <a:gd name="T3" fmla="*/ 90 h 121"/>
                    <a:gd name="T4" fmla="*/ 31 w 122"/>
                    <a:gd name="T5" fmla="*/ 81 h 121"/>
                    <a:gd name="T6" fmla="*/ 26 w 122"/>
                    <a:gd name="T7" fmla="*/ 68 h 121"/>
                    <a:gd name="T8" fmla="*/ 26 w 122"/>
                    <a:gd name="T9" fmla="*/ 54 h 121"/>
                    <a:gd name="T10" fmla="*/ 31 w 122"/>
                    <a:gd name="T11" fmla="*/ 41 h 121"/>
                    <a:gd name="T12" fmla="*/ 41 w 122"/>
                    <a:gd name="T13" fmla="*/ 31 h 121"/>
                    <a:gd name="T14" fmla="*/ 54 w 122"/>
                    <a:gd name="T15" fmla="*/ 26 h 121"/>
                    <a:gd name="T16" fmla="*/ 68 w 122"/>
                    <a:gd name="T17" fmla="*/ 26 h 121"/>
                    <a:gd name="T18" fmla="*/ 81 w 122"/>
                    <a:gd name="T19" fmla="*/ 31 h 121"/>
                    <a:gd name="T20" fmla="*/ 90 w 122"/>
                    <a:gd name="T21" fmla="*/ 41 h 121"/>
                    <a:gd name="T22" fmla="*/ 96 w 122"/>
                    <a:gd name="T23" fmla="*/ 54 h 121"/>
                    <a:gd name="T24" fmla="*/ 96 w 122"/>
                    <a:gd name="T25" fmla="*/ 68 h 121"/>
                    <a:gd name="T26" fmla="*/ 90 w 122"/>
                    <a:gd name="T27" fmla="*/ 81 h 121"/>
                    <a:gd name="T28" fmla="*/ 81 w 122"/>
                    <a:gd name="T29" fmla="*/ 90 h 121"/>
                    <a:gd name="T30" fmla="*/ 68 w 122"/>
                    <a:gd name="T31" fmla="*/ 96 h 121"/>
                    <a:gd name="T32" fmla="*/ 61 w 122"/>
                    <a:gd name="T33" fmla="*/ 0 h 121"/>
                    <a:gd name="T34" fmla="*/ 49 w 122"/>
                    <a:gd name="T35" fmla="*/ 1 h 121"/>
                    <a:gd name="T36" fmla="*/ 38 w 122"/>
                    <a:gd name="T37" fmla="*/ 4 h 121"/>
                    <a:gd name="T38" fmla="*/ 27 w 122"/>
                    <a:gd name="T39" fmla="*/ 11 h 121"/>
                    <a:gd name="T40" fmla="*/ 19 w 122"/>
                    <a:gd name="T41" fmla="*/ 18 h 121"/>
                    <a:gd name="T42" fmla="*/ 11 w 122"/>
                    <a:gd name="T43" fmla="*/ 27 h 121"/>
                    <a:gd name="T44" fmla="*/ 5 w 122"/>
                    <a:gd name="T45" fmla="*/ 38 h 121"/>
                    <a:gd name="T46" fmla="*/ 1 w 122"/>
                    <a:gd name="T47" fmla="*/ 48 h 121"/>
                    <a:gd name="T48" fmla="*/ 0 w 122"/>
                    <a:gd name="T49" fmla="*/ 61 h 121"/>
                    <a:gd name="T50" fmla="*/ 1 w 122"/>
                    <a:gd name="T51" fmla="*/ 73 h 121"/>
                    <a:gd name="T52" fmla="*/ 5 w 122"/>
                    <a:gd name="T53" fmla="*/ 85 h 121"/>
                    <a:gd name="T54" fmla="*/ 11 w 122"/>
                    <a:gd name="T55" fmla="*/ 96 h 121"/>
                    <a:gd name="T56" fmla="*/ 19 w 122"/>
                    <a:gd name="T57" fmla="*/ 104 h 121"/>
                    <a:gd name="T58" fmla="*/ 27 w 122"/>
                    <a:gd name="T59" fmla="*/ 112 h 121"/>
                    <a:gd name="T60" fmla="*/ 38 w 122"/>
                    <a:gd name="T61" fmla="*/ 117 h 121"/>
                    <a:gd name="T62" fmla="*/ 49 w 122"/>
                    <a:gd name="T63" fmla="*/ 120 h 121"/>
                    <a:gd name="T64" fmla="*/ 61 w 122"/>
                    <a:gd name="T65" fmla="*/ 121 h 121"/>
                    <a:gd name="T66" fmla="*/ 73 w 122"/>
                    <a:gd name="T67" fmla="*/ 120 h 121"/>
                    <a:gd name="T68" fmla="*/ 85 w 122"/>
                    <a:gd name="T69" fmla="*/ 117 h 121"/>
                    <a:gd name="T70" fmla="*/ 95 w 122"/>
                    <a:gd name="T71" fmla="*/ 112 h 121"/>
                    <a:gd name="T72" fmla="*/ 104 w 122"/>
                    <a:gd name="T73" fmla="*/ 104 h 121"/>
                    <a:gd name="T74" fmla="*/ 112 w 122"/>
                    <a:gd name="T75" fmla="*/ 96 h 121"/>
                    <a:gd name="T76" fmla="*/ 117 w 122"/>
                    <a:gd name="T77" fmla="*/ 85 h 121"/>
                    <a:gd name="T78" fmla="*/ 121 w 122"/>
                    <a:gd name="T79" fmla="*/ 73 h 121"/>
                    <a:gd name="T80" fmla="*/ 122 w 122"/>
                    <a:gd name="T81" fmla="*/ 61 h 121"/>
                    <a:gd name="T82" fmla="*/ 121 w 122"/>
                    <a:gd name="T83" fmla="*/ 48 h 121"/>
                    <a:gd name="T84" fmla="*/ 117 w 122"/>
                    <a:gd name="T85" fmla="*/ 38 h 121"/>
                    <a:gd name="T86" fmla="*/ 112 w 122"/>
                    <a:gd name="T87" fmla="*/ 27 h 121"/>
                    <a:gd name="T88" fmla="*/ 104 w 122"/>
                    <a:gd name="T89" fmla="*/ 18 h 121"/>
                    <a:gd name="T90" fmla="*/ 95 w 122"/>
                    <a:gd name="T91" fmla="*/ 11 h 121"/>
                    <a:gd name="T92" fmla="*/ 85 w 122"/>
                    <a:gd name="T93" fmla="*/ 4 h 121"/>
                    <a:gd name="T94" fmla="*/ 73 w 122"/>
                    <a:gd name="T95" fmla="*/ 1 h 121"/>
                    <a:gd name="T96" fmla="*/ 61 w 122"/>
                    <a:gd name="T9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21">
                      <a:moveTo>
                        <a:pt x="61" y="97"/>
                      </a:moveTo>
                      <a:lnTo>
                        <a:pt x="54" y="96"/>
                      </a:lnTo>
                      <a:lnTo>
                        <a:pt x="47" y="93"/>
                      </a:lnTo>
                      <a:lnTo>
                        <a:pt x="41" y="90"/>
                      </a:lnTo>
                      <a:lnTo>
                        <a:pt x="36" y="86"/>
                      </a:lnTo>
                      <a:lnTo>
                        <a:pt x="31" y="81"/>
                      </a:lnTo>
                      <a:lnTo>
                        <a:pt x="28" y="75"/>
                      </a:lnTo>
                      <a:lnTo>
                        <a:pt x="26" y="68"/>
                      </a:lnTo>
                      <a:lnTo>
                        <a:pt x="26" y="61"/>
                      </a:lnTo>
                      <a:lnTo>
                        <a:pt x="26" y="54"/>
                      </a:lnTo>
                      <a:lnTo>
                        <a:pt x="28" y="47"/>
                      </a:lnTo>
                      <a:lnTo>
                        <a:pt x="31" y="41"/>
                      </a:lnTo>
                      <a:lnTo>
                        <a:pt x="36" y="35"/>
                      </a:lnTo>
                      <a:lnTo>
                        <a:pt x="41" y="31"/>
                      </a:lnTo>
                      <a:lnTo>
                        <a:pt x="47" y="28"/>
                      </a:lnTo>
                      <a:lnTo>
                        <a:pt x="54" y="26"/>
                      </a:lnTo>
                      <a:lnTo>
                        <a:pt x="61" y="25"/>
                      </a:lnTo>
                      <a:lnTo>
                        <a:pt x="68" y="26"/>
                      </a:lnTo>
                      <a:lnTo>
                        <a:pt x="75" y="28"/>
                      </a:lnTo>
                      <a:lnTo>
                        <a:pt x="81" y="31"/>
                      </a:lnTo>
                      <a:lnTo>
                        <a:pt x="86" y="35"/>
                      </a:lnTo>
                      <a:lnTo>
                        <a:pt x="90" y="41"/>
                      </a:lnTo>
                      <a:lnTo>
                        <a:pt x="94" y="47"/>
                      </a:lnTo>
                      <a:lnTo>
                        <a:pt x="96" y="54"/>
                      </a:lnTo>
                      <a:lnTo>
                        <a:pt x="97" y="61"/>
                      </a:lnTo>
                      <a:lnTo>
                        <a:pt x="96" y="68"/>
                      </a:lnTo>
                      <a:lnTo>
                        <a:pt x="94" y="75"/>
                      </a:lnTo>
                      <a:lnTo>
                        <a:pt x="90" y="81"/>
                      </a:lnTo>
                      <a:lnTo>
                        <a:pt x="86" y="86"/>
                      </a:lnTo>
                      <a:lnTo>
                        <a:pt x="81" y="90"/>
                      </a:lnTo>
                      <a:lnTo>
                        <a:pt x="75" y="93"/>
                      </a:lnTo>
                      <a:lnTo>
                        <a:pt x="68" y="96"/>
                      </a:lnTo>
                      <a:lnTo>
                        <a:pt x="61" y="97"/>
                      </a:lnTo>
                      <a:close/>
                      <a:moveTo>
                        <a:pt x="61" y="0"/>
                      </a:moveTo>
                      <a:lnTo>
                        <a:pt x="55" y="0"/>
                      </a:lnTo>
                      <a:lnTo>
                        <a:pt x="49" y="1"/>
                      </a:lnTo>
                      <a:lnTo>
                        <a:pt x="43" y="2"/>
                      </a:lnTo>
                      <a:lnTo>
                        <a:pt x="38" y="4"/>
                      </a:lnTo>
                      <a:lnTo>
                        <a:pt x="32" y="8"/>
                      </a:lnTo>
                      <a:lnTo>
                        <a:pt x="27" y="11"/>
                      </a:lnTo>
                      <a:lnTo>
                        <a:pt x="23" y="14"/>
                      </a:lnTo>
                      <a:lnTo>
                        <a:pt x="19" y="18"/>
                      </a:lnTo>
                      <a:lnTo>
                        <a:pt x="14" y="23"/>
                      </a:lnTo>
                      <a:lnTo>
                        <a:pt x="11" y="27"/>
                      </a:lnTo>
                      <a:lnTo>
                        <a:pt x="8" y="32"/>
                      </a:lnTo>
                      <a:lnTo>
                        <a:pt x="5" y="38"/>
                      </a:lnTo>
                      <a:lnTo>
                        <a:pt x="3" y="43"/>
                      </a:lnTo>
                      <a:lnTo>
                        <a:pt x="1" y="48"/>
                      </a:lnTo>
                      <a:lnTo>
                        <a:pt x="0" y="55"/>
                      </a:lnTo>
                      <a:lnTo>
                        <a:pt x="0" y="61"/>
                      </a:lnTo>
                      <a:lnTo>
                        <a:pt x="0" y="67"/>
                      </a:lnTo>
                      <a:lnTo>
                        <a:pt x="1" y="73"/>
                      </a:lnTo>
                      <a:lnTo>
                        <a:pt x="3" y="79"/>
                      </a:lnTo>
                      <a:lnTo>
                        <a:pt x="5" y="85"/>
                      </a:lnTo>
                      <a:lnTo>
                        <a:pt x="8" y="90"/>
                      </a:lnTo>
                      <a:lnTo>
                        <a:pt x="11" y="96"/>
                      </a:lnTo>
                      <a:lnTo>
                        <a:pt x="14" y="100"/>
                      </a:lnTo>
                      <a:lnTo>
                        <a:pt x="19" y="104"/>
                      </a:lnTo>
                      <a:lnTo>
                        <a:pt x="23" y="108"/>
                      </a:lnTo>
                      <a:lnTo>
                        <a:pt x="27" y="112"/>
                      </a:lnTo>
                      <a:lnTo>
                        <a:pt x="32" y="115"/>
                      </a:lnTo>
                      <a:lnTo>
                        <a:pt x="38" y="117"/>
                      </a:lnTo>
                      <a:lnTo>
                        <a:pt x="43" y="119"/>
                      </a:lnTo>
                      <a:lnTo>
                        <a:pt x="49" y="120"/>
                      </a:lnTo>
                      <a:lnTo>
                        <a:pt x="55" y="121"/>
                      </a:lnTo>
                      <a:lnTo>
                        <a:pt x="61" y="121"/>
                      </a:lnTo>
                      <a:lnTo>
                        <a:pt x="68" y="121"/>
                      </a:lnTo>
                      <a:lnTo>
                        <a:pt x="73" y="120"/>
                      </a:lnTo>
                      <a:lnTo>
                        <a:pt x="80" y="119"/>
                      </a:lnTo>
                      <a:lnTo>
                        <a:pt x="85" y="117"/>
                      </a:lnTo>
                      <a:lnTo>
                        <a:pt x="90" y="115"/>
                      </a:lnTo>
                      <a:lnTo>
                        <a:pt x="95" y="112"/>
                      </a:lnTo>
                      <a:lnTo>
                        <a:pt x="100" y="108"/>
                      </a:lnTo>
                      <a:lnTo>
                        <a:pt x="104" y="104"/>
                      </a:lnTo>
                      <a:lnTo>
                        <a:pt x="108" y="100"/>
                      </a:lnTo>
                      <a:lnTo>
                        <a:pt x="112" y="96"/>
                      </a:lnTo>
                      <a:lnTo>
                        <a:pt x="115" y="90"/>
                      </a:lnTo>
                      <a:lnTo>
                        <a:pt x="117" y="85"/>
                      </a:lnTo>
                      <a:lnTo>
                        <a:pt x="119" y="79"/>
                      </a:lnTo>
                      <a:lnTo>
                        <a:pt x="121" y="73"/>
                      </a:lnTo>
                      <a:lnTo>
                        <a:pt x="122" y="67"/>
                      </a:lnTo>
                      <a:lnTo>
                        <a:pt x="122" y="61"/>
                      </a:lnTo>
                      <a:lnTo>
                        <a:pt x="122" y="55"/>
                      </a:lnTo>
                      <a:lnTo>
                        <a:pt x="121" y="48"/>
                      </a:lnTo>
                      <a:lnTo>
                        <a:pt x="119" y="43"/>
                      </a:lnTo>
                      <a:lnTo>
                        <a:pt x="117" y="38"/>
                      </a:lnTo>
                      <a:lnTo>
                        <a:pt x="115" y="32"/>
                      </a:lnTo>
                      <a:lnTo>
                        <a:pt x="112" y="27"/>
                      </a:lnTo>
                      <a:lnTo>
                        <a:pt x="108" y="23"/>
                      </a:lnTo>
                      <a:lnTo>
                        <a:pt x="104" y="18"/>
                      </a:lnTo>
                      <a:lnTo>
                        <a:pt x="100" y="14"/>
                      </a:lnTo>
                      <a:lnTo>
                        <a:pt x="95" y="11"/>
                      </a:lnTo>
                      <a:lnTo>
                        <a:pt x="90" y="8"/>
                      </a:lnTo>
                      <a:lnTo>
                        <a:pt x="85" y="4"/>
                      </a:lnTo>
                      <a:lnTo>
                        <a:pt x="80" y="2"/>
                      </a:lnTo>
                      <a:lnTo>
                        <a:pt x="73" y="1"/>
                      </a:lnTo>
                      <a:lnTo>
                        <a:pt x="68" y="0"/>
                      </a:lnTo>
                      <a:lnTo>
                        <a:pt x="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îşļíḑè"/>
                <p:cNvSpPr/>
                <p:nvPr/>
              </p:nvSpPr>
              <p:spPr bwMode="auto">
                <a:xfrm>
                  <a:off x="1547813" y="3330576"/>
                  <a:ext cx="212725" cy="212725"/>
                </a:xfrm>
                <a:custGeom>
                  <a:avLst/>
                  <a:gdLst>
                    <a:gd name="T0" fmla="*/ 407 w 535"/>
                    <a:gd name="T1" fmla="*/ 408 h 536"/>
                    <a:gd name="T2" fmla="*/ 367 w 535"/>
                    <a:gd name="T3" fmla="*/ 436 h 536"/>
                    <a:gd name="T4" fmla="*/ 330 w 535"/>
                    <a:gd name="T5" fmla="*/ 452 h 536"/>
                    <a:gd name="T6" fmla="*/ 321 w 535"/>
                    <a:gd name="T7" fmla="*/ 465 h 536"/>
                    <a:gd name="T8" fmla="*/ 217 w 535"/>
                    <a:gd name="T9" fmla="*/ 461 h 536"/>
                    <a:gd name="T10" fmla="*/ 199 w 535"/>
                    <a:gd name="T11" fmla="*/ 449 h 536"/>
                    <a:gd name="T12" fmla="*/ 163 w 535"/>
                    <a:gd name="T13" fmla="*/ 432 h 536"/>
                    <a:gd name="T14" fmla="*/ 134 w 535"/>
                    <a:gd name="T15" fmla="*/ 409 h 536"/>
                    <a:gd name="T16" fmla="*/ 82 w 535"/>
                    <a:gd name="T17" fmla="*/ 433 h 536"/>
                    <a:gd name="T18" fmla="*/ 75 w 535"/>
                    <a:gd name="T19" fmla="*/ 316 h 536"/>
                    <a:gd name="T20" fmla="*/ 72 w 535"/>
                    <a:gd name="T21" fmla="*/ 287 h 536"/>
                    <a:gd name="T22" fmla="*/ 72 w 535"/>
                    <a:gd name="T23" fmla="*/ 246 h 536"/>
                    <a:gd name="T24" fmla="*/ 75 w 535"/>
                    <a:gd name="T25" fmla="*/ 217 h 536"/>
                    <a:gd name="T26" fmla="*/ 82 w 535"/>
                    <a:gd name="T27" fmla="*/ 99 h 536"/>
                    <a:gd name="T28" fmla="*/ 134 w 535"/>
                    <a:gd name="T29" fmla="*/ 124 h 536"/>
                    <a:gd name="T30" fmla="*/ 163 w 535"/>
                    <a:gd name="T31" fmla="*/ 101 h 536"/>
                    <a:gd name="T32" fmla="*/ 199 w 535"/>
                    <a:gd name="T33" fmla="*/ 84 h 536"/>
                    <a:gd name="T34" fmla="*/ 217 w 535"/>
                    <a:gd name="T35" fmla="*/ 72 h 536"/>
                    <a:gd name="T36" fmla="*/ 321 w 535"/>
                    <a:gd name="T37" fmla="*/ 68 h 536"/>
                    <a:gd name="T38" fmla="*/ 330 w 535"/>
                    <a:gd name="T39" fmla="*/ 81 h 536"/>
                    <a:gd name="T40" fmla="*/ 367 w 535"/>
                    <a:gd name="T41" fmla="*/ 97 h 536"/>
                    <a:gd name="T42" fmla="*/ 407 w 535"/>
                    <a:gd name="T43" fmla="*/ 124 h 536"/>
                    <a:gd name="T44" fmla="*/ 505 w 535"/>
                    <a:gd name="T45" fmla="*/ 188 h 536"/>
                    <a:gd name="T46" fmla="*/ 458 w 535"/>
                    <a:gd name="T47" fmla="*/ 221 h 536"/>
                    <a:gd name="T48" fmla="*/ 463 w 535"/>
                    <a:gd name="T49" fmla="*/ 256 h 536"/>
                    <a:gd name="T50" fmla="*/ 461 w 535"/>
                    <a:gd name="T51" fmla="*/ 297 h 536"/>
                    <a:gd name="T52" fmla="*/ 462 w 535"/>
                    <a:gd name="T53" fmla="*/ 319 h 536"/>
                    <a:gd name="T54" fmla="*/ 528 w 535"/>
                    <a:gd name="T55" fmla="*/ 329 h 536"/>
                    <a:gd name="T56" fmla="*/ 489 w 535"/>
                    <a:gd name="T57" fmla="*/ 276 h 536"/>
                    <a:gd name="T58" fmla="*/ 486 w 535"/>
                    <a:gd name="T59" fmla="*/ 238 h 536"/>
                    <a:gd name="T60" fmla="*/ 534 w 535"/>
                    <a:gd name="T61" fmla="*/ 197 h 536"/>
                    <a:gd name="T62" fmla="*/ 467 w 535"/>
                    <a:gd name="T63" fmla="*/ 74 h 536"/>
                    <a:gd name="T64" fmla="*/ 455 w 535"/>
                    <a:gd name="T65" fmla="*/ 70 h 536"/>
                    <a:gd name="T66" fmla="*/ 380 w 535"/>
                    <a:gd name="T67" fmla="*/ 74 h 536"/>
                    <a:gd name="T68" fmla="*/ 346 w 535"/>
                    <a:gd name="T69" fmla="*/ 8 h 536"/>
                    <a:gd name="T70" fmla="*/ 205 w 535"/>
                    <a:gd name="T71" fmla="*/ 0 h 536"/>
                    <a:gd name="T72" fmla="*/ 192 w 535"/>
                    <a:gd name="T73" fmla="*/ 13 h 536"/>
                    <a:gd name="T74" fmla="*/ 143 w 535"/>
                    <a:gd name="T75" fmla="*/ 84 h 536"/>
                    <a:gd name="T76" fmla="*/ 74 w 535"/>
                    <a:gd name="T77" fmla="*/ 70 h 536"/>
                    <a:gd name="T78" fmla="*/ 0 w 535"/>
                    <a:gd name="T79" fmla="*/ 191 h 536"/>
                    <a:gd name="T80" fmla="*/ 49 w 535"/>
                    <a:gd name="T81" fmla="*/ 229 h 536"/>
                    <a:gd name="T82" fmla="*/ 46 w 535"/>
                    <a:gd name="T83" fmla="*/ 266 h 536"/>
                    <a:gd name="T84" fmla="*/ 48 w 535"/>
                    <a:gd name="T85" fmla="*/ 303 h 536"/>
                    <a:gd name="T86" fmla="*/ 0 w 535"/>
                    <a:gd name="T87" fmla="*/ 340 h 536"/>
                    <a:gd name="T88" fmla="*/ 73 w 535"/>
                    <a:gd name="T89" fmla="*/ 463 h 536"/>
                    <a:gd name="T90" fmla="*/ 143 w 535"/>
                    <a:gd name="T91" fmla="*/ 449 h 536"/>
                    <a:gd name="T92" fmla="*/ 192 w 535"/>
                    <a:gd name="T93" fmla="*/ 523 h 536"/>
                    <a:gd name="T94" fmla="*/ 205 w 535"/>
                    <a:gd name="T95" fmla="*/ 536 h 536"/>
                    <a:gd name="T96" fmla="*/ 346 w 535"/>
                    <a:gd name="T97" fmla="*/ 528 h 536"/>
                    <a:gd name="T98" fmla="*/ 364 w 535"/>
                    <a:gd name="T99" fmla="*/ 467 h 536"/>
                    <a:gd name="T100" fmla="*/ 409 w 535"/>
                    <a:gd name="T101" fmla="*/ 437 h 536"/>
                    <a:gd name="T102" fmla="*/ 458 w 535"/>
                    <a:gd name="T103" fmla="*/ 463 h 536"/>
                    <a:gd name="T104" fmla="*/ 467 w 535"/>
                    <a:gd name="T105" fmla="*/ 459 h 536"/>
                    <a:gd name="T106" fmla="*/ 535 w 535"/>
                    <a:gd name="T107" fmla="*/ 335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5" h="536">
                      <a:moveTo>
                        <a:pt x="453" y="433"/>
                      </a:moveTo>
                      <a:lnTo>
                        <a:pt x="414" y="410"/>
                      </a:lnTo>
                      <a:lnTo>
                        <a:pt x="410" y="409"/>
                      </a:lnTo>
                      <a:lnTo>
                        <a:pt x="407" y="408"/>
                      </a:lnTo>
                      <a:lnTo>
                        <a:pt x="403" y="409"/>
                      </a:lnTo>
                      <a:lnTo>
                        <a:pt x="399" y="411"/>
                      </a:lnTo>
                      <a:lnTo>
                        <a:pt x="383" y="424"/>
                      </a:lnTo>
                      <a:lnTo>
                        <a:pt x="367" y="436"/>
                      </a:lnTo>
                      <a:lnTo>
                        <a:pt x="359" y="441"/>
                      </a:lnTo>
                      <a:lnTo>
                        <a:pt x="350" y="446"/>
                      </a:lnTo>
                      <a:lnTo>
                        <a:pt x="340" y="449"/>
                      </a:lnTo>
                      <a:lnTo>
                        <a:pt x="330" y="452"/>
                      </a:lnTo>
                      <a:lnTo>
                        <a:pt x="326" y="454"/>
                      </a:lnTo>
                      <a:lnTo>
                        <a:pt x="323" y="457"/>
                      </a:lnTo>
                      <a:lnTo>
                        <a:pt x="321" y="461"/>
                      </a:lnTo>
                      <a:lnTo>
                        <a:pt x="321" y="465"/>
                      </a:lnTo>
                      <a:lnTo>
                        <a:pt x="321" y="511"/>
                      </a:lnTo>
                      <a:lnTo>
                        <a:pt x="218" y="511"/>
                      </a:lnTo>
                      <a:lnTo>
                        <a:pt x="218" y="465"/>
                      </a:lnTo>
                      <a:lnTo>
                        <a:pt x="217" y="461"/>
                      </a:lnTo>
                      <a:lnTo>
                        <a:pt x="216" y="457"/>
                      </a:lnTo>
                      <a:lnTo>
                        <a:pt x="213" y="454"/>
                      </a:lnTo>
                      <a:lnTo>
                        <a:pt x="208" y="452"/>
                      </a:lnTo>
                      <a:lnTo>
                        <a:pt x="199" y="449"/>
                      </a:lnTo>
                      <a:lnTo>
                        <a:pt x="189" y="446"/>
                      </a:lnTo>
                      <a:lnTo>
                        <a:pt x="180" y="441"/>
                      </a:lnTo>
                      <a:lnTo>
                        <a:pt x="172" y="437"/>
                      </a:lnTo>
                      <a:lnTo>
                        <a:pt x="163" y="432"/>
                      </a:lnTo>
                      <a:lnTo>
                        <a:pt x="155" y="425"/>
                      </a:lnTo>
                      <a:lnTo>
                        <a:pt x="146" y="419"/>
                      </a:lnTo>
                      <a:lnTo>
                        <a:pt x="137" y="411"/>
                      </a:lnTo>
                      <a:lnTo>
                        <a:pt x="134" y="409"/>
                      </a:lnTo>
                      <a:lnTo>
                        <a:pt x="130" y="408"/>
                      </a:lnTo>
                      <a:lnTo>
                        <a:pt x="126" y="409"/>
                      </a:lnTo>
                      <a:lnTo>
                        <a:pt x="122" y="410"/>
                      </a:lnTo>
                      <a:lnTo>
                        <a:pt x="82" y="433"/>
                      </a:lnTo>
                      <a:lnTo>
                        <a:pt x="30" y="344"/>
                      </a:lnTo>
                      <a:lnTo>
                        <a:pt x="70" y="321"/>
                      </a:lnTo>
                      <a:lnTo>
                        <a:pt x="73" y="319"/>
                      </a:lnTo>
                      <a:lnTo>
                        <a:pt x="75" y="316"/>
                      </a:lnTo>
                      <a:lnTo>
                        <a:pt x="75" y="311"/>
                      </a:lnTo>
                      <a:lnTo>
                        <a:pt x="75" y="307"/>
                      </a:lnTo>
                      <a:lnTo>
                        <a:pt x="74" y="297"/>
                      </a:lnTo>
                      <a:lnTo>
                        <a:pt x="72" y="287"/>
                      </a:lnTo>
                      <a:lnTo>
                        <a:pt x="72" y="277"/>
                      </a:lnTo>
                      <a:lnTo>
                        <a:pt x="71" y="266"/>
                      </a:lnTo>
                      <a:lnTo>
                        <a:pt x="72" y="257"/>
                      </a:lnTo>
                      <a:lnTo>
                        <a:pt x="72" y="246"/>
                      </a:lnTo>
                      <a:lnTo>
                        <a:pt x="74" y="236"/>
                      </a:lnTo>
                      <a:lnTo>
                        <a:pt x="75" y="226"/>
                      </a:lnTo>
                      <a:lnTo>
                        <a:pt x="76" y="221"/>
                      </a:lnTo>
                      <a:lnTo>
                        <a:pt x="75" y="217"/>
                      </a:lnTo>
                      <a:lnTo>
                        <a:pt x="73" y="214"/>
                      </a:lnTo>
                      <a:lnTo>
                        <a:pt x="70" y="212"/>
                      </a:lnTo>
                      <a:lnTo>
                        <a:pt x="30" y="188"/>
                      </a:lnTo>
                      <a:lnTo>
                        <a:pt x="82" y="99"/>
                      </a:lnTo>
                      <a:lnTo>
                        <a:pt x="122" y="122"/>
                      </a:lnTo>
                      <a:lnTo>
                        <a:pt x="126" y="124"/>
                      </a:lnTo>
                      <a:lnTo>
                        <a:pt x="130" y="124"/>
                      </a:lnTo>
                      <a:lnTo>
                        <a:pt x="134" y="124"/>
                      </a:lnTo>
                      <a:lnTo>
                        <a:pt x="137" y="121"/>
                      </a:lnTo>
                      <a:lnTo>
                        <a:pt x="146" y="114"/>
                      </a:lnTo>
                      <a:lnTo>
                        <a:pt x="155" y="106"/>
                      </a:lnTo>
                      <a:lnTo>
                        <a:pt x="163" y="101"/>
                      </a:lnTo>
                      <a:lnTo>
                        <a:pt x="172" y="96"/>
                      </a:lnTo>
                      <a:lnTo>
                        <a:pt x="180" y="91"/>
                      </a:lnTo>
                      <a:lnTo>
                        <a:pt x="189" y="87"/>
                      </a:lnTo>
                      <a:lnTo>
                        <a:pt x="199" y="84"/>
                      </a:lnTo>
                      <a:lnTo>
                        <a:pt x="208" y="81"/>
                      </a:lnTo>
                      <a:lnTo>
                        <a:pt x="213" y="78"/>
                      </a:lnTo>
                      <a:lnTo>
                        <a:pt x="215" y="76"/>
                      </a:lnTo>
                      <a:lnTo>
                        <a:pt x="217" y="72"/>
                      </a:lnTo>
                      <a:lnTo>
                        <a:pt x="218" y="68"/>
                      </a:lnTo>
                      <a:lnTo>
                        <a:pt x="218" y="26"/>
                      </a:lnTo>
                      <a:lnTo>
                        <a:pt x="321" y="26"/>
                      </a:lnTo>
                      <a:lnTo>
                        <a:pt x="321" y="68"/>
                      </a:lnTo>
                      <a:lnTo>
                        <a:pt x="321" y="72"/>
                      </a:lnTo>
                      <a:lnTo>
                        <a:pt x="323" y="76"/>
                      </a:lnTo>
                      <a:lnTo>
                        <a:pt x="326" y="78"/>
                      </a:lnTo>
                      <a:lnTo>
                        <a:pt x="330" y="81"/>
                      </a:lnTo>
                      <a:lnTo>
                        <a:pt x="340" y="84"/>
                      </a:lnTo>
                      <a:lnTo>
                        <a:pt x="350" y="87"/>
                      </a:lnTo>
                      <a:lnTo>
                        <a:pt x="360" y="91"/>
                      </a:lnTo>
                      <a:lnTo>
                        <a:pt x="367" y="97"/>
                      </a:lnTo>
                      <a:lnTo>
                        <a:pt x="383" y="107"/>
                      </a:lnTo>
                      <a:lnTo>
                        <a:pt x="399" y="121"/>
                      </a:lnTo>
                      <a:lnTo>
                        <a:pt x="403" y="124"/>
                      </a:lnTo>
                      <a:lnTo>
                        <a:pt x="407" y="124"/>
                      </a:lnTo>
                      <a:lnTo>
                        <a:pt x="410" y="124"/>
                      </a:lnTo>
                      <a:lnTo>
                        <a:pt x="414" y="122"/>
                      </a:lnTo>
                      <a:lnTo>
                        <a:pt x="453" y="99"/>
                      </a:lnTo>
                      <a:lnTo>
                        <a:pt x="505" y="188"/>
                      </a:lnTo>
                      <a:lnTo>
                        <a:pt x="465" y="212"/>
                      </a:lnTo>
                      <a:lnTo>
                        <a:pt x="462" y="214"/>
                      </a:lnTo>
                      <a:lnTo>
                        <a:pt x="460" y="217"/>
                      </a:lnTo>
                      <a:lnTo>
                        <a:pt x="458" y="221"/>
                      </a:lnTo>
                      <a:lnTo>
                        <a:pt x="458" y="226"/>
                      </a:lnTo>
                      <a:lnTo>
                        <a:pt x="461" y="235"/>
                      </a:lnTo>
                      <a:lnTo>
                        <a:pt x="462" y="246"/>
                      </a:lnTo>
                      <a:lnTo>
                        <a:pt x="463" y="256"/>
                      </a:lnTo>
                      <a:lnTo>
                        <a:pt x="463" y="266"/>
                      </a:lnTo>
                      <a:lnTo>
                        <a:pt x="463" y="277"/>
                      </a:lnTo>
                      <a:lnTo>
                        <a:pt x="462" y="287"/>
                      </a:lnTo>
                      <a:lnTo>
                        <a:pt x="461" y="297"/>
                      </a:lnTo>
                      <a:lnTo>
                        <a:pt x="458" y="307"/>
                      </a:lnTo>
                      <a:lnTo>
                        <a:pt x="458" y="311"/>
                      </a:lnTo>
                      <a:lnTo>
                        <a:pt x="460" y="316"/>
                      </a:lnTo>
                      <a:lnTo>
                        <a:pt x="462" y="319"/>
                      </a:lnTo>
                      <a:lnTo>
                        <a:pt x="465" y="321"/>
                      </a:lnTo>
                      <a:lnTo>
                        <a:pt x="505" y="344"/>
                      </a:lnTo>
                      <a:lnTo>
                        <a:pt x="453" y="433"/>
                      </a:lnTo>
                      <a:close/>
                      <a:moveTo>
                        <a:pt x="528" y="329"/>
                      </a:moveTo>
                      <a:lnTo>
                        <a:pt x="485" y="303"/>
                      </a:lnTo>
                      <a:lnTo>
                        <a:pt x="486" y="294"/>
                      </a:lnTo>
                      <a:lnTo>
                        <a:pt x="487" y="285"/>
                      </a:lnTo>
                      <a:lnTo>
                        <a:pt x="489" y="276"/>
                      </a:lnTo>
                      <a:lnTo>
                        <a:pt x="489" y="266"/>
                      </a:lnTo>
                      <a:lnTo>
                        <a:pt x="489" y="257"/>
                      </a:lnTo>
                      <a:lnTo>
                        <a:pt x="487" y="248"/>
                      </a:lnTo>
                      <a:lnTo>
                        <a:pt x="486" y="238"/>
                      </a:lnTo>
                      <a:lnTo>
                        <a:pt x="485" y="229"/>
                      </a:lnTo>
                      <a:lnTo>
                        <a:pt x="528" y="205"/>
                      </a:lnTo>
                      <a:lnTo>
                        <a:pt x="531" y="202"/>
                      </a:lnTo>
                      <a:lnTo>
                        <a:pt x="534" y="197"/>
                      </a:lnTo>
                      <a:lnTo>
                        <a:pt x="535" y="192"/>
                      </a:lnTo>
                      <a:lnTo>
                        <a:pt x="533" y="187"/>
                      </a:lnTo>
                      <a:lnTo>
                        <a:pt x="468" y="76"/>
                      </a:lnTo>
                      <a:lnTo>
                        <a:pt x="467" y="74"/>
                      </a:lnTo>
                      <a:lnTo>
                        <a:pt x="465" y="72"/>
                      </a:lnTo>
                      <a:lnTo>
                        <a:pt x="463" y="71"/>
                      </a:lnTo>
                      <a:lnTo>
                        <a:pt x="461" y="70"/>
                      </a:lnTo>
                      <a:lnTo>
                        <a:pt x="455" y="70"/>
                      </a:lnTo>
                      <a:lnTo>
                        <a:pt x="451" y="71"/>
                      </a:lnTo>
                      <a:lnTo>
                        <a:pt x="409" y="96"/>
                      </a:lnTo>
                      <a:lnTo>
                        <a:pt x="395" y="85"/>
                      </a:lnTo>
                      <a:lnTo>
                        <a:pt x="380" y="74"/>
                      </a:lnTo>
                      <a:lnTo>
                        <a:pt x="364" y="66"/>
                      </a:lnTo>
                      <a:lnTo>
                        <a:pt x="347" y="59"/>
                      </a:lnTo>
                      <a:lnTo>
                        <a:pt x="347" y="13"/>
                      </a:lnTo>
                      <a:lnTo>
                        <a:pt x="346" y="8"/>
                      </a:lnTo>
                      <a:lnTo>
                        <a:pt x="342" y="4"/>
                      </a:lnTo>
                      <a:lnTo>
                        <a:pt x="338" y="1"/>
                      </a:lnTo>
                      <a:lnTo>
                        <a:pt x="334" y="0"/>
                      </a:lnTo>
                      <a:lnTo>
                        <a:pt x="205" y="0"/>
                      </a:lnTo>
                      <a:lnTo>
                        <a:pt x="200" y="1"/>
                      </a:lnTo>
                      <a:lnTo>
                        <a:pt x="196" y="4"/>
                      </a:lnTo>
                      <a:lnTo>
                        <a:pt x="193" y="8"/>
                      </a:lnTo>
                      <a:lnTo>
                        <a:pt x="192" y="13"/>
                      </a:lnTo>
                      <a:lnTo>
                        <a:pt x="192" y="59"/>
                      </a:lnTo>
                      <a:lnTo>
                        <a:pt x="175" y="66"/>
                      </a:lnTo>
                      <a:lnTo>
                        <a:pt x="159" y="73"/>
                      </a:lnTo>
                      <a:lnTo>
                        <a:pt x="143" y="84"/>
                      </a:lnTo>
                      <a:lnTo>
                        <a:pt x="127" y="96"/>
                      </a:lnTo>
                      <a:lnTo>
                        <a:pt x="84" y="71"/>
                      </a:lnTo>
                      <a:lnTo>
                        <a:pt x="78" y="70"/>
                      </a:lnTo>
                      <a:lnTo>
                        <a:pt x="74" y="70"/>
                      </a:lnTo>
                      <a:lnTo>
                        <a:pt x="70" y="72"/>
                      </a:lnTo>
                      <a:lnTo>
                        <a:pt x="67" y="76"/>
                      </a:lnTo>
                      <a:lnTo>
                        <a:pt x="2" y="187"/>
                      </a:lnTo>
                      <a:lnTo>
                        <a:pt x="0" y="191"/>
                      </a:lnTo>
                      <a:lnTo>
                        <a:pt x="0" y="197"/>
                      </a:lnTo>
                      <a:lnTo>
                        <a:pt x="2" y="201"/>
                      </a:lnTo>
                      <a:lnTo>
                        <a:pt x="6" y="205"/>
                      </a:lnTo>
                      <a:lnTo>
                        <a:pt x="49" y="229"/>
                      </a:lnTo>
                      <a:lnTo>
                        <a:pt x="47" y="238"/>
                      </a:lnTo>
                      <a:lnTo>
                        <a:pt x="46" y="248"/>
                      </a:lnTo>
                      <a:lnTo>
                        <a:pt x="46" y="257"/>
                      </a:lnTo>
                      <a:lnTo>
                        <a:pt x="46" y="266"/>
                      </a:lnTo>
                      <a:lnTo>
                        <a:pt x="46" y="276"/>
                      </a:lnTo>
                      <a:lnTo>
                        <a:pt x="46" y="285"/>
                      </a:lnTo>
                      <a:lnTo>
                        <a:pt x="47" y="294"/>
                      </a:lnTo>
                      <a:lnTo>
                        <a:pt x="48" y="303"/>
                      </a:lnTo>
                      <a:lnTo>
                        <a:pt x="6" y="329"/>
                      </a:lnTo>
                      <a:lnTo>
                        <a:pt x="2" y="332"/>
                      </a:lnTo>
                      <a:lnTo>
                        <a:pt x="0" y="335"/>
                      </a:lnTo>
                      <a:lnTo>
                        <a:pt x="0" y="340"/>
                      </a:lnTo>
                      <a:lnTo>
                        <a:pt x="1" y="345"/>
                      </a:lnTo>
                      <a:lnTo>
                        <a:pt x="65" y="457"/>
                      </a:lnTo>
                      <a:lnTo>
                        <a:pt x="69" y="461"/>
                      </a:lnTo>
                      <a:lnTo>
                        <a:pt x="73" y="463"/>
                      </a:lnTo>
                      <a:lnTo>
                        <a:pt x="78" y="463"/>
                      </a:lnTo>
                      <a:lnTo>
                        <a:pt x="83" y="461"/>
                      </a:lnTo>
                      <a:lnTo>
                        <a:pt x="127" y="437"/>
                      </a:lnTo>
                      <a:lnTo>
                        <a:pt x="143" y="449"/>
                      </a:lnTo>
                      <a:lnTo>
                        <a:pt x="159" y="459"/>
                      </a:lnTo>
                      <a:lnTo>
                        <a:pt x="175" y="467"/>
                      </a:lnTo>
                      <a:lnTo>
                        <a:pt x="192" y="474"/>
                      </a:lnTo>
                      <a:lnTo>
                        <a:pt x="192" y="523"/>
                      </a:lnTo>
                      <a:lnTo>
                        <a:pt x="193" y="528"/>
                      </a:lnTo>
                      <a:lnTo>
                        <a:pt x="196" y="533"/>
                      </a:lnTo>
                      <a:lnTo>
                        <a:pt x="200" y="535"/>
                      </a:lnTo>
                      <a:lnTo>
                        <a:pt x="205" y="536"/>
                      </a:lnTo>
                      <a:lnTo>
                        <a:pt x="334" y="536"/>
                      </a:lnTo>
                      <a:lnTo>
                        <a:pt x="338" y="535"/>
                      </a:lnTo>
                      <a:lnTo>
                        <a:pt x="342" y="533"/>
                      </a:lnTo>
                      <a:lnTo>
                        <a:pt x="346" y="528"/>
                      </a:lnTo>
                      <a:lnTo>
                        <a:pt x="347" y="523"/>
                      </a:lnTo>
                      <a:lnTo>
                        <a:pt x="347" y="474"/>
                      </a:lnTo>
                      <a:lnTo>
                        <a:pt x="355" y="470"/>
                      </a:lnTo>
                      <a:lnTo>
                        <a:pt x="364" y="467"/>
                      </a:lnTo>
                      <a:lnTo>
                        <a:pt x="373" y="463"/>
                      </a:lnTo>
                      <a:lnTo>
                        <a:pt x="380" y="459"/>
                      </a:lnTo>
                      <a:lnTo>
                        <a:pt x="395" y="449"/>
                      </a:lnTo>
                      <a:lnTo>
                        <a:pt x="409" y="437"/>
                      </a:lnTo>
                      <a:lnTo>
                        <a:pt x="452" y="461"/>
                      </a:lnTo>
                      <a:lnTo>
                        <a:pt x="454" y="463"/>
                      </a:lnTo>
                      <a:lnTo>
                        <a:pt x="456" y="463"/>
                      </a:lnTo>
                      <a:lnTo>
                        <a:pt x="458" y="463"/>
                      </a:lnTo>
                      <a:lnTo>
                        <a:pt x="462" y="462"/>
                      </a:lnTo>
                      <a:lnTo>
                        <a:pt x="464" y="462"/>
                      </a:lnTo>
                      <a:lnTo>
                        <a:pt x="466" y="461"/>
                      </a:lnTo>
                      <a:lnTo>
                        <a:pt x="467" y="459"/>
                      </a:lnTo>
                      <a:lnTo>
                        <a:pt x="469" y="457"/>
                      </a:lnTo>
                      <a:lnTo>
                        <a:pt x="533" y="345"/>
                      </a:lnTo>
                      <a:lnTo>
                        <a:pt x="535" y="340"/>
                      </a:lnTo>
                      <a:lnTo>
                        <a:pt x="535" y="335"/>
                      </a:lnTo>
                      <a:lnTo>
                        <a:pt x="533" y="332"/>
                      </a:lnTo>
                      <a:lnTo>
                        <a:pt x="528" y="3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íṩľiďe"/>
                <p:cNvSpPr/>
                <p:nvPr/>
              </p:nvSpPr>
              <p:spPr bwMode="auto">
                <a:xfrm>
                  <a:off x="1727201" y="3240088"/>
                  <a:ext cx="122238" cy="125413"/>
                </a:xfrm>
                <a:custGeom>
                  <a:avLst/>
                  <a:gdLst>
                    <a:gd name="T0" fmla="*/ 235 w 308"/>
                    <a:gd name="T1" fmla="*/ 227 h 315"/>
                    <a:gd name="T2" fmla="*/ 223 w 308"/>
                    <a:gd name="T3" fmla="*/ 229 h 315"/>
                    <a:gd name="T4" fmla="*/ 195 w 308"/>
                    <a:gd name="T5" fmla="*/ 248 h 315"/>
                    <a:gd name="T6" fmla="*/ 178 w 308"/>
                    <a:gd name="T7" fmla="*/ 257 h 315"/>
                    <a:gd name="T8" fmla="*/ 176 w 308"/>
                    <a:gd name="T9" fmla="*/ 289 h 315"/>
                    <a:gd name="T10" fmla="*/ 136 w 308"/>
                    <a:gd name="T11" fmla="*/ 260 h 315"/>
                    <a:gd name="T12" fmla="*/ 129 w 308"/>
                    <a:gd name="T13" fmla="*/ 253 h 315"/>
                    <a:gd name="T14" fmla="*/ 95 w 308"/>
                    <a:gd name="T15" fmla="*/ 237 h 315"/>
                    <a:gd name="T16" fmla="*/ 79 w 308"/>
                    <a:gd name="T17" fmla="*/ 226 h 315"/>
                    <a:gd name="T18" fmla="*/ 50 w 308"/>
                    <a:gd name="T19" fmla="*/ 240 h 315"/>
                    <a:gd name="T20" fmla="*/ 55 w 308"/>
                    <a:gd name="T21" fmla="*/ 192 h 315"/>
                    <a:gd name="T22" fmla="*/ 58 w 308"/>
                    <a:gd name="T23" fmla="*/ 180 h 315"/>
                    <a:gd name="T24" fmla="*/ 56 w 308"/>
                    <a:gd name="T25" fmla="*/ 145 h 315"/>
                    <a:gd name="T26" fmla="*/ 57 w 308"/>
                    <a:gd name="T27" fmla="*/ 126 h 315"/>
                    <a:gd name="T28" fmla="*/ 31 w 308"/>
                    <a:gd name="T29" fmla="*/ 108 h 315"/>
                    <a:gd name="T30" fmla="*/ 76 w 308"/>
                    <a:gd name="T31" fmla="*/ 87 h 315"/>
                    <a:gd name="T32" fmla="*/ 87 w 308"/>
                    <a:gd name="T33" fmla="*/ 84 h 315"/>
                    <a:gd name="T34" fmla="*/ 117 w 308"/>
                    <a:gd name="T35" fmla="*/ 66 h 315"/>
                    <a:gd name="T36" fmla="*/ 135 w 308"/>
                    <a:gd name="T37" fmla="*/ 57 h 315"/>
                    <a:gd name="T38" fmla="*/ 137 w 308"/>
                    <a:gd name="T39" fmla="*/ 25 h 315"/>
                    <a:gd name="T40" fmla="*/ 176 w 308"/>
                    <a:gd name="T41" fmla="*/ 53 h 315"/>
                    <a:gd name="T42" fmla="*/ 185 w 308"/>
                    <a:gd name="T43" fmla="*/ 62 h 315"/>
                    <a:gd name="T44" fmla="*/ 215 w 308"/>
                    <a:gd name="T45" fmla="*/ 77 h 315"/>
                    <a:gd name="T46" fmla="*/ 231 w 308"/>
                    <a:gd name="T47" fmla="*/ 88 h 315"/>
                    <a:gd name="T48" fmla="*/ 259 w 308"/>
                    <a:gd name="T49" fmla="*/ 76 h 315"/>
                    <a:gd name="T50" fmla="*/ 254 w 308"/>
                    <a:gd name="T51" fmla="*/ 123 h 315"/>
                    <a:gd name="T52" fmla="*/ 251 w 308"/>
                    <a:gd name="T53" fmla="*/ 134 h 315"/>
                    <a:gd name="T54" fmla="*/ 253 w 308"/>
                    <a:gd name="T55" fmla="*/ 169 h 315"/>
                    <a:gd name="T56" fmla="*/ 252 w 308"/>
                    <a:gd name="T57" fmla="*/ 188 h 315"/>
                    <a:gd name="T58" fmla="*/ 278 w 308"/>
                    <a:gd name="T59" fmla="*/ 207 h 315"/>
                    <a:gd name="T60" fmla="*/ 278 w 308"/>
                    <a:gd name="T61" fmla="*/ 178 h 315"/>
                    <a:gd name="T62" fmla="*/ 279 w 308"/>
                    <a:gd name="T63" fmla="*/ 148 h 315"/>
                    <a:gd name="T64" fmla="*/ 304 w 308"/>
                    <a:gd name="T65" fmla="*/ 123 h 315"/>
                    <a:gd name="T66" fmla="*/ 308 w 308"/>
                    <a:gd name="T67" fmla="*/ 116 h 315"/>
                    <a:gd name="T68" fmla="*/ 275 w 308"/>
                    <a:gd name="T69" fmla="*/ 51 h 315"/>
                    <a:gd name="T70" fmla="*/ 269 w 308"/>
                    <a:gd name="T71" fmla="*/ 46 h 315"/>
                    <a:gd name="T72" fmla="*/ 256 w 308"/>
                    <a:gd name="T73" fmla="*/ 46 h 315"/>
                    <a:gd name="T74" fmla="*/ 218 w 308"/>
                    <a:gd name="T75" fmla="*/ 49 h 315"/>
                    <a:gd name="T76" fmla="*/ 202 w 308"/>
                    <a:gd name="T77" fmla="*/ 13 h 315"/>
                    <a:gd name="T78" fmla="*/ 193 w 308"/>
                    <a:gd name="T79" fmla="*/ 2 h 315"/>
                    <a:gd name="T80" fmla="*/ 119 w 308"/>
                    <a:gd name="T81" fmla="*/ 2 h 315"/>
                    <a:gd name="T82" fmla="*/ 112 w 308"/>
                    <a:gd name="T83" fmla="*/ 13 h 315"/>
                    <a:gd name="T84" fmla="*/ 93 w 308"/>
                    <a:gd name="T85" fmla="*/ 50 h 315"/>
                    <a:gd name="T86" fmla="*/ 52 w 308"/>
                    <a:gd name="T87" fmla="*/ 46 h 315"/>
                    <a:gd name="T88" fmla="*/ 37 w 308"/>
                    <a:gd name="T89" fmla="*/ 47 h 315"/>
                    <a:gd name="T90" fmla="*/ 1 w 308"/>
                    <a:gd name="T91" fmla="*/ 111 h 315"/>
                    <a:gd name="T92" fmla="*/ 3 w 308"/>
                    <a:gd name="T93" fmla="*/ 121 h 315"/>
                    <a:gd name="T94" fmla="*/ 31 w 308"/>
                    <a:gd name="T95" fmla="*/ 138 h 315"/>
                    <a:gd name="T96" fmla="*/ 30 w 308"/>
                    <a:gd name="T97" fmla="*/ 167 h 315"/>
                    <a:gd name="T98" fmla="*/ 4 w 308"/>
                    <a:gd name="T99" fmla="*/ 193 h 315"/>
                    <a:gd name="T100" fmla="*/ 1 w 308"/>
                    <a:gd name="T101" fmla="*/ 199 h 315"/>
                    <a:gd name="T102" fmla="*/ 34 w 308"/>
                    <a:gd name="T103" fmla="*/ 263 h 315"/>
                    <a:gd name="T104" fmla="*/ 46 w 308"/>
                    <a:gd name="T105" fmla="*/ 270 h 315"/>
                    <a:gd name="T106" fmla="*/ 85 w 308"/>
                    <a:gd name="T107" fmla="*/ 259 h 315"/>
                    <a:gd name="T108" fmla="*/ 112 w 308"/>
                    <a:gd name="T109" fmla="*/ 274 h 315"/>
                    <a:gd name="T110" fmla="*/ 116 w 308"/>
                    <a:gd name="T111" fmla="*/ 311 h 315"/>
                    <a:gd name="T112" fmla="*/ 189 w 308"/>
                    <a:gd name="T113" fmla="*/ 315 h 315"/>
                    <a:gd name="T114" fmla="*/ 201 w 308"/>
                    <a:gd name="T115" fmla="*/ 306 h 315"/>
                    <a:gd name="T116" fmla="*/ 210 w 308"/>
                    <a:gd name="T117" fmla="*/ 270 h 315"/>
                    <a:gd name="T118" fmla="*/ 234 w 308"/>
                    <a:gd name="T119" fmla="*/ 255 h 315"/>
                    <a:gd name="T120" fmla="*/ 267 w 308"/>
                    <a:gd name="T121" fmla="*/ 270 h 315"/>
                    <a:gd name="T122" fmla="*/ 307 w 308"/>
                    <a:gd name="T123" fmla="*/ 208 h 315"/>
                    <a:gd name="T124" fmla="*/ 306 w 308"/>
                    <a:gd name="T125" fmla="*/ 194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15">
                      <a:moveTo>
                        <a:pt x="260" y="240"/>
                      </a:moveTo>
                      <a:lnTo>
                        <a:pt x="239" y="228"/>
                      </a:lnTo>
                      <a:lnTo>
                        <a:pt x="235" y="227"/>
                      </a:lnTo>
                      <a:lnTo>
                        <a:pt x="231" y="226"/>
                      </a:lnTo>
                      <a:lnTo>
                        <a:pt x="227" y="227"/>
                      </a:lnTo>
                      <a:lnTo>
                        <a:pt x="223" y="229"/>
                      </a:lnTo>
                      <a:lnTo>
                        <a:pt x="215" y="237"/>
                      </a:lnTo>
                      <a:lnTo>
                        <a:pt x="205" y="243"/>
                      </a:lnTo>
                      <a:lnTo>
                        <a:pt x="195" y="248"/>
                      </a:lnTo>
                      <a:lnTo>
                        <a:pt x="185" y="253"/>
                      </a:lnTo>
                      <a:lnTo>
                        <a:pt x="181" y="255"/>
                      </a:lnTo>
                      <a:lnTo>
                        <a:pt x="178" y="257"/>
                      </a:lnTo>
                      <a:lnTo>
                        <a:pt x="177" y="260"/>
                      </a:lnTo>
                      <a:lnTo>
                        <a:pt x="176" y="265"/>
                      </a:lnTo>
                      <a:lnTo>
                        <a:pt x="176" y="289"/>
                      </a:lnTo>
                      <a:lnTo>
                        <a:pt x="137" y="289"/>
                      </a:lnTo>
                      <a:lnTo>
                        <a:pt x="137" y="265"/>
                      </a:lnTo>
                      <a:lnTo>
                        <a:pt x="136" y="260"/>
                      </a:lnTo>
                      <a:lnTo>
                        <a:pt x="135" y="257"/>
                      </a:lnTo>
                      <a:lnTo>
                        <a:pt x="132" y="255"/>
                      </a:lnTo>
                      <a:lnTo>
                        <a:pt x="129" y="253"/>
                      </a:lnTo>
                      <a:lnTo>
                        <a:pt x="117" y="248"/>
                      </a:lnTo>
                      <a:lnTo>
                        <a:pt x="105" y="243"/>
                      </a:lnTo>
                      <a:lnTo>
                        <a:pt x="95" y="237"/>
                      </a:lnTo>
                      <a:lnTo>
                        <a:pt x="87" y="229"/>
                      </a:lnTo>
                      <a:lnTo>
                        <a:pt x="84" y="227"/>
                      </a:lnTo>
                      <a:lnTo>
                        <a:pt x="79" y="226"/>
                      </a:lnTo>
                      <a:lnTo>
                        <a:pt x="76" y="227"/>
                      </a:lnTo>
                      <a:lnTo>
                        <a:pt x="72" y="228"/>
                      </a:lnTo>
                      <a:lnTo>
                        <a:pt x="50" y="240"/>
                      </a:lnTo>
                      <a:lnTo>
                        <a:pt x="30" y="207"/>
                      </a:lnTo>
                      <a:lnTo>
                        <a:pt x="51" y="194"/>
                      </a:lnTo>
                      <a:lnTo>
                        <a:pt x="55" y="192"/>
                      </a:lnTo>
                      <a:lnTo>
                        <a:pt x="57" y="188"/>
                      </a:lnTo>
                      <a:lnTo>
                        <a:pt x="58" y="184"/>
                      </a:lnTo>
                      <a:lnTo>
                        <a:pt x="58" y="180"/>
                      </a:lnTo>
                      <a:lnTo>
                        <a:pt x="56" y="168"/>
                      </a:lnTo>
                      <a:lnTo>
                        <a:pt x="55" y="157"/>
                      </a:lnTo>
                      <a:lnTo>
                        <a:pt x="56" y="145"/>
                      </a:lnTo>
                      <a:lnTo>
                        <a:pt x="58" y="134"/>
                      </a:lnTo>
                      <a:lnTo>
                        <a:pt x="58" y="130"/>
                      </a:lnTo>
                      <a:lnTo>
                        <a:pt x="57" y="126"/>
                      </a:lnTo>
                      <a:lnTo>
                        <a:pt x="55" y="123"/>
                      </a:lnTo>
                      <a:lnTo>
                        <a:pt x="51" y="120"/>
                      </a:lnTo>
                      <a:lnTo>
                        <a:pt x="31" y="108"/>
                      </a:lnTo>
                      <a:lnTo>
                        <a:pt x="50" y="73"/>
                      </a:lnTo>
                      <a:lnTo>
                        <a:pt x="72" y="86"/>
                      </a:lnTo>
                      <a:lnTo>
                        <a:pt x="76" y="87"/>
                      </a:lnTo>
                      <a:lnTo>
                        <a:pt x="79" y="87"/>
                      </a:lnTo>
                      <a:lnTo>
                        <a:pt x="84" y="86"/>
                      </a:lnTo>
                      <a:lnTo>
                        <a:pt x="87" y="84"/>
                      </a:lnTo>
                      <a:lnTo>
                        <a:pt x="95" y="78"/>
                      </a:lnTo>
                      <a:lnTo>
                        <a:pt x="105" y="71"/>
                      </a:lnTo>
                      <a:lnTo>
                        <a:pt x="117" y="66"/>
                      </a:lnTo>
                      <a:lnTo>
                        <a:pt x="129" y="62"/>
                      </a:lnTo>
                      <a:lnTo>
                        <a:pt x="132" y="59"/>
                      </a:lnTo>
                      <a:lnTo>
                        <a:pt x="135" y="57"/>
                      </a:lnTo>
                      <a:lnTo>
                        <a:pt x="136" y="53"/>
                      </a:lnTo>
                      <a:lnTo>
                        <a:pt x="137" y="50"/>
                      </a:lnTo>
                      <a:lnTo>
                        <a:pt x="137" y="25"/>
                      </a:lnTo>
                      <a:lnTo>
                        <a:pt x="176" y="25"/>
                      </a:lnTo>
                      <a:lnTo>
                        <a:pt x="176" y="50"/>
                      </a:lnTo>
                      <a:lnTo>
                        <a:pt x="176" y="53"/>
                      </a:lnTo>
                      <a:lnTo>
                        <a:pt x="178" y="57"/>
                      </a:lnTo>
                      <a:lnTo>
                        <a:pt x="181" y="59"/>
                      </a:lnTo>
                      <a:lnTo>
                        <a:pt x="185" y="62"/>
                      </a:lnTo>
                      <a:lnTo>
                        <a:pt x="195" y="66"/>
                      </a:lnTo>
                      <a:lnTo>
                        <a:pt x="205" y="71"/>
                      </a:lnTo>
                      <a:lnTo>
                        <a:pt x="215" y="77"/>
                      </a:lnTo>
                      <a:lnTo>
                        <a:pt x="223" y="84"/>
                      </a:lnTo>
                      <a:lnTo>
                        <a:pt x="227" y="87"/>
                      </a:lnTo>
                      <a:lnTo>
                        <a:pt x="231" y="88"/>
                      </a:lnTo>
                      <a:lnTo>
                        <a:pt x="235" y="88"/>
                      </a:lnTo>
                      <a:lnTo>
                        <a:pt x="239" y="86"/>
                      </a:lnTo>
                      <a:lnTo>
                        <a:pt x="259" y="76"/>
                      </a:lnTo>
                      <a:lnTo>
                        <a:pt x="278" y="108"/>
                      </a:lnTo>
                      <a:lnTo>
                        <a:pt x="258" y="120"/>
                      </a:lnTo>
                      <a:lnTo>
                        <a:pt x="254" y="123"/>
                      </a:lnTo>
                      <a:lnTo>
                        <a:pt x="252" y="126"/>
                      </a:lnTo>
                      <a:lnTo>
                        <a:pt x="251" y="130"/>
                      </a:lnTo>
                      <a:lnTo>
                        <a:pt x="251" y="134"/>
                      </a:lnTo>
                      <a:lnTo>
                        <a:pt x="253" y="145"/>
                      </a:lnTo>
                      <a:lnTo>
                        <a:pt x="254" y="157"/>
                      </a:lnTo>
                      <a:lnTo>
                        <a:pt x="253" y="169"/>
                      </a:lnTo>
                      <a:lnTo>
                        <a:pt x="251" y="180"/>
                      </a:lnTo>
                      <a:lnTo>
                        <a:pt x="251" y="184"/>
                      </a:lnTo>
                      <a:lnTo>
                        <a:pt x="252" y="188"/>
                      </a:lnTo>
                      <a:lnTo>
                        <a:pt x="254" y="192"/>
                      </a:lnTo>
                      <a:lnTo>
                        <a:pt x="258" y="194"/>
                      </a:lnTo>
                      <a:lnTo>
                        <a:pt x="278" y="207"/>
                      </a:lnTo>
                      <a:lnTo>
                        <a:pt x="260" y="240"/>
                      </a:lnTo>
                      <a:close/>
                      <a:moveTo>
                        <a:pt x="302" y="192"/>
                      </a:moveTo>
                      <a:lnTo>
                        <a:pt x="278" y="178"/>
                      </a:lnTo>
                      <a:lnTo>
                        <a:pt x="279" y="167"/>
                      </a:lnTo>
                      <a:lnTo>
                        <a:pt x="279" y="157"/>
                      </a:lnTo>
                      <a:lnTo>
                        <a:pt x="279" y="148"/>
                      </a:lnTo>
                      <a:lnTo>
                        <a:pt x="278" y="138"/>
                      </a:lnTo>
                      <a:lnTo>
                        <a:pt x="302" y="124"/>
                      </a:lnTo>
                      <a:lnTo>
                        <a:pt x="304" y="123"/>
                      </a:lnTo>
                      <a:lnTo>
                        <a:pt x="306" y="121"/>
                      </a:lnTo>
                      <a:lnTo>
                        <a:pt x="307" y="119"/>
                      </a:lnTo>
                      <a:lnTo>
                        <a:pt x="308" y="116"/>
                      </a:lnTo>
                      <a:lnTo>
                        <a:pt x="308" y="111"/>
                      </a:lnTo>
                      <a:lnTo>
                        <a:pt x="306" y="106"/>
                      </a:lnTo>
                      <a:lnTo>
                        <a:pt x="275" y="51"/>
                      </a:lnTo>
                      <a:lnTo>
                        <a:pt x="273" y="49"/>
                      </a:lnTo>
                      <a:lnTo>
                        <a:pt x="271" y="47"/>
                      </a:lnTo>
                      <a:lnTo>
                        <a:pt x="269" y="46"/>
                      </a:lnTo>
                      <a:lnTo>
                        <a:pt x="266" y="44"/>
                      </a:lnTo>
                      <a:lnTo>
                        <a:pt x="262" y="44"/>
                      </a:lnTo>
                      <a:lnTo>
                        <a:pt x="256" y="46"/>
                      </a:lnTo>
                      <a:lnTo>
                        <a:pt x="234" y="59"/>
                      </a:lnTo>
                      <a:lnTo>
                        <a:pt x="226" y="54"/>
                      </a:lnTo>
                      <a:lnTo>
                        <a:pt x="218" y="49"/>
                      </a:lnTo>
                      <a:lnTo>
                        <a:pt x="210" y="44"/>
                      </a:lnTo>
                      <a:lnTo>
                        <a:pt x="202" y="41"/>
                      </a:lnTo>
                      <a:lnTo>
                        <a:pt x="202" y="13"/>
                      </a:lnTo>
                      <a:lnTo>
                        <a:pt x="201" y="8"/>
                      </a:lnTo>
                      <a:lnTo>
                        <a:pt x="197" y="4"/>
                      </a:lnTo>
                      <a:lnTo>
                        <a:pt x="193" y="2"/>
                      </a:lnTo>
                      <a:lnTo>
                        <a:pt x="189" y="0"/>
                      </a:lnTo>
                      <a:lnTo>
                        <a:pt x="124" y="0"/>
                      </a:lnTo>
                      <a:lnTo>
                        <a:pt x="119" y="2"/>
                      </a:lnTo>
                      <a:lnTo>
                        <a:pt x="116" y="4"/>
                      </a:lnTo>
                      <a:lnTo>
                        <a:pt x="113" y="8"/>
                      </a:lnTo>
                      <a:lnTo>
                        <a:pt x="112" y="13"/>
                      </a:lnTo>
                      <a:lnTo>
                        <a:pt x="112" y="41"/>
                      </a:lnTo>
                      <a:lnTo>
                        <a:pt x="102" y="44"/>
                      </a:lnTo>
                      <a:lnTo>
                        <a:pt x="93" y="50"/>
                      </a:lnTo>
                      <a:lnTo>
                        <a:pt x="85" y="54"/>
                      </a:lnTo>
                      <a:lnTo>
                        <a:pt x="77" y="59"/>
                      </a:lnTo>
                      <a:lnTo>
                        <a:pt x="52" y="46"/>
                      </a:lnTo>
                      <a:lnTo>
                        <a:pt x="47" y="44"/>
                      </a:lnTo>
                      <a:lnTo>
                        <a:pt x="43" y="44"/>
                      </a:lnTo>
                      <a:lnTo>
                        <a:pt x="37" y="47"/>
                      </a:lnTo>
                      <a:lnTo>
                        <a:pt x="34" y="51"/>
                      </a:lnTo>
                      <a:lnTo>
                        <a:pt x="2" y="106"/>
                      </a:lnTo>
                      <a:lnTo>
                        <a:pt x="1" y="111"/>
                      </a:lnTo>
                      <a:lnTo>
                        <a:pt x="1" y="116"/>
                      </a:lnTo>
                      <a:lnTo>
                        <a:pt x="2" y="119"/>
                      </a:lnTo>
                      <a:lnTo>
                        <a:pt x="3" y="121"/>
                      </a:lnTo>
                      <a:lnTo>
                        <a:pt x="5" y="123"/>
                      </a:lnTo>
                      <a:lnTo>
                        <a:pt x="7" y="124"/>
                      </a:lnTo>
                      <a:lnTo>
                        <a:pt x="31" y="138"/>
                      </a:lnTo>
                      <a:lnTo>
                        <a:pt x="30" y="148"/>
                      </a:lnTo>
                      <a:lnTo>
                        <a:pt x="29" y="157"/>
                      </a:lnTo>
                      <a:lnTo>
                        <a:pt x="30" y="167"/>
                      </a:lnTo>
                      <a:lnTo>
                        <a:pt x="31" y="178"/>
                      </a:lnTo>
                      <a:lnTo>
                        <a:pt x="6" y="192"/>
                      </a:lnTo>
                      <a:lnTo>
                        <a:pt x="4" y="193"/>
                      </a:lnTo>
                      <a:lnTo>
                        <a:pt x="3" y="194"/>
                      </a:lnTo>
                      <a:lnTo>
                        <a:pt x="2" y="196"/>
                      </a:lnTo>
                      <a:lnTo>
                        <a:pt x="1" y="199"/>
                      </a:lnTo>
                      <a:lnTo>
                        <a:pt x="0" y="203"/>
                      </a:lnTo>
                      <a:lnTo>
                        <a:pt x="2" y="208"/>
                      </a:lnTo>
                      <a:lnTo>
                        <a:pt x="34" y="263"/>
                      </a:lnTo>
                      <a:lnTo>
                        <a:pt x="37" y="268"/>
                      </a:lnTo>
                      <a:lnTo>
                        <a:pt x="42" y="270"/>
                      </a:lnTo>
                      <a:lnTo>
                        <a:pt x="46" y="270"/>
                      </a:lnTo>
                      <a:lnTo>
                        <a:pt x="51" y="269"/>
                      </a:lnTo>
                      <a:lnTo>
                        <a:pt x="77" y="254"/>
                      </a:lnTo>
                      <a:lnTo>
                        <a:pt x="85" y="259"/>
                      </a:lnTo>
                      <a:lnTo>
                        <a:pt x="93" y="266"/>
                      </a:lnTo>
                      <a:lnTo>
                        <a:pt x="102" y="270"/>
                      </a:lnTo>
                      <a:lnTo>
                        <a:pt x="112" y="274"/>
                      </a:lnTo>
                      <a:lnTo>
                        <a:pt x="112" y="302"/>
                      </a:lnTo>
                      <a:lnTo>
                        <a:pt x="113" y="306"/>
                      </a:lnTo>
                      <a:lnTo>
                        <a:pt x="116" y="311"/>
                      </a:lnTo>
                      <a:lnTo>
                        <a:pt x="119" y="314"/>
                      </a:lnTo>
                      <a:lnTo>
                        <a:pt x="124" y="315"/>
                      </a:lnTo>
                      <a:lnTo>
                        <a:pt x="189" y="315"/>
                      </a:lnTo>
                      <a:lnTo>
                        <a:pt x="193" y="314"/>
                      </a:lnTo>
                      <a:lnTo>
                        <a:pt x="197" y="311"/>
                      </a:lnTo>
                      <a:lnTo>
                        <a:pt x="201" y="306"/>
                      </a:lnTo>
                      <a:lnTo>
                        <a:pt x="202" y="302"/>
                      </a:lnTo>
                      <a:lnTo>
                        <a:pt x="202" y="274"/>
                      </a:lnTo>
                      <a:lnTo>
                        <a:pt x="210" y="270"/>
                      </a:lnTo>
                      <a:lnTo>
                        <a:pt x="218" y="266"/>
                      </a:lnTo>
                      <a:lnTo>
                        <a:pt x="226" y="260"/>
                      </a:lnTo>
                      <a:lnTo>
                        <a:pt x="234" y="255"/>
                      </a:lnTo>
                      <a:lnTo>
                        <a:pt x="258" y="268"/>
                      </a:lnTo>
                      <a:lnTo>
                        <a:pt x="262" y="270"/>
                      </a:lnTo>
                      <a:lnTo>
                        <a:pt x="267" y="270"/>
                      </a:lnTo>
                      <a:lnTo>
                        <a:pt x="271" y="268"/>
                      </a:lnTo>
                      <a:lnTo>
                        <a:pt x="275" y="263"/>
                      </a:lnTo>
                      <a:lnTo>
                        <a:pt x="307" y="208"/>
                      </a:lnTo>
                      <a:lnTo>
                        <a:pt x="308" y="202"/>
                      </a:lnTo>
                      <a:lnTo>
                        <a:pt x="308" y="198"/>
                      </a:lnTo>
                      <a:lnTo>
                        <a:pt x="306" y="194"/>
                      </a:lnTo>
                      <a:lnTo>
                        <a:pt x="302"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9" name="îṣ1îďé"/>
            <p:cNvSpPr/>
            <p:nvPr/>
          </p:nvSpPr>
          <p:spPr>
            <a:xfrm>
              <a:off x="4028502" y="3965649"/>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028502" y="2720249"/>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grpSp>
      <p:sp>
        <p:nvSpPr>
          <p:cNvPr id="40"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2" name="文本占位符 30"/>
          <p:cNvSpPr>
            <a:spLocks noGrp="1"/>
          </p:cNvSpPr>
          <p:nvPr>
            <p:ph type="body" sz="quarter" idx="19" hasCustomPrompt="1"/>
          </p:nvPr>
        </p:nvSpPr>
        <p:spPr>
          <a:xfrm>
            <a:off x="4388478" y="1484803"/>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20" hasCustomPrompt="1"/>
          </p:nvPr>
        </p:nvSpPr>
        <p:spPr>
          <a:xfrm>
            <a:off x="4388477" y="1938111"/>
            <a:ext cx="6112681" cy="64399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4" name="文本占位符 30"/>
          <p:cNvSpPr>
            <a:spLocks noGrp="1"/>
          </p:cNvSpPr>
          <p:nvPr>
            <p:ph type="body" sz="quarter" idx="21" hasCustomPrompt="1"/>
          </p:nvPr>
        </p:nvSpPr>
        <p:spPr>
          <a:xfrm>
            <a:off x="4811993" y="2745621"/>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2" hasCustomPrompt="1"/>
          </p:nvPr>
        </p:nvSpPr>
        <p:spPr>
          <a:xfrm>
            <a:off x="4811992" y="3190028"/>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3" hasCustomPrompt="1"/>
          </p:nvPr>
        </p:nvSpPr>
        <p:spPr>
          <a:xfrm>
            <a:off x="4388477" y="5229380"/>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4" hasCustomPrompt="1"/>
          </p:nvPr>
        </p:nvSpPr>
        <p:spPr>
          <a:xfrm>
            <a:off x="4388476" y="5682689"/>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5" hasCustomPrompt="1"/>
          </p:nvPr>
        </p:nvSpPr>
        <p:spPr>
          <a:xfrm>
            <a:off x="4811993" y="3988972"/>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6" hasCustomPrompt="1"/>
          </p:nvPr>
        </p:nvSpPr>
        <p:spPr>
          <a:xfrm>
            <a:off x="4811992" y="4433379"/>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5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4版式">
    <p:spTree>
      <p:nvGrpSpPr>
        <p:cNvPr id="1" name=""/>
        <p:cNvGrpSpPr/>
        <p:nvPr/>
      </p:nvGrpSpPr>
      <p:grpSpPr>
        <a:xfrm>
          <a:off x="0" y="0"/>
          <a:ext cx="0" cy="0"/>
          <a:chOff x="0" y="0"/>
          <a:chExt cx="0" cy="0"/>
        </a:xfrm>
      </p:grpSpPr>
      <p:cxnSp>
        <p:nvCxnSpPr>
          <p:cNvPr id="3" name="直接连接符 72"/>
          <p:cNvCxnSpPr/>
          <p:nvPr userDrawn="1"/>
        </p:nvCxnSpPr>
        <p:spPr>
          <a:xfrm flipH="1">
            <a:off x="3665634" y="2105269"/>
            <a:ext cx="786375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4" name="直接连接符 73"/>
          <p:cNvCxnSpPr/>
          <p:nvPr userDrawn="1"/>
        </p:nvCxnSpPr>
        <p:spPr>
          <a:xfrm flipH="1">
            <a:off x="4658165" y="3265197"/>
            <a:ext cx="6871226"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5" name="直接连接符 74"/>
          <p:cNvCxnSpPr/>
          <p:nvPr userDrawn="1"/>
        </p:nvCxnSpPr>
        <p:spPr>
          <a:xfrm flipH="1">
            <a:off x="3304744" y="4425124"/>
            <a:ext cx="822464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6" name="直接连接符 75"/>
          <p:cNvCxnSpPr/>
          <p:nvPr userDrawn="1"/>
        </p:nvCxnSpPr>
        <p:spPr>
          <a:xfrm flipH="1">
            <a:off x="3437030" y="5585053"/>
            <a:ext cx="8092361"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sp>
        <p:nvSpPr>
          <p:cNvPr id="7" name="流程图: 决策 76"/>
          <p:cNvSpPr/>
          <p:nvPr userDrawn="1"/>
        </p:nvSpPr>
        <p:spPr>
          <a:xfrm>
            <a:off x="2650758" y="1917635"/>
            <a:ext cx="1649998" cy="1543094"/>
          </a:xfrm>
          <a:prstGeom prst="flowChartDecision">
            <a:avLst/>
          </a:prstGeom>
          <a:solidFill>
            <a:srgbClr val="4E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8" name="流程图: 决策 77"/>
          <p:cNvSpPr/>
          <p:nvPr userDrawn="1"/>
        </p:nvSpPr>
        <p:spPr>
          <a:xfrm>
            <a:off x="2440724" y="3637362"/>
            <a:ext cx="2004033" cy="1952278"/>
          </a:xfrm>
          <a:prstGeom prst="flowChartDecision">
            <a:avLst/>
          </a:prstGeom>
          <a:solidFill>
            <a:srgbClr val="0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9" name="流程图: 决策 78"/>
          <p:cNvSpPr/>
          <p:nvPr userDrawn="1"/>
        </p:nvSpPr>
        <p:spPr>
          <a:xfrm>
            <a:off x="788051" y="2305361"/>
            <a:ext cx="2516693" cy="2451698"/>
          </a:xfrm>
          <a:prstGeom prst="flowChartDecision">
            <a:avLst/>
          </a:prstGeom>
          <a:solidFill>
            <a:srgbClr val="134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latin typeface="思源黑体 CN Normal" panose="020B0400000000000000" pitchFamily="34" charset="-128"/>
              <a:ea typeface="思源黑体 CN Normal" panose="020B0400000000000000" pitchFamily="34" charset="-128"/>
              <a:cs typeface="+mn-ea"/>
              <a:sym typeface="+mn-lt"/>
            </a:endParaRPr>
          </a:p>
        </p:txBody>
      </p:sp>
      <p:sp>
        <p:nvSpPr>
          <p:cNvPr id="10" name="流程图: 决策 79"/>
          <p:cNvSpPr/>
          <p:nvPr userDrawn="1"/>
        </p:nvSpPr>
        <p:spPr>
          <a:xfrm>
            <a:off x="3568337" y="2936824"/>
            <a:ext cx="1347513" cy="1260209"/>
          </a:xfrm>
          <a:prstGeom prst="flowChartDecision">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Normal" panose="020B0400000000000000" pitchFamily="34" charset="-128"/>
              <a:ea typeface="思源黑体 CN Normal" panose="020B0400000000000000" pitchFamily="34" charset="-128"/>
              <a:cs typeface="+mn-ea"/>
              <a:sym typeface="+mn-lt"/>
            </a:endParaRPr>
          </a:p>
        </p:txBody>
      </p:sp>
      <p:sp>
        <p:nvSpPr>
          <p:cNvPr id="17" name="文本占位符 30"/>
          <p:cNvSpPr>
            <a:spLocks noGrp="1"/>
          </p:cNvSpPr>
          <p:nvPr>
            <p:ph type="body" sz="quarter" idx="17" hasCustomPrompt="1"/>
          </p:nvPr>
        </p:nvSpPr>
        <p:spPr>
          <a:xfrm>
            <a:off x="4444757" y="2117359"/>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8" hasCustomPrompt="1"/>
          </p:nvPr>
        </p:nvSpPr>
        <p:spPr>
          <a:xfrm>
            <a:off x="4444757" y="1681039"/>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19" name="文本占位符 30"/>
          <p:cNvSpPr>
            <a:spLocks noGrp="1"/>
          </p:cNvSpPr>
          <p:nvPr>
            <p:ph type="body" sz="quarter" idx="19" hasCustomPrompt="1"/>
          </p:nvPr>
        </p:nvSpPr>
        <p:spPr>
          <a:xfrm>
            <a:off x="5107366" y="3277285"/>
            <a:ext cx="642202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0" name="文本占位符 30"/>
          <p:cNvSpPr>
            <a:spLocks noGrp="1"/>
          </p:cNvSpPr>
          <p:nvPr>
            <p:ph type="body" sz="quarter" idx="20" hasCustomPrompt="1"/>
          </p:nvPr>
        </p:nvSpPr>
        <p:spPr>
          <a:xfrm>
            <a:off x="5107366" y="2840965"/>
            <a:ext cx="642202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1" name="文本占位符 30"/>
          <p:cNvSpPr>
            <a:spLocks noGrp="1"/>
          </p:cNvSpPr>
          <p:nvPr>
            <p:ph type="body" sz="quarter" idx="21" hasCustomPrompt="1"/>
          </p:nvPr>
        </p:nvSpPr>
        <p:spPr>
          <a:xfrm>
            <a:off x="5018156" y="4459314"/>
            <a:ext cx="651123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2" name="文本占位符 30"/>
          <p:cNvSpPr>
            <a:spLocks noGrp="1"/>
          </p:cNvSpPr>
          <p:nvPr>
            <p:ph type="body" sz="quarter" idx="22" hasCustomPrompt="1"/>
          </p:nvPr>
        </p:nvSpPr>
        <p:spPr>
          <a:xfrm>
            <a:off x="5018156" y="4022994"/>
            <a:ext cx="651123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3" name="文本占位符 30"/>
          <p:cNvSpPr>
            <a:spLocks noGrp="1"/>
          </p:cNvSpPr>
          <p:nvPr>
            <p:ph type="body" sz="quarter" idx="23" hasCustomPrompt="1"/>
          </p:nvPr>
        </p:nvSpPr>
        <p:spPr>
          <a:xfrm>
            <a:off x="4444757" y="5613281"/>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4" name="文本占位符 30"/>
          <p:cNvSpPr>
            <a:spLocks noGrp="1"/>
          </p:cNvSpPr>
          <p:nvPr>
            <p:ph type="body" sz="quarter" idx="24" hasCustomPrompt="1"/>
          </p:nvPr>
        </p:nvSpPr>
        <p:spPr>
          <a:xfrm>
            <a:off x="4444757" y="5176961"/>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5" name="文本占位符 30"/>
          <p:cNvSpPr>
            <a:spLocks noGrp="1"/>
          </p:cNvSpPr>
          <p:nvPr>
            <p:ph type="body" sz="quarter" idx="25" hasCustomPrompt="1"/>
          </p:nvPr>
        </p:nvSpPr>
        <p:spPr>
          <a:xfrm>
            <a:off x="1567681" y="3255024"/>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6" name="文本占位符 30"/>
          <p:cNvSpPr>
            <a:spLocks noGrp="1"/>
          </p:cNvSpPr>
          <p:nvPr>
            <p:ph type="body" sz="quarter" idx="26" hasCustomPrompt="1"/>
          </p:nvPr>
        </p:nvSpPr>
        <p:spPr>
          <a:xfrm>
            <a:off x="3043396" y="2534774"/>
            <a:ext cx="928824" cy="47297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20%</a:t>
            </a:r>
            <a:endParaRPr kumimoji="1" lang="zh-CN" altLang="en-US" dirty="0"/>
          </a:p>
        </p:txBody>
      </p:sp>
      <p:sp>
        <p:nvSpPr>
          <p:cNvPr id="27" name="文本占位符 30"/>
          <p:cNvSpPr>
            <a:spLocks noGrp="1"/>
          </p:cNvSpPr>
          <p:nvPr>
            <p:ph type="body" sz="quarter" idx="27" hasCustomPrompt="1"/>
          </p:nvPr>
        </p:nvSpPr>
        <p:spPr>
          <a:xfrm>
            <a:off x="2934754" y="4305226"/>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8" name="文本占位符 30"/>
          <p:cNvSpPr>
            <a:spLocks noGrp="1"/>
          </p:cNvSpPr>
          <p:nvPr>
            <p:ph type="body" sz="quarter" idx="28" hasCustomPrompt="1"/>
          </p:nvPr>
        </p:nvSpPr>
        <p:spPr>
          <a:xfrm>
            <a:off x="3815128" y="3356524"/>
            <a:ext cx="832890" cy="44820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a:t>
            </a:r>
            <a:endParaRPr kumimoji="1" lang="zh-CN" altLang="en-US" dirty="0"/>
          </a:p>
        </p:txBody>
      </p:sp>
      <p:sp>
        <p:nvSpPr>
          <p:cNvPr id="3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架构图">
    <p:spTree>
      <p:nvGrpSpPr>
        <p:cNvPr id="1" name=""/>
        <p:cNvGrpSpPr/>
        <p:nvPr/>
      </p:nvGrpSpPr>
      <p:grpSpPr>
        <a:xfrm>
          <a:off x="0" y="0"/>
          <a:ext cx="0" cy="0"/>
          <a:chOff x="0" y="0"/>
          <a:chExt cx="0" cy="0"/>
        </a:xfrm>
      </p:grpSpPr>
      <p:grpSp>
        <p:nvGrpSpPr>
          <p:cNvPr id="6" name="组合 5"/>
          <p:cNvGrpSpPr/>
          <p:nvPr userDrawn="1"/>
        </p:nvGrpSpPr>
        <p:grpSpPr>
          <a:xfrm>
            <a:off x="694065" y="1486176"/>
            <a:ext cx="7776271" cy="4953786"/>
            <a:chOff x="582929" y="1006660"/>
            <a:chExt cx="8506284" cy="5418836"/>
          </a:xfrm>
        </p:grpSpPr>
        <p:sp>
          <p:nvSpPr>
            <p:cNvPr id="7" name="剪去单角的矩形 6"/>
            <p:cNvSpPr/>
            <p:nvPr/>
          </p:nvSpPr>
          <p:spPr>
            <a:xfrm>
              <a:off x="582929" y="5950356"/>
              <a:ext cx="8506284" cy="47514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0" name="剪去单角的矩形 9"/>
            <p:cNvSpPr/>
            <p:nvPr/>
          </p:nvSpPr>
          <p:spPr>
            <a:xfrm>
              <a:off x="582930" y="1006660"/>
              <a:ext cx="8506283" cy="2000880"/>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2" name="文本框 11"/>
            <p:cNvSpPr txBox="1"/>
            <p:nvPr/>
          </p:nvSpPr>
          <p:spPr>
            <a:xfrm>
              <a:off x="3870325" y="1071205"/>
              <a:ext cx="1708150" cy="336670"/>
            </a:xfrm>
            <a:prstGeom prst="rect">
              <a:avLst/>
            </a:prstGeom>
            <a:noFill/>
          </p:spPr>
          <p:txBody>
            <a:bodyPr wrap="square" rtlCol="0">
              <a:spAutoFit/>
            </a:bodyPr>
            <a:lstStyle/>
            <a:p>
              <a:pPr lvl="0" algn="ctr"/>
              <a:r>
                <a:rPr lang="zh-CN" altLang="en-US" sz="1400" dirty="0">
                  <a:solidFill>
                    <a:srgbClr val="383736"/>
                  </a:solidFill>
                  <a:latin typeface="思源黑体 CN Normal" panose="020B0400000000000000" pitchFamily="34" charset="-128"/>
                  <a:ea typeface="思源黑体 CN Normal" panose="020B0400000000000000" pitchFamily="34" charset="-128"/>
                  <a:sym typeface="+mn-ea"/>
                </a:rPr>
                <a:t>运维门户</a:t>
              </a:r>
            </a:p>
          </p:txBody>
        </p:sp>
        <p:grpSp>
          <p:nvGrpSpPr>
            <p:cNvPr id="13" name="组合 12"/>
            <p:cNvGrpSpPr/>
            <p:nvPr/>
          </p:nvGrpSpPr>
          <p:grpSpPr>
            <a:xfrm>
              <a:off x="684805" y="1524635"/>
              <a:ext cx="1297941" cy="1348105"/>
              <a:chOff x="684805" y="1524635"/>
              <a:chExt cx="1297941" cy="1348105"/>
            </a:xfrm>
          </p:grpSpPr>
          <p:sp>
            <p:nvSpPr>
              <p:cNvPr id="93" name="剪去单角的矩形 9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94" name="组合 93"/>
              <p:cNvGrpSpPr/>
              <p:nvPr/>
            </p:nvGrpSpPr>
            <p:grpSpPr>
              <a:xfrm>
                <a:off x="783105" y="1586698"/>
                <a:ext cx="1095997" cy="1178568"/>
                <a:chOff x="2218" y="2391"/>
                <a:chExt cx="1688" cy="2383"/>
              </a:xfrm>
            </p:grpSpPr>
            <p:sp>
              <p:nvSpPr>
                <p:cNvPr id="95" name="矩形 9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96" name="文本框 95"/>
                <p:cNvSpPr txBox="1"/>
                <p:nvPr userDrawn="1"/>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97" name="矩形 9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98" name="矩形 9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14" name="组合 13"/>
            <p:cNvGrpSpPr/>
            <p:nvPr/>
          </p:nvGrpSpPr>
          <p:grpSpPr>
            <a:xfrm>
              <a:off x="582929" y="3372920"/>
              <a:ext cx="8506284" cy="373202"/>
              <a:chOff x="582929" y="3338195"/>
              <a:chExt cx="8506284" cy="373202"/>
            </a:xfrm>
          </p:grpSpPr>
          <p:sp>
            <p:nvSpPr>
              <p:cNvPr id="91" name="剪去单角的矩形 90"/>
              <p:cNvSpPr/>
              <p:nvPr/>
            </p:nvSpPr>
            <p:spPr>
              <a:xfrm>
                <a:off x="582929" y="3338195"/>
                <a:ext cx="8506284" cy="373202"/>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92" name="文本框 91"/>
              <p:cNvSpPr txBox="1"/>
              <p:nvPr/>
            </p:nvSpPr>
            <p:spPr>
              <a:xfrm>
                <a:off x="3195274" y="3382266"/>
                <a:ext cx="3295650"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服务平台</a:t>
                </a:r>
              </a:p>
            </p:txBody>
          </p:sp>
        </p:grpSp>
        <p:grpSp>
          <p:nvGrpSpPr>
            <p:cNvPr id="15" name="组合 14"/>
            <p:cNvGrpSpPr/>
            <p:nvPr/>
          </p:nvGrpSpPr>
          <p:grpSpPr>
            <a:xfrm>
              <a:off x="586209" y="3870840"/>
              <a:ext cx="4201455" cy="701260"/>
              <a:chOff x="586209" y="3836115"/>
              <a:chExt cx="4201455" cy="701260"/>
            </a:xfrm>
          </p:grpSpPr>
          <p:sp>
            <p:nvSpPr>
              <p:cNvPr id="85" name="剪去单角的矩形 84"/>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86" name="文本框 85"/>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87" name="矩形 86"/>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080"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88" name="矩形 87"/>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89" name="矩形 88"/>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90" name="矩形 89"/>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16" name="组合 15"/>
            <p:cNvGrpSpPr/>
            <p:nvPr/>
          </p:nvGrpSpPr>
          <p:grpSpPr>
            <a:xfrm>
              <a:off x="586210" y="4724465"/>
              <a:ext cx="3549312" cy="1074183"/>
              <a:chOff x="586210" y="4724465"/>
              <a:chExt cx="3549312" cy="1074183"/>
            </a:xfrm>
          </p:grpSpPr>
          <p:sp>
            <p:nvSpPr>
              <p:cNvPr id="77" name="剪去单角的矩形 76"/>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78" name="文本框 77"/>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79" name="矩形 78"/>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80" name="矩形 79"/>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81" name="矩形 80"/>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82" name="矩形 81"/>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83" name="矩形 82"/>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84" name="矩形 83"/>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sp>
          <p:nvSpPr>
            <p:cNvPr id="17" name="圆柱体 304"/>
            <p:cNvSpPr/>
            <p:nvPr/>
          </p:nvSpPr>
          <p:spPr>
            <a:xfrm>
              <a:off x="4345215" y="4926750"/>
              <a:ext cx="976630" cy="730250"/>
            </a:xfrm>
            <a:prstGeom prst="can">
              <a:avLst/>
            </a:prstGeom>
            <a:solidFill>
              <a:srgbClr val="4FBA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b="1" dirty="0">
                  <a:solidFill>
                    <a:schemeClr val="bg1"/>
                  </a:solidFill>
                  <a:latin typeface="思源黑体 CN Normal" panose="020B0400000000000000" pitchFamily="34" charset="-128"/>
                  <a:ea typeface="思源黑体 CN Normal" panose="020B0400000000000000" pitchFamily="34" charset="-128"/>
                </a:rPr>
                <a:t>配置管理库</a:t>
              </a:r>
              <a:r>
                <a:rPr lang="en-US" altLang="zh-CN" sz="800" b="1" dirty="0">
                  <a:solidFill>
                    <a:schemeClr val="bg1"/>
                  </a:solidFill>
                  <a:latin typeface="思源黑体 CN Normal" panose="020B0400000000000000" pitchFamily="34" charset="-128"/>
                  <a:ea typeface="思源黑体 CN Normal" panose="020B0400000000000000" pitchFamily="34" charset="-128"/>
                </a:rPr>
                <a:t>AMDB</a:t>
              </a:r>
            </a:p>
          </p:txBody>
        </p:sp>
        <p:sp>
          <p:nvSpPr>
            <p:cNvPr id="18" name="矩形 17"/>
            <p:cNvSpPr/>
            <p:nvPr/>
          </p:nvSpPr>
          <p:spPr>
            <a:xfrm>
              <a:off x="69954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网络设备</a:t>
              </a:r>
            </a:p>
          </p:txBody>
        </p:sp>
        <p:sp>
          <p:nvSpPr>
            <p:cNvPr id="19" name="矩形 18"/>
            <p:cNvSpPr/>
            <p:nvPr/>
          </p:nvSpPr>
          <p:spPr>
            <a:xfrm>
              <a:off x="2403519"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a:t>
              </a:r>
            </a:p>
          </p:txBody>
        </p:sp>
        <p:sp>
          <p:nvSpPr>
            <p:cNvPr id="20" name="矩形 19"/>
            <p:cNvSpPr/>
            <p:nvPr/>
          </p:nvSpPr>
          <p:spPr>
            <a:xfrm>
              <a:off x="408300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数据库</a:t>
              </a:r>
            </a:p>
          </p:txBody>
        </p:sp>
        <p:sp>
          <p:nvSpPr>
            <p:cNvPr id="21" name="矩形 20"/>
            <p:cNvSpPr/>
            <p:nvPr/>
          </p:nvSpPr>
          <p:spPr>
            <a:xfrm>
              <a:off x="5762489" y="6050090"/>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中间件</a:t>
              </a:r>
            </a:p>
          </p:txBody>
        </p:sp>
        <p:sp>
          <p:nvSpPr>
            <p:cNvPr id="22" name="矩形 21"/>
            <p:cNvSpPr/>
            <p:nvPr/>
          </p:nvSpPr>
          <p:spPr>
            <a:xfrm>
              <a:off x="7450138"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a:t>
              </a:r>
            </a:p>
          </p:txBody>
        </p:sp>
        <p:sp>
          <p:nvSpPr>
            <p:cNvPr id="23" name="箭头: 上 4"/>
            <p:cNvSpPr/>
            <p:nvPr/>
          </p:nvSpPr>
          <p:spPr>
            <a:xfrm>
              <a:off x="2215007"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4" name="箭头: 上 4"/>
            <p:cNvSpPr/>
            <p:nvPr/>
          </p:nvSpPr>
          <p:spPr>
            <a:xfrm>
              <a:off x="4726051"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5" name="箭头: 上 4"/>
            <p:cNvSpPr/>
            <p:nvPr/>
          </p:nvSpPr>
          <p:spPr>
            <a:xfrm>
              <a:off x="7284339"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grpSp>
          <p:nvGrpSpPr>
            <p:cNvPr id="26" name="组合 25"/>
            <p:cNvGrpSpPr/>
            <p:nvPr/>
          </p:nvGrpSpPr>
          <p:grpSpPr>
            <a:xfrm>
              <a:off x="2083274" y="1522730"/>
              <a:ext cx="1297941" cy="1348105"/>
              <a:chOff x="684805" y="1524635"/>
              <a:chExt cx="1297941" cy="1348105"/>
            </a:xfrm>
          </p:grpSpPr>
          <p:sp>
            <p:nvSpPr>
              <p:cNvPr id="71" name="剪去单角的矩形 70"/>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72" name="组合 71"/>
              <p:cNvGrpSpPr/>
              <p:nvPr/>
            </p:nvGrpSpPr>
            <p:grpSpPr>
              <a:xfrm>
                <a:off x="803883" y="1586697"/>
                <a:ext cx="1095997" cy="1178567"/>
                <a:chOff x="2250" y="2391"/>
                <a:chExt cx="1688" cy="2383"/>
              </a:xfrm>
            </p:grpSpPr>
            <p:sp>
              <p:nvSpPr>
                <p:cNvPr id="73" name="矩形 72"/>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74" name="文本框 73"/>
                <p:cNvSpPr txBox="1"/>
                <p:nvPr/>
              </p:nvSpPr>
              <p:spPr>
                <a:xfrm>
                  <a:off x="2250"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75" name="矩形 74"/>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6" name="矩形 75"/>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7" name="组合 26"/>
            <p:cNvGrpSpPr/>
            <p:nvPr/>
          </p:nvGrpSpPr>
          <p:grpSpPr>
            <a:xfrm>
              <a:off x="3489724" y="1514587"/>
              <a:ext cx="1297941" cy="1348105"/>
              <a:chOff x="684805" y="1524635"/>
              <a:chExt cx="1297941" cy="1348105"/>
            </a:xfrm>
          </p:grpSpPr>
          <p:sp>
            <p:nvSpPr>
              <p:cNvPr id="65" name="剪去单角的矩形 64"/>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6" name="组合 65"/>
              <p:cNvGrpSpPr/>
              <p:nvPr/>
            </p:nvGrpSpPr>
            <p:grpSpPr>
              <a:xfrm>
                <a:off x="783105" y="1586697"/>
                <a:ext cx="1095997" cy="1178567"/>
                <a:chOff x="2218" y="2391"/>
                <a:chExt cx="1688" cy="2383"/>
              </a:xfrm>
            </p:grpSpPr>
            <p:sp>
              <p:nvSpPr>
                <p:cNvPr id="67" name="矩形 66"/>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8" name="文本框 67"/>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9" name="矩形 68"/>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0" name="矩形 69"/>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8" name="组合 27"/>
            <p:cNvGrpSpPr/>
            <p:nvPr/>
          </p:nvGrpSpPr>
          <p:grpSpPr>
            <a:xfrm>
              <a:off x="4889275" y="1514587"/>
              <a:ext cx="1297941" cy="1348105"/>
              <a:chOff x="684805" y="1524635"/>
              <a:chExt cx="1297941" cy="1348105"/>
            </a:xfrm>
          </p:grpSpPr>
          <p:sp>
            <p:nvSpPr>
              <p:cNvPr id="59" name="剪去单角的矩形 58"/>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0" name="组合 59"/>
              <p:cNvGrpSpPr/>
              <p:nvPr/>
            </p:nvGrpSpPr>
            <p:grpSpPr>
              <a:xfrm>
                <a:off x="772716" y="1586697"/>
                <a:ext cx="1095997" cy="1178567"/>
                <a:chOff x="2202" y="2391"/>
                <a:chExt cx="1688" cy="2383"/>
              </a:xfrm>
            </p:grpSpPr>
            <p:sp>
              <p:nvSpPr>
                <p:cNvPr id="61" name="矩形 60"/>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2" name="文本框 61"/>
                <p:cNvSpPr txBox="1"/>
                <p:nvPr/>
              </p:nvSpPr>
              <p:spPr>
                <a:xfrm>
                  <a:off x="2202"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3" name="矩形 62"/>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64" name="矩形 63"/>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9" name="组合 28"/>
            <p:cNvGrpSpPr/>
            <p:nvPr/>
          </p:nvGrpSpPr>
          <p:grpSpPr>
            <a:xfrm>
              <a:off x="6295996" y="1514587"/>
              <a:ext cx="1297941" cy="1348105"/>
              <a:chOff x="684805" y="1524635"/>
              <a:chExt cx="1297941" cy="1348105"/>
            </a:xfrm>
          </p:grpSpPr>
          <p:sp>
            <p:nvSpPr>
              <p:cNvPr id="53" name="剪去单角的矩形 5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54" name="组合 53"/>
              <p:cNvGrpSpPr/>
              <p:nvPr/>
            </p:nvGrpSpPr>
            <p:grpSpPr>
              <a:xfrm>
                <a:off x="793494" y="1586697"/>
                <a:ext cx="1095997" cy="1178567"/>
                <a:chOff x="2234" y="2391"/>
                <a:chExt cx="1688" cy="2383"/>
              </a:xfrm>
            </p:grpSpPr>
            <p:sp>
              <p:nvSpPr>
                <p:cNvPr id="55" name="矩形 5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6" name="文本框 55"/>
                <p:cNvSpPr txBox="1"/>
                <p:nvPr/>
              </p:nvSpPr>
              <p:spPr>
                <a:xfrm>
                  <a:off x="2234"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7" name="矩形 5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8" name="矩形 5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0" name="组合 29"/>
            <p:cNvGrpSpPr/>
            <p:nvPr/>
          </p:nvGrpSpPr>
          <p:grpSpPr>
            <a:xfrm>
              <a:off x="7693163" y="1514587"/>
              <a:ext cx="1297941" cy="1348105"/>
              <a:chOff x="684805" y="1524635"/>
              <a:chExt cx="1297941" cy="1348105"/>
            </a:xfrm>
          </p:grpSpPr>
          <p:sp>
            <p:nvSpPr>
              <p:cNvPr id="47" name="剪去单角的矩形 46"/>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48" name="组合 47"/>
              <p:cNvGrpSpPr/>
              <p:nvPr/>
            </p:nvGrpSpPr>
            <p:grpSpPr>
              <a:xfrm>
                <a:off x="783105" y="1586697"/>
                <a:ext cx="1095997" cy="1178567"/>
                <a:chOff x="2218" y="2391"/>
                <a:chExt cx="1688" cy="2383"/>
              </a:xfrm>
            </p:grpSpPr>
            <p:sp>
              <p:nvSpPr>
                <p:cNvPr id="49" name="矩形 48"/>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0" name="文本框 49"/>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1" name="矩形 50"/>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2" name="矩形 51"/>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1" name="组合 30"/>
            <p:cNvGrpSpPr/>
            <p:nvPr/>
          </p:nvGrpSpPr>
          <p:grpSpPr>
            <a:xfrm>
              <a:off x="4883758" y="3870840"/>
              <a:ext cx="4201455" cy="701260"/>
              <a:chOff x="586209" y="3836115"/>
              <a:chExt cx="4201455" cy="701260"/>
            </a:xfrm>
          </p:grpSpPr>
          <p:sp>
            <p:nvSpPr>
              <p:cNvPr id="41" name="剪去单角的矩形 40"/>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42" name="文本框 41"/>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43" name="矩形 42"/>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4" name="矩形 43"/>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45" name="矩形 44"/>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6" name="矩形 45"/>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32" name="组合 31"/>
            <p:cNvGrpSpPr/>
            <p:nvPr/>
          </p:nvGrpSpPr>
          <p:grpSpPr>
            <a:xfrm>
              <a:off x="5534612" y="4714632"/>
              <a:ext cx="3549312" cy="1074183"/>
              <a:chOff x="586210" y="4724465"/>
              <a:chExt cx="3549312" cy="1074183"/>
            </a:xfrm>
          </p:grpSpPr>
          <p:sp>
            <p:nvSpPr>
              <p:cNvPr id="33" name="剪去单角的矩形 32"/>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34" name="文本框 33"/>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35" name="矩形 34"/>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36" name="矩形 35"/>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37" name="矩形 36"/>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38" name="矩形 37"/>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39" name="矩形 38"/>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40" name="矩形 39"/>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grpSp>
      <p:sp>
        <p:nvSpPr>
          <p:cNvPr id="102" name="文本占位符 30"/>
          <p:cNvSpPr>
            <a:spLocks noGrp="1"/>
          </p:cNvSpPr>
          <p:nvPr>
            <p:ph type="body" sz="quarter" idx="15" hasCustomPrompt="1"/>
          </p:nvPr>
        </p:nvSpPr>
        <p:spPr>
          <a:xfrm>
            <a:off x="8878322" y="1900469"/>
            <a:ext cx="2739914" cy="4425604"/>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103" name="文本占位符 30"/>
          <p:cNvSpPr>
            <a:spLocks noGrp="1"/>
          </p:cNvSpPr>
          <p:nvPr>
            <p:ph type="body" sz="quarter" idx="16" hasCustomPrompt="1"/>
          </p:nvPr>
        </p:nvSpPr>
        <p:spPr>
          <a:xfrm>
            <a:off x="8878321" y="1486176"/>
            <a:ext cx="273991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架构图">
    <p:spTree>
      <p:nvGrpSpPr>
        <p:cNvPr id="1" name=""/>
        <p:cNvGrpSpPr/>
        <p:nvPr/>
      </p:nvGrpSpPr>
      <p:grpSpPr>
        <a:xfrm>
          <a:off x="0" y="0"/>
          <a:ext cx="0" cy="0"/>
          <a:chOff x="0" y="0"/>
          <a:chExt cx="0" cy="0"/>
        </a:xfrm>
      </p:grpSpPr>
      <p:grpSp>
        <p:nvGrpSpPr>
          <p:cNvPr id="101" name="组合 100"/>
          <p:cNvGrpSpPr/>
          <p:nvPr userDrawn="1"/>
        </p:nvGrpSpPr>
        <p:grpSpPr>
          <a:xfrm>
            <a:off x="659433" y="1382650"/>
            <a:ext cx="6832314" cy="4932207"/>
            <a:chOff x="623570" y="1334135"/>
            <a:chExt cx="7111365" cy="4547235"/>
          </a:xfrm>
        </p:grpSpPr>
        <p:grpSp>
          <p:nvGrpSpPr>
            <p:cNvPr id="102" name="组合 101"/>
            <p:cNvGrpSpPr/>
            <p:nvPr/>
          </p:nvGrpSpPr>
          <p:grpSpPr>
            <a:xfrm>
              <a:off x="656590" y="2640330"/>
              <a:ext cx="6176010" cy="2061210"/>
              <a:chOff x="1103" y="4144"/>
              <a:chExt cx="9726" cy="3246"/>
            </a:xfrm>
          </p:grpSpPr>
          <p:sp>
            <p:nvSpPr>
              <p:cNvPr id="128" name="剪去单角的矩形 127"/>
              <p:cNvSpPr/>
              <p:nvPr/>
            </p:nvSpPr>
            <p:spPr>
              <a:xfrm>
                <a:off x="1103" y="4144"/>
                <a:ext cx="9726" cy="3246"/>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剪去单角的矩形 128"/>
              <p:cNvSpPr/>
              <p:nvPr/>
            </p:nvSpPr>
            <p:spPr>
              <a:xfrm>
                <a:off x="1324" y="4456"/>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35" y="4967"/>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1" name="矩形 130"/>
              <p:cNvSpPr/>
              <p:nvPr/>
            </p:nvSpPr>
            <p:spPr>
              <a:xfrm>
                <a:off x="1535"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2" name="矩形 131"/>
              <p:cNvSpPr/>
              <p:nvPr/>
            </p:nvSpPr>
            <p:spPr>
              <a:xfrm>
                <a:off x="2537"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3" name="矩形 132"/>
              <p:cNvSpPr/>
              <p:nvPr/>
            </p:nvSpPr>
            <p:spPr>
              <a:xfrm>
                <a:off x="3539"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4" name="矩形 133"/>
              <p:cNvSpPr/>
              <p:nvPr/>
            </p:nvSpPr>
            <p:spPr>
              <a:xfrm>
                <a:off x="1535"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5" name="矩形 134"/>
              <p:cNvSpPr/>
              <p:nvPr/>
            </p:nvSpPr>
            <p:spPr>
              <a:xfrm>
                <a:off x="2537"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6" name="矩形 135"/>
              <p:cNvSpPr/>
              <p:nvPr/>
            </p:nvSpPr>
            <p:spPr>
              <a:xfrm>
                <a:off x="3539"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7" name="矩形 136"/>
              <p:cNvSpPr/>
              <p:nvPr/>
            </p:nvSpPr>
            <p:spPr>
              <a:xfrm>
                <a:off x="1535"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8" name="矩形 137"/>
              <p:cNvSpPr/>
              <p:nvPr/>
            </p:nvSpPr>
            <p:spPr>
              <a:xfrm>
                <a:off x="2537"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9" name="矩形 138"/>
              <p:cNvSpPr/>
              <p:nvPr/>
            </p:nvSpPr>
            <p:spPr>
              <a:xfrm>
                <a:off x="3539"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0" name="Rectangle 3"/>
              <p:cNvSpPr txBox="1">
                <a:spLocks noChangeArrowheads="1"/>
              </p:cNvSpPr>
              <p:nvPr/>
            </p:nvSpPr>
            <p:spPr bwMode="auto">
              <a:xfrm>
                <a:off x="1535" y="4516"/>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41" name="剪去单角的矩形 140"/>
              <p:cNvSpPr/>
              <p:nvPr/>
            </p:nvSpPr>
            <p:spPr>
              <a:xfrm>
                <a:off x="4793" y="4459"/>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4" y="4970"/>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3" name="矩形 142"/>
              <p:cNvSpPr/>
              <p:nvPr/>
            </p:nvSpPr>
            <p:spPr>
              <a:xfrm>
                <a:off x="5004"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4" name="矩形 143"/>
              <p:cNvSpPr/>
              <p:nvPr/>
            </p:nvSpPr>
            <p:spPr>
              <a:xfrm>
                <a:off x="6006"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5" name="矩形 144"/>
              <p:cNvSpPr/>
              <p:nvPr/>
            </p:nvSpPr>
            <p:spPr>
              <a:xfrm>
                <a:off x="7008"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6" name="矩形 145"/>
              <p:cNvSpPr/>
              <p:nvPr/>
            </p:nvSpPr>
            <p:spPr>
              <a:xfrm>
                <a:off x="5004"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7" name="矩形 146"/>
              <p:cNvSpPr/>
              <p:nvPr/>
            </p:nvSpPr>
            <p:spPr>
              <a:xfrm>
                <a:off x="6006"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8" name="矩形 147"/>
              <p:cNvSpPr/>
              <p:nvPr/>
            </p:nvSpPr>
            <p:spPr>
              <a:xfrm>
                <a:off x="7008"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9" name="矩形 148"/>
              <p:cNvSpPr/>
              <p:nvPr/>
            </p:nvSpPr>
            <p:spPr>
              <a:xfrm>
                <a:off x="5004"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0" name="矩形 149"/>
              <p:cNvSpPr/>
              <p:nvPr/>
            </p:nvSpPr>
            <p:spPr>
              <a:xfrm>
                <a:off x="6006"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1" name="矩形 150"/>
              <p:cNvSpPr/>
              <p:nvPr/>
            </p:nvSpPr>
            <p:spPr>
              <a:xfrm>
                <a:off x="7008"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2" name="Rectangle 3"/>
              <p:cNvSpPr txBox="1">
                <a:spLocks noChangeArrowheads="1"/>
              </p:cNvSpPr>
              <p:nvPr/>
            </p:nvSpPr>
            <p:spPr bwMode="auto">
              <a:xfrm>
                <a:off x="5004" y="4519"/>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53" name="剪去单角的矩形 152"/>
              <p:cNvSpPr/>
              <p:nvPr/>
            </p:nvSpPr>
            <p:spPr>
              <a:xfrm>
                <a:off x="8262" y="4459"/>
                <a:ext cx="235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8473" y="4970"/>
                <a:ext cx="1940"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5" name="矩形 154"/>
              <p:cNvSpPr/>
              <p:nvPr/>
            </p:nvSpPr>
            <p:spPr>
              <a:xfrm>
                <a:off x="8473"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6" name="矩形 155"/>
              <p:cNvSpPr/>
              <p:nvPr/>
            </p:nvSpPr>
            <p:spPr>
              <a:xfrm>
                <a:off x="9475"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7" name="矩形 156"/>
              <p:cNvSpPr/>
              <p:nvPr/>
            </p:nvSpPr>
            <p:spPr>
              <a:xfrm>
                <a:off x="8473"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8" name="矩形 157"/>
              <p:cNvSpPr/>
              <p:nvPr/>
            </p:nvSpPr>
            <p:spPr>
              <a:xfrm>
                <a:off x="9475"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9" name="矩形 158"/>
              <p:cNvSpPr/>
              <p:nvPr/>
            </p:nvSpPr>
            <p:spPr>
              <a:xfrm>
                <a:off x="8473"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0" name="矩形 159"/>
              <p:cNvSpPr/>
              <p:nvPr/>
            </p:nvSpPr>
            <p:spPr>
              <a:xfrm>
                <a:off x="9475"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1" name="Rectangle 3"/>
              <p:cNvSpPr txBox="1">
                <a:spLocks noChangeArrowheads="1"/>
              </p:cNvSpPr>
              <p:nvPr/>
            </p:nvSpPr>
            <p:spPr bwMode="auto">
              <a:xfrm>
                <a:off x="8473" y="4519"/>
                <a:ext cx="1940"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grpSp>
        <p:grpSp>
          <p:nvGrpSpPr>
            <p:cNvPr id="103" name="组合 102"/>
            <p:cNvGrpSpPr/>
            <p:nvPr/>
          </p:nvGrpSpPr>
          <p:grpSpPr>
            <a:xfrm>
              <a:off x="623570" y="1334135"/>
              <a:ext cx="6184265" cy="692785"/>
              <a:chOff x="1090" y="2519"/>
              <a:chExt cx="9739" cy="1091"/>
            </a:xfrm>
          </p:grpSpPr>
          <p:sp>
            <p:nvSpPr>
              <p:cNvPr id="122" name="剪去单角的矩形 121"/>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矩形 122"/>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4" name="矩形 123"/>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25" name="矩形 124"/>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6" name="矩形 125"/>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7" name="矩形 126"/>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4" name="组合 103"/>
            <p:cNvGrpSpPr/>
            <p:nvPr/>
          </p:nvGrpSpPr>
          <p:grpSpPr>
            <a:xfrm>
              <a:off x="623570" y="5188585"/>
              <a:ext cx="6184265" cy="692150"/>
              <a:chOff x="1090" y="2519"/>
              <a:chExt cx="9739" cy="1090"/>
            </a:xfrm>
          </p:grpSpPr>
          <p:sp>
            <p:nvSpPr>
              <p:cNvPr id="116" name="剪去单角的矩形 115"/>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8" name="矩形 117"/>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19" name="矩形 118"/>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0" name="矩形 119"/>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1" name="矩形 120"/>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5" name="组合 104"/>
            <p:cNvGrpSpPr/>
            <p:nvPr/>
          </p:nvGrpSpPr>
          <p:grpSpPr>
            <a:xfrm>
              <a:off x="7006590" y="1334135"/>
              <a:ext cx="728345" cy="4547235"/>
              <a:chOff x="11211" y="2519"/>
              <a:chExt cx="1147" cy="7161"/>
            </a:xfrm>
          </p:grpSpPr>
          <p:sp>
            <p:nvSpPr>
              <p:cNvPr id="106" name="剪去单角的矩形 105"/>
              <p:cNvSpPr/>
              <p:nvPr/>
            </p:nvSpPr>
            <p:spPr>
              <a:xfrm>
                <a:off x="11211" y="2695"/>
                <a:ext cx="1147" cy="6985"/>
              </a:xfrm>
              <a:prstGeom prst="snip1Rect">
                <a:avLst>
                  <a:gd name="adj" fmla="val 4639"/>
                </a:avLst>
              </a:prstGeom>
              <a:solidFill>
                <a:srgbClr val="FFFFFF"/>
              </a:solidFill>
              <a:ln>
                <a:solidFill>
                  <a:srgbClr val="D8D8D8"/>
                </a:solidFill>
              </a:ln>
              <a:effectLst>
                <a:outerShdw blurRad="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1211"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08" name="矩形 107"/>
              <p:cNvSpPr/>
              <p:nvPr/>
            </p:nvSpPr>
            <p:spPr>
              <a:xfrm>
                <a:off x="11335" y="319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09" name="矩形 108"/>
              <p:cNvSpPr/>
              <p:nvPr/>
            </p:nvSpPr>
            <p:spPr>
              <a:xfrm>
                <a:off x="11335" y="404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0" name="矩形 109"/>
              <p:cNvSpPr/>
              <p:nvPr/>
            </p:nvSpPr>
            <p:spPr>
              <a:xfrm>
                <a:off x="11335" y="488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1" name="矩形 110"/>
              <p:cNvSpPr/>
              <p:nvPr/>
            </p:nvSpPr>
            <p:spPr>
              <a:xfrm>
                <a:off x="11335" y="657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2" name="矩形 111"/>
              <p:cNvSpPr/>
              <p:nvPr/>
            </p:nvSpPr>
            <p:spPr>
              <a:xfrm>
                <a:off x="11335" y="742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3" name="矩形 112"/>
              <p:cNvSpPr/>
              <p:nvPr/>
            </p:nvSpPr>
            <p:spPr>
              <a:xfrm>
                <a:off x="11335" y="573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4" name="矩形 113"/>
              <p:cNvSpPr/>
              <p:nvPr/>
            </p:nvSpPr>
            <p:spPr>
              <a:xfrm>
                <a:off x="11335" y="826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5" name="矩形 114"/>
              <p:cNvSpPr/>
              <p:nvPr/>
            </p:nvSpPr>
            <p:spPr>
              <a:xfrm>
                <a:off x="11335" y="911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sp>
        <p:nvSpPr>
          <p:cNvPr id="67" name="文本占位符 30"/>
          <p:cNvSpPr>
            <a:spLocks noGrp="1"/>
          </p:cNvSpPr>
          <p:nvPr>
            <p:ph type="body" sz="quarter" idx="15" hasCustomPrompt="1"/>
          </p:nvPr>
        </p:nvSpPr>
        <p:spPr>
          <a:xfrm>
            <a:off x="7903712" y="1959552"/>
            <a:ext cx="3628855" cy="4248548"/>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68" name="文本占位符 30"/>
          <p:cNvSpPr>
            <a:spLocks noGrp="1"/>
          </p:cNvSpPr>
          <p:nvPr>
            <p:ph type="body" sz="quarter" idx="16" hasCustomPrompt="1"/>
          </p:nvPr>
        </p:nvSpPr>
        <p:spPr>
          <a:xfrm>
            <a:off x="7903712" y="1545259"/>
            <a:ext cx="362885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7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架构图">
    <p:spTree>
      <p:nvGrpSpPr>
        <p:cNvPr id="1" name=""/>
        <p:cNvGrpSpPr/>
        <p:nvPr/>
      </p:nvGrpSpPr>
      <p:grpSpPr>
        <a:xfrm>
          <a:off x="0" y="0"/>
          <a:ext cx="0" cy="0"/>
          <a:chOff x="0" y="0"/>
          <a:chExt cx="0" cy="0"/>
        </a:xfrm>
      </p:grpSpPr>
      <p:grpSp>
        <p:nvGrpSpPr>
          <p:cNvPr id="3" name="组合 2"/>
          <p:cNvGrpSpPr/>
          <p:nvPr userDrawn="1"/>
        </p:nvGrpSpPr>
        <p:grpSpPr>
          <a:xfrm>
            <a:off x="776796" y="2608127"/>
            <a:ext cx="10670847" cy="3811445"/>
            <a:chOff x="776796" y="2608127"/>
            <a:chExt cx="10670847" cy="3811445"/>
          </a:xfrm>
        </p:grpSpPr>
        <p:sp>
          <p:nvSpPr>
            <p:cNvPr id="4" name="剪去单角的矩形 3"/>
            <p:cNvSpPr/>
            <p:nvPr/>
          </p:nvSpPr>
          <p:spPr>
            <a:xfrm>
              <a:off x="776796" y="2625908"/>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rot="5400000">
              <a:off x="708534" y="3318494"/>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6" name="组合 5"/>
            <p:cNvGrpSpPr/>
            <p:nvPr/>
          </p:nvGrpSpPr>
          <p:grpSpPr>
            <a:xfrm>
              <a:off x="1409891" y="2625908"/>
              <a:ext cx="3218180" cy="1668781"/>
              <a:chOff x="1230630" y="1313815"/>
              <a:chExt cx="3218180" cy="1668781"/>
            </a:xfrm>
          </p:grpSpPr>
          <p:sp>
            <p:nvSpPr>
              <p:cNvPr id="61" name="剪去单角的矩形 60"/>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 name="组合 61"/>
              <p:cNvGrpSpPr/>
              <p:nvPr/>
            </p:nvGrpSpPr>
            <p:grpSpPr>
              <a:xfrm>
                <a:off x="1396174" y="1622729"/>
                <a:ext cx="2830830" cy="1026795"/>
                <a:chOff x="2247" y="2121"/>
                <a:chExt cx="4458" cy="1617"/>
              </a:xfrm>
            </p:grpSpPr>
            <p:sp>
              <p:nvSpPr>
                <p:cNvPr id="63" name="矩形 62"/>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4" name="矩形 63"/>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5" name="矩形 64"/>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66" name="文本框 65"/>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67" name="矩形 66"/>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8" name="矩形 67"/>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9" name="矩形 68"/>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7" name="组合 6"/>
            <p:cNvGrpSpPr/>
            <p:nvPr/>
          </p:nvGrpSpPr>
          <p:grpSpPr>
            <a:xfrm>
              <a:off x="4828108" y="2619929"/>
              <a:ext cx="3218180" cy="1668781"/>
              <a:chOff x="1230630" y="1313815"/>
              <a:chExt cx="3218180" cy="1668781"/>
            </a:xfrm>
          </p:grpSpPr>
          <p:sp>
            <p:nvSpPr>
              <p:cNvPr id="52" name="剪去单角的矩形 51"/>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p:cNvGrpSpPr/>
              <p:nvPr/>
            </p:nvGrpSpPr>
            <p:grpSpPr>
              <a:xfrm>
                <a:off x="1396174" y="1622729"/>
                <a:ext cx="2830830" cy="1026795"/>
                <a:chOff x="2247" y="2121"/>
                <a:chExt cx="4458" cy="1617"/>
              </a:xfrm>
            </p:grpSpPr>
            <p:sp>
              <p:nvSpPr>
                <p:cNvPr id="54" name="矩形 53"/>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5" name="矩形 54"/>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6" name="矩形 55"/>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57" name="文本框 56"/>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58" name="矩形 57"/>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9" name="矩形 58"/>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0" name="矩形 59"/>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8" name="组合 7"/>
            <p:cNvGrpSpPr/>
            <p:nvPr/>
          </p:nvGrpSpPr>
          <p:grpSpPr>
            <a:xfrm>
              <a:off x="8229463" y="2608127"/>
              <a:ext cx="3218180" cy="1668781"/>
              <a:chOff x="1230630" y="1313815"/>
              <a:chExt cx="3218180" cy="1668781"/>
            </a:xfrm>
          </p:grpSpPr>
          <p:sp>
            <p:nvSpPr>
              <p:cNvPr id="43" name="剪去单角的矩形 42"/>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4" name="组合 43"/>
              <p:cNvGrpSpPr/>
              <p:nvPr/>
            </p:nvGrpSpPr>
            <p:grpSpPr>
              <a:xfrm>
                <a:off x="1396174" y="1622729"/>
                <a:ext cx="2830830" cy="1026795"/>
                <a:chOff x="2247" y="2121"/>
                <a:chExt cx="4458" cy="1617"/>
              </a:xfrm>
            </p:grpSpPr>
            <p:sp>
              <p:nvSpPr>
                <p:cNvPr id="45" name="矩形 44"/>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6" name="矩形 45"/>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7" name="矩形 46"/>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48" name="文本框 47"/>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9" name="矩形 48"/>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0" name="矩形 49"/>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1" name="矩形 50"/>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9" name="剪去单角的矩形 8"/>
            <p:cNvSpPr/>
            <p:nvPr/>
          </p:nvSpPr>
          <p:spPr>
            <a:xfrm>
              <a:off x="776796" y="4750791"/>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rot="5400000">
              <a:off x="708534" y="5443377"/>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12" name="组合 11"/>
            <p:cNvGrpSpPr/>
            <p:nvPr/>
          </p:nvGrpSpPr>
          <p:grpSpPr>
            <a:xfrm>
              <a:off x="1409891" y="4750791"/>
              <a:ext cx="3218180" cy="1668781"/>
              <a:chOff x="1230630" y="1313815"/>
              <a:chExt cx="3218180" cy="1668781"/>
            </a:xfrm>
          </p:grpSpPr>
          <p:sp>
            <p:nvSpPr>
              <p:cNvPr id="34" name="剪去单角的矩形 33"/>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5" name="组合 34"/>
              <p:cNvGrpSpPr/>
              <p:nvPr/>
            </p:nvGrpSpPr>
            <p:grpSpPr>
              <a:xfrm>
                <a:off x="1396174" y="1622729"/>
                <a:ext cx="2830830" cy="1026795"/>
                <a:chOff x="2247" y="2121"/>
                <a:chExt cx="4458" cy="1617"/>
              </a:xfrm>
            </p:grpSpPr>
            <p:sp>
              <p:nvSpPr>
                <p:cNvPr id="36" name="矩形 35"/>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7" name="矩形 36"/>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8" name="矩形 37"/>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9" name="文本框 38"/>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0" name="矩形 39"/>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1" name="矩形 40"/>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2" name="矩形 41"/>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3" name="组合 12"/>
            <p:cNvGrpSpPr/>
            <p:nvPr/>
          </p:nvGrpSpPr>
          <p:grpSpPr>
            <a:xfrm>
              <a:off x="4828108" y="4744812"/>
              <a:ext cx="3218180" cy="1668781"/>
              <a:chOff x="1230630" y="1313815"/>
              <a:chExt cx="3218180" cy="1668781"/>
            </a:xfrm>
          </p:grpSpPr>
          <p:sp>
            <p:nvSpPr>
              <p:cNvPr id="25" name="剪去单角的矩形 24"/>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p:cNvGrpSpPr/>
              <p:nvPr/>
            </p:nvGrpSpPr>
            <p:grpSpPr>
              <a:xfrm>
                <a:off x="1396174" y="1622729"/>
                <a:ext cx="2830830" cy="1026795"/>
                <a:chOff x="2247" y="2121"/>
                <a:chExt cx="4458" cy="1617"/>
              </a:xfrm>
            </p:grpSpPr>
            <p:sp>
              <p:nvSpPr>
                <p:cNvPr id="27" name="矩形 26"/>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8" name="矩形 27"/>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9" name="矩形 28"/>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0" name="文本框 29"/>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31" name="矩形 30"/>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2" name="矩形 31"/>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3" name="矩形 32"/>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4" name="组合 13"/>
            <p:cNvGrpSpPr/>
            <p:nvPr/>
          </p:nvGrpSpPr>
          <p:grpSpPr>
            <a:xfrm>
              <a:off x="8229463" y="4733010"/>
              <a:ext cx="3218180" cy="1668781"/>
              <a:chOff x="1230630" y="1313815"/>
              <a:chExt cx="3218180" cy="1668781"/>
            </a:xfrm>
          </p:grpSpPr>
          <p:sp>
            <p:nvSpPr>
              <p:cNvPr id="16" name="剪去单角的矩形 15"/>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p:cNvGrpSpPr/>
              <p:nvPr/>
            </p:nvGrpSpPr>
            <p:grpSpPr>
              <a:xfrm>
                <a:off x="1396174" y="1622729"/>
                <a:ext cx="2830830" cy="1026795"/>
                <a:chOff x="2247" y="2121"/>
                <a:chExt cx="4458" cy="1617"/>
              </a:xfrm>
            </p:grpSpPr>
            <p:sp>
              <p:nvSpPr>
                <p:cNvPr id="18" name="矩形 17"/>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19" name="矩形 18"/>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0" name="矩形 19"/>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21" name="文本框 20"/>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22" name="矩形 21"/>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3" name="矩形 22"/>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4" name="矩形 23"/>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15" name="箭头: 上 4"/>
            <p:cNvSpPr/>
            <p:nvPr/>
          </p:nvSpPr>
          <p:spPr>
            <a:xfrm>
              <a:off x="6306514" y="4402643"/>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383736"/>
                </a:solidFill>
                <a:latin typeface="思源黑体 CN Normal" panose="020B0400000000000000" pitchFamily="34" charset="-128"/>
                <a:ea typeface="思源黑体 CN Normal" panose="020B0400000000000000" pitchFamily="34" charset="-128"/>
              </a:endParaRPr>
            </a:p>
          </p:txBody>
        </p:sp>
      </p:grpSp>
      <p:sp>
        <p:nvSpPr>
          <p:cNvPr id="72"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柱状图-2">
    <p:spTree>
      <p:nvGrpSpPr>
        <p:cNvPr id="1" name=""/>
        <p:cNvGrpSpPr/>
        <p:nvPr/>
      </p:nvGrpSpPr>
      <p:grpSpPr>
        <a:xfrm>
          <a:off x="0" y="0"/>
          <a:ext cx="0" cy="0"/>
          <a:chOff x="0" y="0"/>
          <a:chExt cx="0" cy="0"/>
        </a:xfrm>
      </p:grpSpPr>
      <p:graphicFrame>
        <p:nvGraphicFramePr>
          <p:cNvPr id="4" name="图表 3"/>
          <p:cNvGraphicFramePr/>
          <p:nvPr userDrawn="1"/>
        </p:nvGraphicFramePr>
        <p:xfrm>
          <a:off x="479805" y="2405269"/>
          <a:ext cx="5446643" cy="3796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p:nvPr userDrawn="1"/>
        </p:nvGraphicFramePr>
        <p:xfrm>
          <a:off x="6265554" y="2405269"/>
          <a:ext cx="5446643" cy="3796637"/>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柱状图-3">
    <p:spTree>
      <p:nvGrpSpPr>
        <p:cNvPr id="1" name=""/>
        <p:cNvGrpSpPr/>
        <p:nvPr/>
      </p:nvGrpSpPr>
      <p:grpSpPr>
        <a:xfrm>
          <a:off x="0" y="0"/>
          <a:ext cx="0" cy="0"/>
          <a:chOff x="0" y="0"/>
          <a:chExt cx="0" cy="0"/>
        </a:xfrm>
      </p:grpSpPr>
      <p:graphicFrame>
        <p:nvGraphicFramePr>
          <p:cNvPr id="5" name="Chart 5"/>
          <p:cNvGraphicFramePr/>
          <p:nvPr userDrawn="1"/>
        </p:nvGraphicFramePr>
        <p:xfrm>
          <a:off x="512872" y="2698327"/>
          <a:ext cx="3097120" cy="20652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15"/>
          <p:cNvGraphicFramePr/>
          <p:nvPr userDrawn="1"/>
        </p:nvGraphicFramePr>
        <p:xfrm>
          <a:off x="4376932" y="2698327"/>
          <a:ext cx="3097120" cy="20652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6"/>
          <p:cNvGraphicFramePr/>
          <p:nvPr userDrawn="1"/>
        </p:nvGraphicFramePr>
        <p:xfrm>
          <a:off x="8390686" y="2675467"/>
          <a:ext cx="3097120" cy="2065285"/>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işliḍê"/>
          <p:cNvGrpSpPr/>
          <p:nvPr userDrawn="1"/>
        </p:nvGrpSpPr>
        <p:grpSpPr>
          <a:xfrm>
            <a:off x="431114" y="4763612"/>
            <a:ext cx="3562348" cy="1357834"/>
            <a:chOff x="615059" y="4668235"/>
            <a:chExt cx="2898020" cy="1357834"/>
          </a:xfrm>
        </p:grpSpPr>
        <p:sp>
          <p:nvSpPr>
            <p:cNvPr id="10"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2"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3" name="işliḍê"/>
          <p:cNvGrpSpPr/>
          <p:nvPr userDrawn="1"/>
        </p:nvGrpSpPr>
        <p:grpSpPr>
          <a:xfrm>
            <a:off x="4144318" y="4763612"/>
            <a:ext cx="3562348" cy="1357834"/>
            <a:chOff x="615059" y="4668235"/>
            <a:chExt cx="2898020" cy="1357834"/>
          </a:xfrm>
        </p:grpSpPr>
        <p:sp>
          <p:nvSpPr>
            <p:cNvPr id="14"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5"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6" name="işliḍê"/>
          <p:cNvGrpSpPr/>
          <p:nvPr userDrawn="1"/>
        </p:nvGrpSpPr>
        <p:grpSpPr>
          <a:xfrm>
            <a:off x="8240992" y="4740752"/>
            <a:ext cx="3562348" cy="1357834"/>
            <a:chOff x="615059" y="4668235"/>
            <a:chExt cx="2898020" cy="1357834"/>
          </a:xfrm>
        </p:grpSpPr>
        <p:sp>
          <p:nvSpPr>
            <p:cNvPr id="17"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8"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折线图-1">
    <p:spTree>
      <p:nvGrpSpPr>
        <p:cNvPr id="1" name=""/>
        <p:cNvGrpSpPr/>
        <p:nvPr/>
      </p:nvGrpSpPr>
      <p:grpSpPr>
        <a:xfrm>
          <a:off x="0" y="0"/>
          <a:ext cx="0" cy="0"/>
          <a:chOff x="0" y="0"/>
          <a:chExt cx="0" cy="0"/>
        </a:xfrm>
      </p:grpSpPr>
      <p:graphicFrame>
        <p:nvGraphicFramePr>
          <p:cNvPr id="19" name="图表 18"/>
          <p:cNvGraphicFramePr/>
          <p:nvPr userDrawn="1"/>
        </p:nvGraphicFramePr>
        <p:xfrm>
          <a:off x="730452" y="1972933"/>
          <a:ext cx="6045845" cy="4030563"/>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30"/>
          <p:cNvSpPr>
            <a:spLocks noGrp="1"/>
          </p:cNvSpPr>
          <p:nvPr>
            <p:ph type="body" sz="quarter" idx="15" hasCustomPrompt="1"/>
          </p:nvPr>
        </p:nvSpPr>
        <p:spPr>
          <a:xfrm>
            <a:off x="7489678" y="2307343"/>
            <a:ext cx="3960333" cy="3666489"/>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8" name="文本占位符 30"/>
          <p:cNvSpPr>
            <a:spLocks noGrp="1"/>
          </p:cNvSpPr>
          <p:nvPr>
            <p:ph type="body" sz="quarter" idx="16" hasCustomPrompt="1"/>
          </p:nvPr>
        </p:nvSpPr>
        <p:spPr>
          <a:xfrm>
            <a:off x="7489678" y="1893050"/>
            <a:ext cx="396033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折线图-2">
    <p:spTree>
      <p:nvGrpSpPr>
        <p:cNvPr id="1" name=""/>
        <p:cNvGrpSpPr/>
        <p:nvPr/>
      </p:nvGrpSpPr>
      <p:grpSpPr>
        <a:xfrm>
          <a:off x="0" y="0"/>
          <a:ext cx="0" cy="0"/>
          <a:chOff x="0" y="0"/>
          <a:chExt cx="0" cy="0"/>
        </a:xfrm>
      </p:grpSpPr>
      <p:graphicFrame>
        <p:nvGraphicFramePr>
          <p:cNvPr id="3" name="图表 2"/>
          <p:cNvGraphicFramePr/>
          <p:nvPr userDrawn="1"/>
        </p:nvGraphicFramePr>
        <p:xfrm>
          <a:off x="730453" y="2743200"/>
          <a:ext cx="5141904" cy="3427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338773" y="2758440"/>
          <a:ext cx="5141904" cy="3427936"/>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组合图-2">
    <p:spTree>
      <p:nvGrpSpPr>
        <p:cNvPr id="1" name=""/>
        <p:cNvGrpSpPr/>
        <p:nvPr/>
      </p:nvGrpSpPr>
      <p:grpSpPr>
        <a:xfrm>
          <a:off x="0" y="0"/>
          <a:ext cx="0" cy="0"/>
          <a:chOff x="0" y="0"/>
          <a:chExt cx="0" cy="0"/>
        </a:xfrm>
      </p:grpSpPr>
      <p:graphicFrame>
        <p:nvGraphicFramePr>
          <p:cNvPr id="3" name="图表 2"/>
          <p:cNvGraphicFramePr/>
          <p:nvPr userDrawn="1"/>
        </p:nvGraphicFramePr>
        <p:xfrm>
          <a:off x="741989" y="2637496"/>
          <a:ext cx="5187757" cy="34585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262256" y="2637495"/>
          <a:ext cx="5187757" cy="3458505"/>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封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182" y="670966"/>
            <a:ext cx="12430364" cy="7724217"/>
          </a:xfrm>
          <a:prstGeom prst="rect">
            <a:avLst/>
          </a:prstGeom>
        </p:spPr>
      </p:pic>
      <p:sp>
        <p:nvSpPr>
          <p:cNvPr id="17" name="Freeform 43"/>
          <p:cNvSpPr>
            <a:spLocks noEditPoints="1"/>
          </p:cNvSpPr>
          <p:nvPr userDrawn="1"/>
        </p:nvSpPr>
        <p:spPr bwMode="auto">
          <a:xfrm flipH="1">
            <a:off x="10499725" y="4999038"/>
            <a:ext cx="173038" cy="174625"/>
          </a:xfrm>
          <a:custGeom>
            <a:avLst/>
            <a:gdLst>
              <a:gd name="T0" fmla="*/ 54 w 109"/>
              <a:gd name="T1" fmla="*/ 106 h 110"/>
              <a:gd name="T2" fmla="*/ 4 w 109"/>
              <a:gd name="T3" fmla="*/ 55 h 110"/>
              <a:gd name="T4" fmla="*/ 54 w 109"/>
              <a:gd name="T5" fmla="*/ 4 h 110"/>
              <a:gd name="T6" fmla="*/ 105 w 109"/>
              <a:gd name="T7" fmla="*/ 55 h 110"/>
              <a:gd name="T8" fmla="*/ 54 w 109"/>
              <a:gd name="T9" fmla="*/ 106 h 110"/>
              <a:gd name="T10" fmla="*/ 54 w 109"/>
              <a:gd name="T11" fmla="*/ 0 h 110"/>
              <a:gd name="T12" fmla="*/ 0 w 109"/>
              <a:gd name="T13" fmla="*/ 55 h 110"/>
              <a:gd name="T14" fmla="*/ 54 w 109"/>
              <a:gd name="T15" fmla="*/ 110 h 110"/>
              <a:gd name="T16" fmla="*/ 109 w 109"/>
              <a:gd name="T17" fmla="*/ 55 h 110"/>
              <a:gd name="T18" fmla="*/ 54 w 109"/>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10">
                <a:moveTo>
                  <a:pt x="54" y="106"/>
                </a:moveTo>
                <a:cubicBezTo>
                  <a:pt x="26" y="106"/>
                  <a:pt x="4" y="83"/>
                  <a:pt x="4" y="55"/>
                </a:cubicBezTo>
                <a:cubicBezTo>
                  <a:pt x="4" y="27"/>
                  <a:pt x="26" y="4"/>
                  <a:pt x="54" y="4"/>
                </a:cubicBezTo>
                <a:cubicBezTo>
                  <a:pt x="82" y="4"/>
                  <a:pt x="105" y="27"/>
                  <a:pt x="105" y="55"/>
                </a:cubicBezTo>
                <a:cubicBezTo>
                  <a:pt x="105" y="83"/>
                  <a:pt x="82" y="106"/>
                  <a:pt x="54" y="106"/>
                </a:cubicBezTo>
                <a:moveTo>
                  <a:pt x="54" y="0"/>
                </a:moveTo>
                <a:cubicBezTo>
                  <a:pt x="24" y="0"/>
                  <a:pt x="0" y="25"/>
                  <a:pt x="0" y="55"/>
                </a:cubicBezTo>
                <a:cubicBezTo>
                  <a:pt x="0" y="85"/>
                  <a:pt x="24" y="110"/>
                  <a:pt x="54" y="110"/>
                </a:cubicBezTo>
                <a:cubicBezTo>
                  <a:pt x="84" y="110"/>
                  <a:pt x="109" y="85"/>
                  <a:pt x="109" y="55"/>
                </a:cubicBezTo>
                <a:cubicBezTo>
                  <a:pt x="109" y="25"/>
                  <a:pt x="84" y="0"/>
                  <a:pt x="54" y="0"/>
                </a:cubicBezTo>
              </a:path>
            </a:pathLst>
          </a:custGeom>
          <a:solidFill>
            <a:srgbClr val="F1F0F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29" name="图片 28" descr="logo"/>
          <p:cNvPicPr>
            <a:picLocks noChangeAspect="1"/>
          </p:cNvPicPr>
          <p:nvPr userDrawn="1"/>
        </p:nvPicPr>
        <p:blipFill>
          <a:blip r:embed="rId3"/>
          <a:stretch>
            <a:fillRect/>
          </a:stretch>
        </p:blipFill>
        <p:spPr>
          <a:xfrm>
            <a:off x="4186239" y="2744207"/>
            <a:ext cx="3949699" cy="1209008"/>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2026/2/27</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1_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241" y="-359049"/>
            <a:ext cx="12426393" cy="7721750"/>
          </a:xfrm>
          <a:prstGeom prst="rect">
            <a:avLst/>
          </a:prstGeom>
        </p:spPr>
      </p:pic>
      <p:pic>
        <p:nvPicPr>
          <p:cNvPr id="39" name="图片 38"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9"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
        <p:nvSpPr>
          <p:cNvPr id="18" name="文本占位符 30"/>
          <p:cNvSpPr>
            <a:spLocks noGrp="1"/>
          </p:cNvSpPr>
          <p:nvPr>
            <p:ph type="body" sz="quarter" idx="17" hasCustomPrompt="1"/>
          </p:nvPr>
        </p:nvSpPr>
        <p:spPr>
          <a:xfrm>
            <a:off x="3503042" y="3188690"/>
            <a:ext cx="5419184" cy="5318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2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Tree>
  </p:cSld>
  <p:clrMapOvr>
    <a:overrideClrMapping bg1="lt1" tx1="dk1" bg2="lt2" tx2="dk2" accent1="accent1" accent2="accent2" accent3="accent3" accent4="accent4" accent5="accent5" accent6="accent6" hlink="hlink" folHlink="folHlink"/>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logo+标题">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logo-无标题">
    <p:spTree>
      <p:nvGrpSpPr>
        <p:cNvPr id="1" name=""/>
        <p:cNvGrpSpPr/>
        <p:nvPr/>
      </p:nvGrpSpPr>
      <p:grpSpPr>
        <a:xfrm>
          <a:off x="0" y="0"/>
          <a:ext cx="0" cy="0"/>
          <a:chOff x="0" y="0"/>
          <a:chExt cx="0" cy="0"/>
        </a:xfrm>
      </p:grpSpPr>
      <p:pic>
        <p:nvPicPr>
          <p:cNvPr id="13" name="图片 12" descr="logo"/>
          <p:cNvPicPr>
            <a:picLocks noChangeAspect="1"/>
          </p:cNvPicPr>
          <p:nvPr userDrawn="1"/>
        </p:nvPicPr>
        <p:blipFill>
          <a:blip r:embed="rId2"/>
          <a:stretch>
            <a:fillRect/>
          </a:stretch>
        </p:blipFill>
        <p:spPr>
          <a:xfrm>
            <a:off x="9628603" y="418510"/>
            <a:ext cx="1989632" cy="60902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目录-3">
    <p:spTree>
      <p:nvGrpSpPr>
        <p:cNvPr id="1" name=""/>
        <p:cNvGrpSpPr/>
        <p:nvPr/>
      </p:nvGrpSpPr>
      <p:grpSpPr>
        <a:xfrm>
          <a:off x="0" y="0"/>
          <a:ext cx="0" cy="0"/>
          <a:chOff x="0" y="0"/>
          <a:chExt cx="0" cy="0"/>
        </a:xfrm>
      </p:grpSpPr>
      <p:cxnSp>
        <p:nvCxnSpPr>
          <p:cNvPr id="24"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logo"/>
          <p:cNvPicPr>
            <a:picLocks noChangeAspect="1"/>
          </p:cNvPicPr>
          <p:nvPr userDrawn="1"/>
        </p:nvPicPr>
        <p:blipFill>
          <a:blip r:embed="rId2"/>
          <a:stretch>
            <a:fillRect/>
          </a:stretch>
        </p:blipFill>
        <p:spPr>
          <a:xfrm>
            <a:off x="9628603" y="418510"/>
            <a:ext cx="1989632" cy="609029"/>
          </a:xfrm>
          <a:prstGeom prst="rect">
            <a:avLst/>
          </a:prstGeom>
        </p:spPr>
      </p:pic>
      <p:sp>
        <p:nvSpPr>
          <p:cNvPr id="19" name="标题 1"/>
          <p:cNvSpPr>
            <a:spLocks noGrp="1"/>
          </p:cNvSpPr>
          <p:nvPr>
            <p:ph type="title" hasCustomPrompt="1"/>
          </p:nvPr>
        </p:nvSpPr>
        <p:spPr>
          <a:xfrm>
            <a:off x="6274805" y="1845063"/>
            <a:ext cx="4009526" cy="368433"/>
          </a:xfrm>
        </p:spPr>
        <p:txBody>
          <a:bodyPr/>
          <a:lstStyle>
            <a:lvl1pPr>
              <a:defRPr sz="2200" b="1"/>
            </a:lvl1pPr>
          </a:lstStyle>
          <a:p>
            <a:r>
              <a:rPr kumimoji="1" lang="zh-CN" altLang="en-US" dirty="0"/>
              <a:t>标题名称</a:t>
            </a:r>
          </a:p>
        </p:txBody>
      </p:sp>
      <p:sp>
        <p:nvSpPr>
          <p:cNvPr id="31" name="文本占位符 30"/>
          <p:cNvSpPr>
            <a:spLocks noGrp="1"/>
          </p:cNvSpPr>
          <p:nvPr>
            <p:ph type="body" sz="quarter" idx="10" hasCustomPrompt="1"/>
          </p:nvPr>
        </p:nvSpPr>
        <p:spPr>
          <a:xfrm>
            <a:off x="6275388" y="22983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274805" y="35658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275388" y="3070958"/>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274805" y="481436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275388" y="4334183"/>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5" name="iṣ1idé"/>
          <p:cNvSpPr/>
          <p:nvPr userDrawn="1"/>
        </p:nvSpPr>
        <p:spPr bwMode="auto">
          <a:xfrm>
            <a:off x="5274386" y="190991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6" name="ïṣlídé"/>
          <p:cNvSpPr/>
          <p:nvPr userDrawn="1"/>
        </p:nvSpPr>
        <p:spPr bwMode="auto">
          <a:xfrm>
            <a:off x="5292622" y="3122048"/>
            <a:ext cx="814372" cy="814373"/>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7" name="ïṥlíḋe"/>
          <p:cNvSpPr/>
          <p:nvPr userDrawn="1"/>
        </p:nvSpPr>
        <p:spPr bwMode="auto">
          <a:xfrm>
            <a:off x="5292622" y="433418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文本占位符 30"/>
          <p:cNvSpPr>
            <a:spLocks noGrp="1"/>
          </p:cNvSpPr>
          <p:nvPr>
            <p:ph type="body" sz="quarter" idx="18" hasCustomPrompt="1"/>
          </p:nvPr>
        </p:nvSpPr>
        <p:spPr>
          <a:xfrm>
            <a:off x="5519738" y="2151918"/>
            <a:ext cx="323668" cy="3227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0" name="文本占位符 30"/>
          <p:cNvSpPr>
            <a:spLocks noGrp="1"/>
          </p:cNvSpPr>
          <p:nvPr>
            <p:ph type="body" sz="quarter" idx="19" hasCustomPrompt="1"/>
          </p:nvPr>
        </p:nvSpPr>
        <p:spPr>
          <a:xfrm>
            <a:off x="5537974" y="3373201"/>
            <a:ext cx="323668" cy="322764"/>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1" name="文本占位符 30"/>
          <p:cNvSpPr>
            <a:spLocks noGrp="1"/>
          </p:cNvSpPr>
          <p:nvPr>
            <p:ph type="body" sz="quarter" idx="20" hasCustomPrompt="1"/>
          </p:nvPr>
        </p:nvSpPr>
        <p:spPr>
          <a:xfrm>
            <a:off x="5537974" y="4582582"/>
            <a:ext cx="323668" cy="32832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目录-4">
    <p:spTree>
      <p:nvGrpSpPr>
        <p:cNvPr id="1" name=""/>
        <p:cNvGrpSpPr/>
        <p:nvPr/>
      </p:nvGrpSpPr>
      <p:grpSpPr>
        <a:xfrm>
          <a:off x="0" y="0"/>
          <a:ext cx="0" cy="0"/>
          <a:chOff x="0" y="0"/>
          <a:chExt cx="0" cy="0"/>
        </a:xfrm>
      </p:grpSpPr>
      <p:pic>
        <p:nvPicPr>
          <p:cNvPr id="27" name="图片 26" descr="logo"/>
          <p:cNvPicPr>
            <a:picLocks noChangeAspect="1"/>
          </p:cNvPicPr>
          <p:nvPr userDrawn="1"/>
        </p:nvPicPr>
        <p:blipFill>
          <a:blip r:embed="rId2"/>
          <a:stretch>
            <a:fillRect/>
          </a:stretch>
        </p:blipFill>
        <p:spPr>
          <a:xfrm>
            <a:off x="9628603" y="418510"/>
            <a:ext cx="1989632" cy="609029"/>
          </a:xfrm>
          <a:prstGeom prst="rect">
            <a:avLst/>
          </a:prstGeom>
        </p:spPr>
      </p:pic>
      <p:cxnSp>
        <p:nvCxnSpPr>
          <p:cNvPr id="21"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标题 1"/>
          <p:cNvSpPr>
            <a:spLocks noGrp="1"/>
          </p:cNvSpPr>
          <p:nvPr>
            <p:ph type="title" hasCustomPrompt="1"/>
          </p:nvPr>
        </p:nvSpPr>
        <p:spPr>
          <a:xfrm>
            <a:off x="6300316" y="1340768"/>
            <a:ext cx="4009526" cy="368433"/>
          </a:xfrm>
        </p:spPr>
        <p:txBody>
          <a:bodyPr/>
          <a:lstStyle>
            <a:lvl1pPr>
              <a:defRPr sz="2200" b="1"/>
            </a:lvl1pPr>
          </a:lstStyle>
          <a:p>
            <a:r>
              <a:rPr kumimoji="1" lang="zh-CN" altLang="en-US" dirty="0"/>
              <a:t>标题名称</a:t>
            </a:r>
          </a:p>
        </p:txBody>
      </p:sp>
      <p:sp>
        <p:nvSpPr>
          <p:cNvPr id="32" name="文本占位符 30"/>
          <p:cNvSpPr>
            <a:spLocks noGrp="1"/>
          </p:cNvSpPr>
          <p:nvPr>
            <p:ph type="body" sz="quarter" idx="10" hasCustomPrompt="1"/>
          </p:nvPr>
        </p:nvSpPr>
        <p:spPr>
          <a:xfrm>
            <a:off x="6300899" y="179403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300316" y="302159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300899" y="2526726"/>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300316" y="4212497"/>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300899" y="3732319"/>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5" hasCustomPrompt="1"/>
          </p:nvPr>
        </p:nvSpPr>
        <p:spPr>
          <a:xfrm>
            <a:off x="6300316" y="540483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8" name="文本占位符 30"/>
          <p:cNvSpPr>
            <a:spLocks noGrp="1"/>
          </p:cNvSpPr>
          <p:nvPr>
            <p:ph type="body" sz="quarter" idx="16" hasCustomPrompt="1"/>
          </p:nvPr>
        </p:nvSpPr>
        <p:spPr>
          <a:xfrm>
            <a:off x="6300899" y="4924656"/>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9"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8" name="iṣ1idé"/>
          <p:cNvSpPr/>
          <p:nvPr userDrawn="1"/>
        </p:nvSpPr>
        <p:spPr bwMode="auto">
          <a:xfrm>
            <a:off x="5249672" y="134076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9" name="îslïdè"/>
          <p:cNvSpPr/>
          <p:nvPr userDrawn="1"/>
        </p:nvSpPr>
        <p:spPr bwMode="auto">
          <a:xfrm>
            <a:off x="5249672" y="4924656"/>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0" name="ïṣlídé"/>
          <p:cNvSpPr/>
          <p:nvPr userDrawn="1"/>
        </p:nvSpPr>
        <p:spPr bwMode="auto">
          <a:xfrm>
            <a:off x="5267908" y="2552903"/>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2" name="ïṥlíḋe"/>
          <p:cNvSpPr/>
          <p:nvPr userDrawn="1"/>
        </p:nvSpPr>
        <p:spPr bwMode="auto">
          <a:xfrm>
            <a:off x="5267908" y="376503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23" name="文本占位符 30"/>
          <p:cNvSpPr>
            <a:spLocks noGrp="1"/>
          </p:cNvSpPr>
          <p:nvPr>
            <p:ph type="body" sz="quarter" idx="18" hasCustomPrompt="1"/>
          </p:nvPr>
        </p:nvSpPr>
        <p:spPr>
          <a:xfrm>
            <a:off x="5495242" y="1604531"/>
            <a:ext cx="323668" cy="29984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4" name="文本占位符 30"/>
          <p:cNvSpPr>
            <a:spLocks noGrp="1"/>
          </p:cNvSpPr>
          <p:nvPr>
            <p:ph type="body" sz="quarter" idx="19" hasCustomPrompt="1"/>
          </p:nvPr>
        </p:nvSpPr>
        <p:spPr>
          <a:xfrm>
            <a:off x="5517913" y="2834539"/>
            <a:ext cx="323668" cy="33941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5" name="文本占位符 30"/>
          <p:cNvSpPr>
            <a:spLocks noGrp="1"/>
          </p:cNvSpPr>
          <p:nvPr>
            <p:ph type="body" sz="quarter" idx="20" hasCustomPrompt="1"/>
          </p:nvPr>
        </p:nvSpPr>
        <p:spPr>
          <a:xfrm>
            <a:off x="5509097" y="4017522"/>
            <a:ext cx="323668" cy="32776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
        <p:nvSpPr>
          <p:cNvPr id="28" name="文本占位符 30"/>
          <p:cNvSpPr>
            <a:spLocks noGrp="1"/>
          </p:cNvSpPr>
          <p:nvPr>
            <p:ph type="body" sz="quarter" idx="21" hasCustomPrompt="1"/>
          </p:nvPr>
        </p:nvSpPr>
        <p:spPr>
          <a:xfrm>
            <a:off x="5496823" y="5192581"/>
            <a:ext cx="323668" cy="32465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版式-3">
    <p:bg>
      <p:bgPr>
        <a:solidFill>
          <a:schemeClr val="bg1"/>
        </a:solidFill>
        <a:effectLst/>
      </p:bgPr>
    </p:bg>
    <p:spTree>
      <p:nvGrpSpPr>
        <p:cNvPr id="1" name=""/>
        <p:cNvGrpSpPr/>
        <p:nvPr/>
      </p:nvGrpSpPr>
      <p:grpSpPr>
        <a:xfrm>
          <a:off x="0" y="0"/>
          <a:ext cx="0" cy="0"/>
          <a:chOff x="0" y="0"/>
          <a:chExt cx="0" cy="0"/>
        </a:xfrm>
      </p:grpSpPr>
      <p:cxnSp>
        <p:nvCxnSpPr>
          <p:cNvPr id="6" name="直接连接符 20"/>
          <p:cNvCxnSpPr/>
          <p:nvPr/>
        </p:nvCxnSpPr>
        <p:spPr>
          <a:xfrm>
            <a:off x="7155815" y="218884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0" name="直接连接符 6"/>
          <p:cNvCxnSpPr/>
          <p:nvPr/>
        </p:nvCxnSpPr>
        <p:spPr>
          <a:xfrm>
            <a:off x="7155815" y="373062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4" name="直接连接符 16"/>
          <p:cNvCxnSpPr/>
          <p:nvPr/>
        </p:nvCxnSpPr>
        <p:spPr>
          <a:xfrm>
            <a:off x="7155815" y="527240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sp>
        <p:nvSpPr>
          <p:cNvPr id="16" name="文本占位符 30"/>
          <p:cNvSpPr>
            <a:spLocks noGrp="1"/>
          </p:cNvSpPr>
          <p:nvPr>
            <p:ph type="body" sz="quarter" idx="15" hasCustomPrompt="1"/>
          </p:nvPr>
        </p:nvSpPr>
        <p:spPr>
          <a:xfrm>
            <a:off x="7649210" y="1974006"/>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7" name="文本占位符 30"/>
          <p:cNvSpPr>
            <a:spLocks noGrp="1"/>
          </p:cNvSpPr>
          <p:nvPr>
            <p:ph type="body" sz="quarter" idx="16" hasCustomPrompt="1"/>
          </p:nvPr>
        </p:nvSpPr>
        <p:spPr>
          <a:xfrm>
            <a:off x="7649210" y="3479700"/>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7" hasCustomPrompt="1"/>
          </p:nvPr>
        </p:nvSpPr>
        <p:spPr>
          <a:xfrm>
            <a:off x="7649210" y="4985394"/>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7087" y="2054216"/>
            <a:ext cx="5952468" cy="3968311"/>
          </a:xfrm>
          <a:prstGeom prst="rect">
            <a:avLst/>
          </a:prstGeom>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6版式-3">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rgbClr val="D9D9D9"/>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201097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5821637" y="3287183"/>
            <a:ext cx="548728" cy="548732"/>
          </a:xfrm>
          <a:prstGeom prst="ellipse">
            <a:avLst/>
          </a:prstGeom>
          <a:solidFill>
            <a:srgbClr val="828D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9610482" y="3287183"/>
            <a:ext cx="548728" cy="548732"/>
          </a:xfrm>
          <a:prstGeom prst="ellipse">
            <a:avLst/>
          </a:prstGeom>
          <a:solidFill>
            <a:srgbClr val="3396F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404140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812877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4" name="文本占位符 30"/>
          <p:cNvSpPr>
            <a:spLocks noGrp="1"/>
          </p:cNvSpPr>
          <p:nvPr>
            <p:ph type="body" sz="quarter" idx="16" hasCustomPrompt="1"/>
          </p:nvPr>
        </p:nvSpPr>
        <p:spPr>
          <a:xfrm>
            <a:off x="763255"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5" name="文本占位符 30"/>
          <p:cNvSpPr>
            <a:spLocks noGrp="1"/>
          </p:cNvSpPr>
          <p:nvPr>
            <p:ph type="body" sz="quarter" idx="18" hasCustomPrompt="1"/>
          </p:nvPr>
        </p:nvSpPr>
        <p:spPr>
          <a:xfrm>
            <a:off x="1187962"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6" name="文本占位符 30"/>
          <p:cNvSpPr>
            <a:spLocks noGrp="1"/>
          </p:cNvSpPr>
          <p:nvPr>
            <p:ph type="body" sz="quarter" idx="19" hasCustomPrompt="1"/>
          </p:nvPr>
        </p:nvSpPr>
        <p:spPr>
          <a:xfrm>
            <a:off x="4636769"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7" name="文本占位符 30"/>
          <p:cNvSpPr>
            <a:spLocks noGrp="1"/>
          </p:cNvSpPr>
          <p:nvPr>
            <p:ph type="body" sz="quarter" idx="20" hasCustomPrompt="1"/>
          </p:nvPr>
        </p:nvSpPr>
        <p:spPr>
          <a:xfrm>
            <a:off x="5061476"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8" name="文本占位符 30"/>
          <p:cNvSpPr>
            <a:spLocks noGrp="1"/>
          </p:cNvSpPr>
          <p:nvPr>
            <p:ph type="body" sz="quarter" idx="21" hasCustomPrompt="1"/>
          </p:nvPr>
        </p:nvSpPr>
        <p:spPr>
          <a:xfrm>
            <a:off x="8495953"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9" name="文本占位符 30"/>
          <p:cNvSpPr>
            <a:spLocks noGrp="1"/>
          </p:cNvSpPr>
          <p:nvPr>
            <p:ph type="body" sz="quarter" idx="22" hasCustomPrompt="1"/>
          </p:nvPr>
        </p:nvSpPr>
        <p:spPr>
          <a:xfrm>
            <a:off x="8920660"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1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6版式-4">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175378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4529902" y="3286208"/>
            <a:ext cx="548728" cy="548732"/>
          </a:xfrm>
          <a:prstGeom prst="ellipse">
            <a:avLst/>
          </a:prstGeom>
          <a:solidFill>
            <a:srgbClr val="008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10005709" y="3287183"/>
            <a:ext cx="548728" cy="548732"/>
          </a:xfrm>
          <a:prstGeom prst="ellipse">
            <a:avLst/>
          </a:prstGeom>
          <a:solidFill>
            <a:srgbClr val="4FB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3428916"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617961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1" name="îṩḻïḓè"/>
          <p:cNvSpPr/>
          <p:nvPr userDrawn="1"/>
        </p:nvSpPr>
        <p:spPr>
          <a:xfrm>
            <a:off x="7278619" y="3286208"/>
            <a:ext cx="548728" cy="548732"/>
          </a:xfrm>
          <a:prstGeom prst="ellipse">
            <a:avLst/>
          </a:prstGeom>
          <a:solidFill>
            <a:srgbClr val="5D7FB7"/>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22" name="直接连接符 15"/>
          <p:cNvCxnSpPr/>
          <p:nvPr userDrawn="1"/>
        </p:nvCxnSpPr>
        <p:spPr>
          <a:xfrm>
            <a:off x="893962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7" name="文本占位符 30"/>
          <p:cNvSpPr>
            <a:spLocks noGrp="1"/>
          </p:cNvSpPr>
          <p:nvPr>
            <p:ph type="body" sz="quarter" idx="16" hasCustomPrompt="1"/>
          </p:nvPr>
        </p:nvSpPr>
        <p:spPr>
          <a:xfrm>
            <a:off x="739030"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8" name="文本占位符 30"/>
          <p:cNvSpPr>
            <a:spLocks noGrp="1"/>
          </p:cNvSpPr>
          <p:nvPr>
            <p:ph type="body" sz="quarter" idx="18" hasCustomPrompt="1"/>
          </p:nvPr>
        </p:nvSpPr>
        <p:spPr>
          <a:xfrm>
            <a:off x="980228"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9" name="文本占位符 30"/>
          <p:cNvSpPr>
            <a:spLocks noGrp="1"/>
          </p:cNvSpPr>
          <p:nvPr>
            <p:ph type="body" sz="quarter" idx="19" hasCustomPrompt="1"/>
          </p:nvPr>
        </p:nvSpPr>
        <p:spPr>
          <a:xfrm>
            <a:off x="3525746"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0" name="文本占位符 30"/>
          <p:cNvSpPr>
            <a:spLocks noGrp="1"/>
          </p:cNvSpPr>
          <p:nvPr>
            <p:ph type="body" sz="quarter" idx="20" hasCustomPrompt="1"/>
          </p:nvPr>
        </p:nvSpPr>
        <p:spPr>
          <a:xfrm>
            <a:off x="3766944"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1" name="文本占位符 30"/>
          <p:cNvSpPr>
            <a:spLocks noGrp="1"/>
          </p:cNvSpPr>
          <p:nvPr>
            <p:ph type="body" sz="quarter" idx="21" hasCustomPrompt="1"/>
          </p:nvPr>
        </p:nvSpPr>
        <p:spPr>
          <a:xfrm>
            <a:off x="6282098"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2" name="文本占位符 30"/>
          <p:cNvSpPr>
            <a:spLocks noGrp="1"/>
          </p:cNvSpPr>
          <p:nvPr>
            <p:ph type="body" sz="quarter" idx="22" hasCustomPrompt="1"/>
          </p:nvPr>
        </p:nvSpPr>
        <p:spPr>
          <a:xfrm>
            <a:off x="6523296"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3" name="文本占位符 30"/>
          <p:cNvSpPr>
            <a:spLocks noGrp="1"/>
          </p:cNvSpPr>
          <p:nvPr>
            <p:ph type="body" sz="quarter" idx="23" hasCustomPrompt="1"/>
          </p:nvPr>
        </p:nvSpPr>
        <p:spPr>
          <a:xfrm>
            <a:off x="9026191"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43" name="文本占位符 30"/>
          <p:cNvSpPr>
            <a:spLocks noGrp="1"/>
          </p:cNvSpPr>
          <p:nvPr>
            <p:ph type="body" sz="quarter" idx="24" hasCustomPrompt="1"/>
          </p:nvPr>
        </p:nvSpPr>
        <p:spPr>
          <a:xfrm>
            <a:off x="9267389"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7版式-1">
    <p:bg>
      <p:bgPr>
        <a:solidFill>
          <a:schemeClr val="bg1"/>
        </a:solidFill>
        <a:effectLst/>
      </p:bgPr>
    </p:bg>
    <p:spTree>
      <p:nvGrpSpPr>
        <p:cNvPr id="1" name=""/>
        <p:cNvGrpSpPr/>
        <p:nvPr/>
      </p:nvGrpSpPr>
      <p:grpSpPr>
        <a:xfrm>
          <a:off x="0" y="0"/>
          <a:ext cx="0" cy="0"/>
          <a:chOff x="0" y="0"/>
          <a:chExt cx="0" cy="0"/>
        </a:xfrm>
      </p:grpSpPr>
      <p:grpSp>
        <p:nvGrpSpPr>
          <p:cNvPr id="20" name="그룹 25"/>
          <p:cNvGrpSpPr/>
          <p:nvPr/>
        </p:nvGrpSpPr>
        <p:grpSpPr>
          <a:xfrm>
            <a:off x="4243676" y="2442355"/>
            <a:ext cx="3899442" cy="1895123"/>
            <a:chOff x="1115616" y="2498780"/>
            <a:chExt cx="3029712" cy="1472436"/>
          </a:xfrm>
        </p:grpSpPr>
        <p:cxnSp>
          <p:nvCxnSpPr>
            <p:cNvPr id="2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2" name="원호 6"/>
          <p:cNvSpPr/>
          <p:nvPr userDrawn="1"/>
        </p:nvSpPr>
        <p:spPr>
          <a:xfrm>
            <a:off x="4841856" y="301729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33" name="원호 7"/>
          <p:cNvSpPr/>
          <p:nvPr userDrawn="1"/>
        </p:nvSpPr>
        <p:spPr>
          <a:xfrm>
            <a:off x="4837628" y="301729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40" name="Straight Connector 79"/>
          <p:cNvCxnSpPr/>
          <p:nvPr userDrawn="1"/>
        </p:nvCxnSpPr>
        <p:spPr>
          <a:xfrm>
            <a:off x="4662338" y="5293389"/>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占位符 30"/>
          <p:cNvSpPr>
            <a:spLocks noGrp="1"/>
          </p:cNvSpPr>
          <p:nvPr>
            <p:ph type="body" sz="quarter" idx="15" hasCustomPrompt="1"/>
          </p:nvPr>
        </p:nvSpPr>
        <p:spPr>
          <a:xfrm>
            <a:off x="615059" y="1338522"/>
            <a:ext cx="10939432" cy="67996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1" name="文本占位符 30"/>
          <p:cNvSpPr>
            <a:spLocks noGrp="1"/>
          </p:cNvSpPr>
          <p:nvPr>
            <p:ph type="body" sz="quarter" idx="18" hasCustomPrompt="1"/>
          </p:nvPr>
        </p:nvSpPr>
        <p:spPr>
          <a:xfrm>
            <a:off x="5187849" y="489540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2" name="文本占位符 30"/>
          <p:cNvSpPr>
            <a:spLocks noGrp="1"/>
          </p:cNvSpPr>
          <p:nvPr>
            <p:ph type="body" sz="quarter" idx="16" hasCustomPrompt="1"/>
          </p:nvPr>
        </p:nvSpPr>
        <p:spPr>
          <a:xfrm>
            <a:off x="3601157" y="5328426"/>
            <a:ext cx="5384800"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5" name="文本占位符 30"/>
          <p:cNvSpPr>
            <a:spLocks noGrp="1"/>
          </p:cNvSpPr>
          <p:nvPr>
            <p:ph type="body" sz="quarter" idx="19" hasCustomPrompt="1"/>
          </p:nvPr>
        </p:nvSpPr>
        <p:spPr>
          <a:xfrm>
            <a:off x="5582927" y="390966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38" name="文本占位符 30"/>
          <p:cNvSpPr>
            <a:spLocks noGrp="1"/>
          </p:cNvSpPr>
          <p:nvPr>
            <p:ph type="body" sz="quarter" idx="20" hasCustomPrompt="1"/>
          </p:nvPr>
        </p:nvSpPr>
        <p:spPr>
          <a:xfrm>
            <a:off x="3510253" y="420367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39" name="文本占位符 30"/>
          <p:cNvSpPr>
            <a:spLocks noGrp="1"/>
          </p:cNvSpPr>
          <p:nvPr>
            <p:ph type="body" sz="quarter" idx="21" hasCustomPrompt="1"/>
          </p:nvPr>
        </p:nvSpPr>
        <p:spPr>
          <a:xfrm>
            <a:off x="4200720" y="271616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43" name="文本占位符 30"/>
          <p:cNvSpPr>
            <a:spLocks noGrp="1"/>
          </p:cNvSpPr>
          <p:nvPr>
            <p:ph type="body" sz="quarter" idx="22" hasCustomPrompt="1"/>
          </p:nvPr>
        </p:nvSpPr>
        <p:spPr>
          <a:xfrm>
            <a:off x="5908348" y="206359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44" name="文本占位符 30"/>
          <p:cNvSpPr>
            <a:spLocks noGrp="1"/>
          </p:cNvSpPr>
          <p:nvPr>
            <p:ph type="body" sz="quarter" idx="23" hasCustomPrompt="1"/>
          </p:nvPr>
        </p:nvSpPr>
        <p:spPr>
          <a:xfrm>
            <a:off x="7608046" y="273811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45" name="文本占位符 30"/>
          <p:cNvSpPr>
            <a:spLocks noGrp="1"/>
          </p:cNvSpPr>
          <p:nvPr>
            <p:ph type="body" sz="quarter" idx="24" hasCustomPrompt="1"/>
          </p:nvPr>
        </p:nvSpPr>
        <p:spPr>
          <a:xfrm>
            <a:off x="8258380" y="4153245"/>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2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7版式-2">
    <p:bg>
      <p:bgPr>
        <a:solidFill>
          <a:schemeClr val="bg1"/>
        </a:solidFill>
        <a:effectLst/>
      </p:bgPr>
    </p:bg>
    <p:spTree>
      <p:nvGrpSpPr>
        <p:cNvPr id="1" name=""/>
        <p:cNvGrpSpPr/>
        <p:nvPr/>
      </p:nvGrpSpPr>
      <p:grpSpPr>
        <a:xfrm>
          <a:off x="0" y="0"/>
          <a:ext cx="0" cy="0"/>
          <a:chOff x="0" y="0"/>
          <a:chExt cx="0" cy="0"/>
        </a:xfrm>
      </p:grpSpPr>
      <p:cxnSp>
        <p:nvCxnSpPr>
          <p:cNvPr id="40" name="Straight Connector 79"/>
          <p:cNvCxnSpPr/>
          <p:nvPr userDrawn="1"/>
        </p:nvCxnSpPr>
        <p:spPr>
          <a:xfrm>
            <a:off x="1931670"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86"/>
          <p:cNvCxnSpPr/>
          <p:nvPr userDrawn="1"/>
        </p:nvCxnSpPr>
        <p:spPr>
          <a:xfrm>
            <a:off x="7162800" y="5234068"/>
            <a:ext cx="306641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6" name="文本占位符 30"/>
          <p:cNvSpPr>
            <a:spLocks noGrp="1"/>
          </p:cNvSpPr>
          <p:nvPr>
            <p:ph type="body" sz="quarter" idx="15" hasCustomPrompt="1"/>
          </p:nvPr>
        </p:nvSpPr>
        <p:spPr>
          <a:xfrm>
            <a:off x="615059" y="1338523"/>
            <a:ext cx="10939432" cy="608398"/>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7" name="文本占位符 30"/>
          <p:cNvSpPr>
            <a:spLocks noGrp="1"/>
          </p:cNvSpPr>
          <p:nvPr>
            <p:ph type="body" sz="quarter" idx="18" hasCustomPrompt="1"/>
          </p:nvPr>
        </p:nvSpPr>
        <p:spPr>
          <a:xfrm>
            <a:off x="2471212" y="481550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8" name="文本占位符 30"/>
          <p:cNvSpPr>
            <a:spLocks noGrp="1"/>
          </p:cNvSpPr>
          <p:nvPr>
            <p:ph type="body" sz="quarter" idx="16" hasCustomPrompt="1"/>
          </p:nvPr>
        </p:nvSpPr>
        <p:spPr>
          <a:xfrm>
            <a:off x="1840231"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50" name="文本占位符 30"/>
          <p:cNvSpPr>
            <a:spLocks noGrp="1"/>
          </p:cNvSpPr>
          <p:nvPr>
            <p:ph type="body" sz="quarter" idx="20" hasCustomPrompt="1"/>
          </p:nvPr>
        </p:nvSpPr>
        <p:spPr>
          <a:xfrm>
            <a:off x="7216030"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grpSp>
        <p:nvGrpSpPr>
          <p:cNvPr id="44" name="그룹 25"/>
          <p:cNvGrpSpPr/>
          <p:nvPr userDrawn="1"/>
        </p:nvGrpSpPr>
        <p:grpSpPr>
          <a:xfrm>
            <a:off x="1529344" y="2383034"/>
            <a:ext cx="3899442" cy="1895123"/>
            <a:chOff x="1115616" y="2498780"/>
            <a:chExt cx="3029712" cy="1472436"/>
          </a:xfrm>
        </p:grpSpPr>
        <p:cxnSp>
          <p:nvCxnSpPr>
            <p:cNvPr id="51"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6" name="원호 6"/>
          <p:cNvSpPr/>
          <p:nvPr userDrawn="1"/>
        </p:nvSpPr>
        <p:spPr>
          <a:xfrm>
            <a:off x="2127524" y="2957975"/>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57" name="원호 7"/>
          <p:cNvSpPr/>
          <p:nvPr userDrawn="1"/>
        </p:nvSpPr>
        <p:spPr>
          <a:xfrm>
            <a:off x="2123296" y="2957975"/>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58" name="Straight Connector 79"/>
          <p:cNvCxnSpPr/>
          <p:nvPr userDrawn="1"/>
        </p:nvCxnSpPr>
        <p:spPr>
          <a:xfrm>
            <a:off x="1948006"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文本占位符 30"/>
          <p:cNvSpPr>
            <a:spLocks noGrp="1"/>
          </p:cNvSpPr>
          <p:nvPr>
            <p:ph type="body" sz="quarter" idx="22" hasCustomPrompt="1"/>
          </p:nvPr>
        </p:nvSpPr>
        <p:spPr>
          <a:xfrm>
            <a:off x="2868595" y="3850341"/>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61" name="文本占位符 30"/>
          <p:cNvSpPr>
            <a:spLocks noGrp="1"/>
          </p:cNvSpPr>
          <p:nvPr>
            <p:ph type="body" sz="quarter" idx="23" hasCustomPrompt="1"/>
          </p:nvPr>
        </p:nvSpPr>
        <p:spPr>
          <a:xfrm>
            <a:off x="849711" y="414435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62" name="文本占位符 30"/>
          <p:cNvSpPr>
            <a:spLocks noGrp="1"/>
          </p:cNvSpPr>
          <p:nvPr>
            <p:ph type="body" sz="quarter" idx="24" hasCustomPrompt="1"/>
          </p:nvPr>
        </p:nvSpPr>
        <p:spPr>
          <a:xfrm>
            <a:off x="1486388" y="2656842"/>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63" name="文本占位符 30"/>
          <p:cNvSpPr>
            <a:spLocks noGrp="1"/>
          </p:cNvSpPr>
          <p:nvPr>
            <p:ph type="body" sz="quarter" idx="25" hasCustomPrompt="1"/>
          </p:nvPr>
        </p:nvSpPr>
        <p:spPr>
          <a:xfrm>
            <a:off x="3194016" y="2004276"/>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64" name="文本占位符 30"/>
          <p:cNvSpPr>
            <a:spLocks noGrp="1"/>
          </p:cNvSpPr>
          <p:nvPr>
            <p:ph type="body" sz="quarter" idx="26" hasCustomPrompt="1"/>
          </p:nvPr>
        </p:nvSpPr>
        <p:spPr>
          <a:xfrm>
            <a:off x="4893714" y="2678794"/>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65" name="文本占位符 30"/>
          <p:cNvSpPr>
            <a:spLocks noGrp="1"/>
          </p:cNvSpPr>
          <p:nvPr>
            <p:ph type="body" sz="quarter" idx="27" hasCustomPrompt="1"/>
          </p:nvPr>
        </p:nvSpPr>
        <p:spPr>
          <a:xfrm>
            <a:off x="5469019" y="414435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grpSp>
        <p:nvGrpSpPr>
          <p:cNvPr id="66" name="그룹 25"/>
          <p:cNvGrpSpPr/>
          <p:nvPr userDrawn="1"/>
        </p:nvGrpSpPr>
        <p:grpSpPr>
          <a:xfrm>
            <a:off x="6855236" y="2374435"/>
            <a:ext cx="3899442" cy="1895123"/>
            <a:chOff x="1115616" y="2498780"/>
            <a:chExt cx="3029712" cy="1472436"/>
          </a:xfrm>
        </p:grpSpPr>
        <p:cxnSp>
          <p:nvCxnSpPr>
            <p:cNvPr id="6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72" name="원호 6"/>
          <p:cNvSpPr/>
          <p:nvPr userDrawn="1"/>
        </p:nvSpPr>
        <p:spPr>
          <a:xfrm>
            <a:off x="7453416" y="294937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3" name="원호 7"/>
          <p:cNvSpPr/>
          <p:nvPr userDrawn="1"/>
        </p:nvSpPr>
        <p:spPr>
          <a:xfrm>
            <a:off x="7449188" y="294937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5" name="文本占位符 30"/>
          <p:cNvSpPr>
            <a:spLocks noGrp="1"/>
          </p:cNvSpPr>
          <p:nvPr>
            <p:ph type="body" sz="quarter" idx="28" hasCustomPrompt="1"/>
          </p:nvPr>
        </p:nvSpPr>
        <p:spPr>
          <a:xfrm>
            <a:off x="7799409" y="482748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76" name="文本占位符 30"/>
          <p:cNvSpPr>
            <a:spLocks noGrp="1"/>
          </p:cNvSpPr>
          <p:nvPr>
            <p:ph type="body" sz="quarter" idx="19" hasCustomPrompt="1"/>
          </p:nvPr>
        </p:nvSpPr>
        <p:spPr>
          <a:xfrm>
            <a:off x="8194487" y="384174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77" name="文本占位符 30"/>
          <p:cNvSpPr>
            <a:spLocks noGrp="1"/>
          </p:cNvSpPr>
          <p:nvPr>
            <p:ph type="body" sz="quarter" idx="29" hasCustomPrompt="1"/>
          </p:nvPr>
        </p:nvSpPr>
        <p:spPr>
          <a:xfrm>
            <a:off x="6182329" y="413575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78" name="文本占位符 30"/>
          <p:cNvSpPr>
            <a:spLocks noGrp="1"/>
          </p:cNvSpPr>
          <p:nvPr>
            <p:ph type="body" sz="quarter" idx="21" hasCustomPrompt="1"/>
          </p:nvPr>
        </p:nvSpPr>
        <p:spPr>
          <a:xfrm>
            <a:off x="6812280" y="264824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79" name="文本占位符 30"/>
          <p:cNvSpPr>
            <a:spLocks noGrp="1"/>
          </p:cNvSpPr>
          <p:nvPr>
            <p:ph type="body" sz="quarter" idx="30" hasCustomPrompt="1"/>
          </p:nvPr>
        </p:nvSpPr>
        <p:spPr>
          <a:xfrm>
            <a:off x="8519908" y="199567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80" name="文本占位符 30"/>
          <p:cNvSpPr>
            <a:spLocks noGrp="1"/>
          </p:cNvSpPr>
          <p:nvPr>
            <p:ph type="body" sz="quarter" idx="31" hasCustomPrompt="1"/>
          </p:nvPr>
        </p:nvSpPr>
        <p:spPr>
          <a:xfrm>
            <a:off x="10219606" y="267019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81" name="文本占位符 30"/>
          <p:cNvSpPr>
            <a:spLocks noGrp="1"/>
          </p:cNvSpPr>
          <p:nvPr>
            <p:ph type="body" sz="quarter" idx="32" hasCustomPrompt="1"/>
          </p:nvPr>
        </p:nvSpPr>
        <p:spPr>
          <a:xfrm>
            <a:off x="10834080" y="412996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4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7版式-3">
    <p:bg>
      <p:bgPr>
        <a:solidFill>
          <a:schemeClr val="bg1"/>
        </a:solidFill>
        <a:effectLst/>
      </p:bgPr>
    </p:bg>
    <p:spTree>
      <p:nvGrpSpPr>
        <p:cNvPr id="1" name=""/>
        <p:cNvGrpSpPr/>
        <p:nvPr/>
      </p:nvGrpSpPr>
      <p:grpSpPr>
        <a:xfrm>
          <a:off x="0" y="0"/>
          <a:ext cx="0" cy="0"/>
          <a:chOff x="0" y="0"/>
          <a:chExt cx="0" cy="0"/>
        </a:xfrm>
      </p:grpSpPr>
      <p:sp>
        <p:nvSpPr>
          <p:cNvPr id="45" name="ïṡ1íḓé"/>
          <p:cNvSpPr/>
          <p:nvPr userDrawn="1"/>
        </p:nvSpPr>
        <p:spPr>
          <a:xfrm>
            <a:off x="2409190" y="2855866"/>
            <a:ext cx="7373620" cy="1152128"/>
          </a:xfrm>
          <a:prstGeom prst="ellipse">
            <a:avLst/>
          </a:prstGeom>
          <a:solidFill>
            <a:schemeClr val="bg1">
              <a:lumMod val="95000"/>
            </a:schemeClr>
          </a:solidFill>
          <a:ln>
            <a:solidFill>
              <a:schemeClr val="tx1">
                <a:lumMod val="20000"/>
                <a:lumOff val="8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6" name="ïṣľîḑe"/>
          <p:cNvSpPr/>
          <p:nvPr userDrawn="1"/>
        </p:nvSpPr>
        <p:spPr>
          <a:xfrm>
            <a:off x="3804131" y="3071890"/>
            <a:ext cx="4608512" cy="720080"/>
          </a:xfrm>
          <a:prstGeom prst="ellipse">
            <a:avLst/>
          </a:prstGeom>
          <a:solidFill>
            <a:schemeClr val="bg1"/>
          </a:solidFill>
          <a:ln>
            <a:solidFill>
              <a:schemeClr val="tx1">
                <a:lumMod val="40000"/>
                <a:lumOff val="60000"/>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7" name="íṣļîḑê"/>
          <p:cNvSpPr/>
          <p:nvPr userDrawn="1"/>
        </p:nvSpPr>
        <p:spPr>
          <a:xfrm rot="8100000">
            <a:off x="3180524" y="2893835"/>
            <a:ext cx="577564" cy="577564"/>
          </a:xfrm>
          <a:prstGeom prst="teardrop">
            <a:avLst>
              <a:gd name="adj" fmla="val 13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48" name="iŝ1iḋe"/>
          <p:cNvSpPr/>
          <p:nvPr userDrawn="1"/>
        </p:nvSpPr>
        <p:spPr>
          <a:xfrm rot="8100000">
            <a:off x="8722321" y="2710690"/>
            <a:ext cx="577564" cy="577564"/>
          </a:xfrm>
          <a:prstGeom prst="teardrop">
            <a:avLst>
              <a:gd name="adj" fmla="val 13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49" name="íşlíďè"/>
          <p:cNvSpPr/>
          <p:nvPr userDrawn="1"/>
        </p:nvSpPr>
        <p:spPr>
          <a:xfrm rot="8100000">
            <a:off x="5891613" y="2158684"/>
            <a:ext cx="577564" cy="577564"/>
          </a:xfrm>
          <a:prstGeom prst="teardrop">
            <a:avLst>
              <a:gd name="adj" fmla="val 133968"/>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50" name="直接连接符 6"/>
          <p:cNvCxnSpPr/>
          <p:nvPr userDrawn="1"/>
        </p:nvCxnSpPr>
        <p:spPr>
          <a:xfrm>
            <a:off x="4298478"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7"/>
          <p:cNvCxnSpPr/>
          <p:nvPr userDrawn="1"/>
        </p:nvCxnSpPr>
        <p:spPr>
          <a:xfrm>
            <a:off x="7918296"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2" name="文本占位符 30"/>
          <p:cNvSpPr>
            <a:spLocks noGrp="1"/>
          </p:cNvSpPr>
          <p:nvPr>
            <p:ph type="body" sz="quarter" idx="15" hasCustomPrompt="1"/>
          </p:nvPr>
        </p:nvSpPr>
        <p:spPr>
          <a:xfrm>
            <a:off x="615059" y="1338522"/>
            <a:ext cx="10939432" cy="66357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3" name="文本占位符 30"/>
          <p:cNvSpPr>
            <a:spLocks noGrp="1"/>
          </p:cNvSpPr>
          <p:nvPr>
            <p:ph type="body" sz="quarter" idx="18" hasCustomPrompt="1"/>
          </p:nvPr>
        </p:nvSpPr>
        <p:spPr>
          <a:xfrm>
            <a:off x="1471998"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4" name="文本占位符 30"/>
          <p:cNvSpPr>
            <a:spLocks noGrp="1"/>
          </p:cNvSpPr>
          <p:nvPr>
            <p:ph type="body" sz="quarter" idx="16" hasCustomPrompt="1"/>
          </p:nvPr>
        </p:nvSpPr>
        <p:spPr>
          <a:xfrm>
            <a:off x="1025531"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5" name="文本占位符 30"/>
          <p:cNvSpPr>
            <a:spLocks noGrp="1"/>
          </p:cNvSpPr>
          <p:nvPr>
            <p:ph type="body" sz="quarter" idx="19" hasCustomPrompt="1"/>
          </p:nvPr>
        </p:nvSpPr>
        <p:spPr>
          <a:xfrm>
            <a:off x="5091816"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6" name="文本占位符 30"/>
          <p:cNvSpPr>
            <a:spLocks noGrp="1"/>
          </p:cNvSpPr>
          <p:nvPr>
            <p:ph type="body" sz="quarter" idx="20" hasCustomPrompt="1"/>
          </p:nvPr>
        </p:nvSpPr>
        <p:spPr>
          <a:xfrm>
            <a:off x="4645349"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7" name="文本占位符 30"/>
          <p:cNvSpPr>
            <a:spLocks noGrp="1"/>
          </p:cNvSpPr>
          <p:nvPr>
            <p:ph type="body" sz="quarter" idx="21" hasCustomPrompt="1"/>
          </p:nvPr>
        </p:nvSpPr>
        <p:spPr>
          <a:xfrm>
            <a:off x="8716654" y="454718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8" name="文本占位符 30"/>
          <p:cNvSpPr>
            <a:spLocks noGrp="1"/>
          </p:cNvSpPr>
          <p:nvPr>
            <p:ph type="body" sz="quarter" idx="22" hasCustomPrompt="1"/>
          </p:nvPr>
        </p:nvSpPr>
        <p:spPr>
          <a:xfrm>
            <a:off x="8270187" y="4980204"/>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8"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8版式-3">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1097694"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1134206"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497302"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5067753"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5104266"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6467362"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8965963"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002476"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365572"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22301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1249383"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1249383"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5247889" y="37996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5247889" y="4232682"/>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9132341"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9132341"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23" hasCustomPrompt="1"/>
          </p:nvPr>
        </p:nvSpPr>
        <p:spPr>
          <a:xfrm rot="19044237">
            <a:off x="1152054" y="305074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28" name="文本占位符 30"/>
          <p:cNvSpPr>
            <a:spLocks noGrp="1"/>
          </p:cNvSpPr>
          <p:nvPr>
            <p:ph type="body" sz="quarter" idx="24" hasCustomPrompt="1"/>
          </p:nvPr>
        </p:nvSpPr>
        <p:spPr>
          <a:xfrm rot="19044237">
            <a:off x="5135658"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30" name="文本占位符 30"/>
          <p:cNvSpPr>
            <a:spLocks noGrp="1"/>
          </p:cNvSpPr>
          <p:nvPr>
            <p:ph type="body" sz="quarter" idx="25" hasCustomPrompt="1"/>
          </p:nvPr>
        </p:nvSpPr>
        <p:spPr>
          <a:xfrm rot="19044237">
            <a:off x="9059584"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23"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8版式-4">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685576"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722088"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085184"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ïṥḻïdé"/>
          <p:cNvSpPr/>
          <p:nvPr/>
        </p:nvSpPr>
        <p:spPr>
          <a:xfrm>
            <a:off x="3513743" y="2958232"/>
            <a:ext cx="2345839" cy="3024336"/>
          </a:xfrm>
          <a:prstGeom prst="rect">
            <a:avLst/>
          </a:prstGeom>
          <a:no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14" name="îṣļiḋê"/>
          <p:cNvSpPr/>
          <p:nvPr/>
        </p:nvSpPr>
        <p:spPr>
          <a:xfrm rot="5400000">
            <a:off x="3550256" y="2921719"/>
            <a:ext cx="840739" cy="91376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slíḑé"/>
          <p:cNvSpPr/>
          <p:nvPr/>
        </p:nvSpPr>
        <p:spPr>
          <a:xfrm rot="16200000">
            <a:off x="4913352" y="5036338"/>
            <a:ext cx="906847" cy="98561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6341910"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6378423"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7741519"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9170077"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206590"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569686"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03775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853874"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853874"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3670226"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3670226"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6499407"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6499407"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40" name="文本占位符 30"/>
          <p:cNvSpPr>
            <a:spLocks noGrp="1"/>
          </p:cNvSpPr>
          <p:nvPr>
            <p:ph type="body" sz="quarter" idx="23" hasCustomPrompt="1"/>
          </p:nvPr>
        </p:nvSpPr>
        <p:spPr>
          <a:xfrm>
            <a:off x="9337732"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4" hasCustomPrompt="1"/>
          </p:nvPr>
        </p:nvSpPr>
        <p:spPr>
          <a:xfrm>
            <a:off x="9337732"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0" name="文本占位符 30"/>
          <p:cNvSpPr>
            <a:spLocks noGrp="1"/>
          </p:cNvSpPr>
          <p:nvPr>
            <p:ph type="body" sz="quarter" idx="25" hasCustomPrompt="1"/>
          </p:nvPr>
        </p:nvSpPr>
        <p:spPr>
          <a:xfrm rot="19044237">
            <a:off x="752121" y="3067474"/>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31" name="文本占位符 30"/>
          <p:cNvSpPr>
            <a:spLocks noGrp="1"/>
          </p:cNvSpPr>
          <p:nvPr>
            <p:ph type="body" sz="quarter" idx="26" hasCustomPrompt="1"/>
          </p:nvPr>
        </p:nvSpPr>
        <p:spPr>
          <a:xfrm rot="19044237">
            <a:off x="3587842" y="306523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42" name="文本占位符 30"/>
          <p:cNvSpPr>
            <a:spLocks noGrp="1"/>
          </p:cNvSpPr>
          <p:nvPr>
            <p:ph type="body" sz="quarter" idx="27" hasCustomPrompt="1"/>
          </p:nvPr>
        </p:nvSpPr>
        <p:spPr>
          <a:xfrm rot="19044237">
            <a:off x="6423562" y="3065229"/>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43" name="文本占位符 30"/>
          <p:cNvSpPr>
            <a:spLocks noGrp="1"/>
          </p:cNvSpPr>
          <p:nvPr>
            <p:ph type="body" sz="quarter" idx="28" hasCustomPrompt="1"/>
          </p:nvPr>
        </p:nvSpPr>
        <p:spPr>
          <a:xfrm rot="19044237">
            <a:off x="9283849" y="3026201"/>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04</a:t>
            </a:r>
            <a:endParaRPr kumimoji="1" lang="zh-CN" altLang="en-US" dirty="0"/>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9版式-3">
    <p:bg>
      <p:bgPr>
        <a:solidFill>
          <a:schemeClr val="bg1"/>
        </a:solidFill>
        <a:effectLst/>
      </p:bgPr>
    </p:bg>
    <p:spTree>
      <p:nvGrpSpPr>
        <p:cNvPr id="1" name=""/>
        <p:cNvGrpSpPr/>
        <p:nvPr/>
      </p:nvGrpSpPr>
      <p:grpSpPr>
        <a:xfrm>
          <a:off x="0" y="0"/>
          <a:ext cx="0" cy="0"/>
          <a:chOff x="0" y="0"/>
          <a:chExt cx="0" cy="0"/>
        </a:xfrm>
      </p:grpSpPr>
      <p:sp>
        <p:nvSpPr>
          <p:cNvPr id="32" name="稻壳儿小白白(http://dwz.cn/Wu2UP)"/>
          <p:cNvSpPr>
            <a:spLocks noChangeArrowheads="1"/>
          </p:cNvSpPr>
          <p:nvPr userDrawn="1"/>
        </p:nvSpPr>
        <p:spPr bwMode="auto">
          <a:xfrm>
            <a:off x="2201637" y="2789321"/>
            <a:ext cx="862013" cy="862012"/>
          </a:xfrm>
          <a:prstGeom prst="pentagon">
            <a:avLst/>
          </a:prstGeom>
          <a:solidFill>
            <a:srgbClr val="0089FF"/>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800">
              <a:latin typeface="+mn-lt"/>
              <a:ea typeface="+mn-ea"/>
              <a:cs typeface="+mn-ea"/>
              <a:sym typeface="+mn-lt"/>
            </a:endParaRPr>
          </a:p>
        </p:txBody>
      </p:sp>
      <p:sp>
        <p:nvSpPr>
          <p:cNvPr id="33" name="稻壳儿小白白(http://dwz.cn/Wu2UP)"/>
          <p:cNvSpPr>
            <a:spLocks noChangeArrowheads="1"/>
          </p:cNvSpPr>
          <p:nvPr userDrawn="1"/>
        </p:nvSpPr>
        <p:spPr bwMode="auto">
          <a:xfrm>
            <a:off x="5729367" y="2789321"/>
            <a:ext cx="862013" cy="862012"/>
          </a:xfrm>
          <a:prstGeom prst="pentagon">
            <a:avLst/>
          </a:prstGeom>
          <a:solidFill>
            <a:schemeClr val="accent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34" name="稻壳儿小白白(http://dwz.cn/Wu2UP)"/>
          <p:cNvSpPr>
            <a:spLocks noChangeArrowheads="1"/>
          </p:cNvSpPr>
          <p:nvPr userDrawn="1"/>
        </p:nvSpPr>
        <p:spPr bwMode="auto">
          <a:xfrm>
            <a:off x="9171321" y="2789321"/>
            <a:ext cx="860425" cy="862012"/>
          </a:xfrm>
          <a:prstGeom prst="pentagon">
            <a:avLst/>
          </a:prstGeom>
          <a:solidFill>
            <a:schemeClr val="tx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400">
              <a:latin typeface="+mn-lt"/>
              <a:ea typeface="+mn-ea"/>
              <a:cs typeface="+mn-ea"/>
              <a:sym typeface="+mn-lt"/>
            </a:endParaRPr>
          </a:p>
        </p:txBody>
      </p:sp>
      <p:cxnSp>
        <p:nvCxnSpPr>
          <p:cNvPr id="39" name="直接连接符 13"/>
          <p:cNvCxnSpPr/>
          <p:nvPr userDrawn="1"/>
        </p:nvCxnSpPr>
        <p:spPr>
          <a:xfrm>
            <a:off x="4415985"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14"/>
          <p:cNvCxnSpPr/>
          <p:nvPr userDrawn="1"/>
        </p:nvCxnSpPr>
        <p:spPr>
          <a:xfrm>
            <a:off x="7978726"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2" name="文本占位符 30"/>
          <p:cNvSpPr>
            <a:spLocks noGrp="1"/>
          </p:cNvSpPr>
          <p:nvPr>
            <p:ph type="body" sz="quarter" idx="18" hasCustomPrompt="1"/>
          </p:nvPr>
        </p:nvSpPr>
        <p:spPr>
          <a:xfrm>
            <a:off x="1676258"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3" name="文本占位符 30"/>
          <p:cNvSpPr>
            <a:spLocks noGrp="1"/>
          </p:cNvSpPr>
          <p:nvPr>
            <p:ph type="body" sz="quarter" idx="16" hasCustomPrompt="1"/>
          </p:nvPr>
        </p:nvSpPr>
        <p:spPr>
          <a:xfrm>
            <a:off x="1222630"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19" hasCustomPrompt="1"/>
          </p:nvPr>
        </p:nvSpPr>
        <p:spPr>
          <a:xfrm>
            <a:off x="519770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5" name="文本占位符 30"/>
          <p:cNvSpPr>
            <a:spLocks noGrp="1"/>
          </p:cNvSpPr>
          <p:nvPr>
            <p:ph type="body" sz="quarter" idx="20" hasCustomPrompt="1"/>
          </p:nvPr>
        </p:nvSpPr>
        <p:spPr>
          <a:xfrm>
            <a:off x="4779933"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6" name="文本占位符 30"/>
          <p:cNvSpPr>
            <a:spLocks noGrp="1"/>
          </p:cNvSpPr>
          <p:nvPr>
            <p:ph type="body" sz="quarter" idx="21" hasCustomPrompt="1"/>
          </p:nvPr>
        </p:nvSpPr>
        <p:spPr>
          <a:xfrm>
            <a:off x="864176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7" name="文本占位符 30"/>
          <p:cNvSpPr>
            <a:spLocks noGrp="1"/>
          </p:cNvSpPr>
          <p:nvPr>
            <p:ph type="body" sz="quarter" idx="22" hasCustomPrompt="1"/>
          </p:nvPr>
        </p:nvSpPr>
        <p:spPr>
          <a:xfrm>
            <a:off x="8313638"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0版式-4">
    <p:bg>
      <p:bgPr>
        <a:solidFill>
          <a:schemeClr val="bg1"/>
        </a:solidFill>
        <a:effectLst/>
      </p:bgPr>
    </p:bg>
    <p:spTree>
      <p:nvGrpSpPr>
        <p:cNvPr id="1" name=""/>
        <p:cNvGrpSpPr/>
        <p:nvPr/>
      </p:nvGrpSpPr>
      <p:grpSpPr>
        <a:xfrm>
          <a:off x="0" y="0"/>
          <a:ext cx="0" cy="0"/>
          <a:chOff x="0" y="0"/>
          <a:chExt cx="0" cy="0"/>
        </a:xfrm>
      </p:grpSpPr>
      <p:sp>
        <p:nvSpPr>
          <p:cNvPr id="19" name="îSḻíḑê"/>
          <p:cNvSpPr/>
          <p:nvPr userDrawn="1"/>
        </p:nvSpPr>
        <p:spPr bwMode="auto">
          <a:xfrm>
            <a:off x="4092055" y="1321080"/>
            <a:ext cx="3997173" cy="4020490"/>
          </a:xfrm>
          <a:prstGeom prst="rect">
            <a:avLst/>
          </a:prstGeom>
          <a:noFill/>
          <a:ln w="9525">
            <a:noFill/>
            <a:miter lim="800000"/>
          </a:ln>
        </p:spPr>
        <p:txBody>
          <a:bodyPr wrap="square" lIns="91440" tIns="45720" rIns="91440" bIns="45720" anchor="ctr">
            <a:normAutofit/>
          </a:bodyPr>
          <a:lstStyle/>
          <a:p>
            <a:pPr algn="ctr"/>
            <a:endParaRPr/>
          </a:p>
        </p:txBody>
      </p:sp>
      <p:sp>
        <p:nvSpPr>
          <p:cNvPr id="20" name="îṡ1îḍé"/>
          <p:cNvSpPr/>
          <p:nvPr userDrawn="1"/>
        </p:nvSpPr>
        <p:spPr bwMode="auto">
          <a:xfrm>
            <a:off x="6125617" y="3013217"/>
            <a:ext cx="907691" cy="1172504"/>
          </a:xfrm>
          <a:custGeom>
            <a:avLst/>
            <a:gdLst/>
            <a:ahLst/>
            <a:cxnLst>
              <a:cxn ang="0">
                <a:pos x="222" y="0"/>
              </a:cxn>
              <a:cxn ang="0">
                <a:pos x="0" y="223"/>
              </a:cxn>
              <a:cxn ang="0">
                <a:pos x="222" y="446"/>
              </a:cxn>
              <a:cxn ang="0">
                <a:pos x="222" y="0"/>
              </a:cxn>
            </a:cxnLst>
            <a:rect l="0" t="0" r="r" b="b"/>
            <a:pathLst>
              <a:path w="345" h="446">
                <a:moveTo>
                  <a:pt x="222" y="0"/>
                </a:moveTo>
                <a:cubicBezTo>
                  <a:pt x="0" y="223"/>
                  <a:pt x="0" y="223"/>
                  <a:pt x="0" y="223"/>
                </a:cubicBezTo>
                <a:cubicBezTo>
                  <a:pt x="222" y="446"/>
                  <a:pt x="222" y="446"/>
                  <a:pt x="222" y="446"/>
                </a:cubicBezTo>
                <a:cubicBezTo>
                  <a:pt x="345" y="323"/>
                  <a:pt x="345" y="123"/>
                  <a:pt x="222" y="0"/>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1" name="iṣlîďé"/>
          <p:cNvSpPr/>
          <p:nvPr userDrawn="1"/>
        </p:nvSpPr>
        <p:spPr bwMode="auto">
          <a:xfrm>
            <a:off x="5501058" y="3651099"/>
            <a:ext cx="1169173" cy="909357"/>
          </a:xfrm>
          <a:custGeom>
            <a:avLst/>
            <a:gdLst/>
            <a:ahLst/>
            <a:cxnLst>
              <a:cxn ang="0">
                <a:pos x="445" y="223"/>
              </a:cxn>
              <a:cxn ang="0">
                <a:pos x="222" y="0"/>
              </a:cxn>
              <a:cxn ang="0">
                <a:pos x="0" y="223"/>
              </a:cxn>
              <a:cxn ang="0">
                <a:pos x="445" y="223"/>
              </a:cxn>
            </a:cxnLst>
            <a:rect l="0" t="0" r="r" b="b"/>
            <a:pathLst>
              <a:path w="445" h="346">
                <a:moveTo>
                  <a:pt x="445" y="223"/>
                </a:moveTo>
                <a:cubicBezTo>
                  <a:pt x="222" y="0"/>
                  <a:pt x="222" y="0"/>
                  <a:pt x="222" y="0"/>
                </a:cubicBezTo>
                <a:cubicBezTo>
                  <a:pt x="0" y="223"/>
                  <a:pt x="0" y="223"/>
                  <a:pt x="0" y="223"/>
                </a:cubicBezTo>
                <a:cubicBezTo>
                  <a:pt x="123" y="346"/>
                  <a:pt x="322" y="346"/>
                  <a:pt x="445" y="2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2" name="íŝḻîḍe"/>
          <p:cNvSpPr/>
          <p:nvPr userDrawn="1"/>
        </p:nvSpPr>
        <p:spPr bwMode="auto">
          <a:xfrm>
            <a:off x="5141313" y="3013217"/>
            <a:ext cx="909357" cy="1172504"/>
          </a:xfrm>
          <a:custGeom>
            <a:avLst/>
            <a:gdLst/>
            <a:ahLst/>
            <a:cxnLst>
              <a:cxn ang="0">
                <a:pos x="123" y="446"/>
              </a:cxn>
              <a:cxn ang="0">
                <a:pos x="346" y="223"/>
              </a:cxn>
              <a:cxn ang="0">
                <a:pos x="123" y="0"/>
              </a:cxn>
              <a:cxn ang="0">
                <a:pos x="123" y="446"/>
              </a:cxn>
            </a:cxnLst>
            <a:rect l="0" t="0" r="r" b="b"/>
            <a:pathLst>
              <a:path w="346" h="446">
                <a:moveTo>
                  <a:pt x="123" y="446"/>
                </a:moveTo>
                <a:cubicBezTo>
                  <a:pt x="346" y="223"/>
                  <a:pt x="346" y="223"/>
                  <a:pt x="346" y="223"/>
                </a:cubicBezTo>
                <a:cubicBezTo>
                  <a:pt x="123" y="0"/>
                  <a:pt x="123" y="0"/>
                  <a:pt x="123" y="0"/>
                </a:cubicBezTo>
                <a:cubicBezTo>
                  <a:pt x="0" y="123"/>
                  <a:pt x="0" y="323"/>
                  <a:pt x="123" y="446"/>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3" name="ïṧļídè"/>
          <p:cNvSpPr/>
          <p:nvPr userDrawn="1"/>
        </p:nvSpPr>
        <p:spPr bwMode="auto">
          <a:xfrm>
            <a:off x="5501058" y="2636816"/>
            <a:ext cx="1169173" cy="909357"/>
          </a:xfrm>
          <a:custGeom>
            <a:avLst/>
            <a:gdLst/>
            <a:ahLst/>
            <a:cxnLst>
              <a:cxn ang="0">
                <a:pos x="0" y="123"/>
              </a:cxn>
              <a:cxn ang="0">
                <a:pos x="222" y="346"/>
              </a:cxn>
              <a:cxn ang="0">
                <a:pos x="445" y="123"/>
              </a:cxn>
              <a:cxn ang="0">
                <a:pos x="0" y="123"/>
              </a:cxn>
            </a:cxnLst>
            <a:rect l="0" t="0" r="r" b="b"/>
            <a:pathLst>
              <a:path w="445" h="346">
                <a:moveTo>
                  <a:pt x="0" y="123"/>
                </a:moveTo>
                <a:cubicBezTo>
                  <a:pt x="222" y="346"/>
                  <a:pt x="222" y="346"/>
                  <a:pt x="222" y="346"/>
                </a:cubicBezTo>
                <a:cubicBezTo>
                  <a:pt x="445" y="123"/>
                  <a:pt x="445" y="123"/>
                  <a:pt x="445" y="123"/>
                </a:cubicBezTo>
                <a:cubicBezTo>
                  <a:pt x="322" y="0"/>
                  <a:pt x="123" y="0"/>
                  <a:pt x="0" y="1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4" name="ís1ïďè"/>
          <p:cNvSpPr/>
          <p:nvPr userDrawn="1"/>
        </p:nvSpPr>
        <p:spPr bwMode="auto">
          <a:xfrm>
            <a:off x="4338547" y="4400569"/>
            <a:ext cx="936005" cy="937670"/>
          </a:xfrm>
          <a:custGeom>
            <a:avLst/>
            <a:gdLst/>
            <a:ahLst/>
            <a:cxnLst>
              <a:cxn ang="0">
                <a:pos x="355" y="357"/>
              </a:cxn>
              <a:cxn ang="0">
                <a:pos x="0" y="1"/>
              </a:cxn>
              <a:cxn ang="0">
                <a:pos x="2" y="0"/>
              </a:cxn>
              <a:cxn ang="0">
                <a:pos x="356" y="354"/>
              </a:cxn>
              <a:cxn ang="0">
                <a:pos x="355" y="357"/>
              </a:cxn>
            </a:cxnLst>
            <a:rect l="0" t="0" r="r" b="b"/>
            <a:pathLst>
              <a:path w="356" h="357">
                <a:moveTo>
                  <a:pt x="355" y="357"/>
                </a:moveTo>
                <a:cubicBezTo>
                  <a:pt x="199" y="284"/>
                  <a:pt x="73" y="158"/>
                  <a:pt x="0" y="1"/>
                </a:cubicBezTo>
                <a:cubicBezTo>
                  <a:pt x="2" y="0"/>
                  <a:pt x="2" y="0"/>
                  <a:pt x="2" y="0"/>
                </a:cubicBezTo>
                <a:cubicBezTo>
                  <a:pt x="75" y="156"/>
                  <a:pt x="201" y="282"/>
                  <a:pt x="356" y="354"/>
                </a:cubicBezTo>
                <a:lnTo>
                  <a:pt x="355" y="357"/>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5" name="îśļîdè"/>
          <p:cNvSpPr/>
          <p:nvPr userDrawn="1"/>
        </p:nvSpPr>
        <p:spPr bwMode="auto">
          <a:xfrm>
            <a:off x="6893407" y="1845709"/>
            <a:ext cx="937670" cy="936005"/>
          </a:xfrm>
          <a:custGeom>
            <a:avLst/>
            <a:gdLst/>
            <a:ahLst/>
            <a:cxnLst>
              <a:cxn ang="0">
                <a:pos x="354" y="356"/>
              </a:cxn>
              <a:cxn ang="0">
                <a:pos x="0" y="2"/>
              </a:cxn>
              <a:cxn ang="0">
                <a:pos x="1" y="0"/>
              </a:cxn>
              <a:cxn ang="0">
                <a:pos x="357" y="355"/>
              </a:cxn>
              <a:cxn ang="0">
                <a:pos x="354" y="356"/>
              </a:cxn>
            </a:cxnLst>
            <a:rect l="0" t="0" r="r" b="b"/>
            <a:pathLst>
              <a:path w="357" h="356">
                <a:moveTo>
                  <a:pt x="354" y="356"/>
                </a:moveTo>
                <a:cubicBezTo>
                  <a:pt x="282" y="201"/>
                  <a:pt x="156" y="75"/>
                  <a:pt x="0" y="2"/>
                </a:cubicBezTo>
                <a:cubicBezTo>
                  <a:pt x="1" y="0"/>
                  <a:pt x="1" y="0"/>
                  <a:pt x="1" y="0"/>
                </a:cubicBezTo>
                <a:cubicBezTo>
                  <a:pt x="158" y="73"/>
                  <a:pt x="284" y="199"/>
                  <a:pt x="357" y="355"/>
                </a:cubicBezTo>
                <a:lnTo>
                  <a:pt x="354" y="356"/>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6" name="íŝ1iḋé"/>
          <p:cNvSpPr/>
          <p:nvPr userDrawn="1"/>
        </p:nvSpPr>
        <p:spPr bwMode="auto">
          <a:xfrm>
            <a:off x="6893407" y="4400569"/>
            <a:ext cx="937670" cy="937670"/>
          </a:xfrm>
          <a:custGeom>
            <a:avLst/>
            <a:gdLst/>
            <a:ahLst/>
            <a:cxnLst>
              <a:cxn ang="0">
                <a:pos x="1" y="357"/>
              </a:cxn>
              <a:cxn ang="0">
                <a:pos x="0" y="354"/>
              </a:cxn>
              <a:cxn ang="0">
                <a:pos x="354" y="0"/>
              </a:cxn>
              <a:cxn ang="0">
                <a:pos x="357" y="1"/>
              </a:cxn>
              <a:cxn ang="0">
                <a:pos x="1" y="357"/>
              </a:cxn>
            </a:cxnLst>
            <a:rect l="0" t="0" r="r" b="b"/>
            <a:pathLst>
              <a:path w="357" h="357">
                <a:moveTo>
                  <a:pt x="1" y="357"/>
                </a:moveTo>
                <a:cubicBezTo>
                  <a:pt x="0" y="354"/>
                  <a:pt x="0" y="354"/>
                  <a:pt x="0" y="354"/>
                </a:cubicBezTo>
                <a:cubicBezTo>
                  <a:pt x="156" y="282"/>
                  <a:pt x="282" y="156"/>
                  <a:pt x="354" y="0"/>
                </a:cubicBezTo>
                <a:cubicBezTo>
                  <a:pt x="357" y="1"/>
                  <a:pt x="357" y="1"/>
                  <a:pt x="357" y="1"/>
                </a:cubicBezTo>
                <a:cubicBezTo>
                  <a:pt x="284" y="158"/>
                  <a:pt x="158" y="284"/>
                  <a:pt x="1" y="35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7" name="ïs1ïḋè"/>
          <p:cNvSpPr/>
          <p:nvPr userDrawn="1"/>
        </p:nvSpPr>
        <p:spPr bwMode="auto">
          <a:xfrm>
            <a:off x="4383516" y="1890677"/>
            <a:ext cx="912688" cy="912688"/>
          </a:xfrm>
          <a:custGeom>
            <a:avLst/>
            <a:gdLst/>
            <a:ahLst/>
            <a:cxnLst>
              <a:cxn ang="0">
                <a:pos x="2" y="347"/>
              </a:cxn>
              <a:cxn ang="0">
                <a:pos x="0" y="346"/>
              </a:cxn>
              <a:cxn ang="0">
                <a:pos x="346" y="0"/>
              </a:cxn>
              <a:cxn ang="0">
                <a:pos x="347" y="2"/>
              </a:cxn>
              <a:cxn ang="0">
                <a:pos x="2" y="347"/>
              </a:cxn>
            </a:cxnLst>
            <a:rect l="0" t="0" r="r" b="b"/>
            <a:pathLst>
              <a:path w="347" h="347">
                <a:moveTo>
                  <a:pt x="2" y="347"/>
                </a:moveTo>
                <a:cubicBezTo>
                  <a:pt x="0" y="346"/>
                  <a:pt x="0" y="346"/>
                  <a:pt x="0" y="346"/>
                </a:cubicBezTo>
                <a:cubicBezTo>
                  <a:pt x="71" y="194"/>
                  <a:pt x="194" y="71"/>
                  <a:pt x="346" y="0"/>
                </a:cubicBezTo>
                <a:cubicBezTo>
                  <a:pt x="347" y="2"/>
                  <a:pt x="347" y="2"/>
                  <a:pt x="347" y="2"/>
                </a:cubicBezTo>
                <a:cubicBezTo>
                  <a:pt x="196" y="73"/>
                  <a:pt x="73" y="195"/>
                  <a:pt x="2" y="34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53" name="iŝ1iḓê"/>
          <p:cNvSpPr/>
          <p:nvPr userDrawn="1"/>
        </p:nvSpPr>
        <p:spPr>
          <a:xfrm>
            <a:off x="728291"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3" name="文本占位符 30"/>
          <p:cNvSpPr>
            <a:spLocks noGrp="1"/>
          </p:cNvSpPr>
          <p:nvPr>
            <p:ph type="body" sz="quarter" idx="18" hasCustomPrompt="1"/>
          </p:nvPr>
        </p:nvSpPr>
        <p:spPr>
          <a:xfrm>
            <a:off x="902381" y="176383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4" name="文本占位符 30"/>
          <p:cNvSpPr>
            <a:spLocks noGrp="1"/>
          </p:cNvSpPr>
          <p:nvPr>
            <p:ph type="body" sz="quarter" idx="16" hasCustomPrompt="1"/>
          </p:nvPr>
        </p:nvSpPr>
        <p:spPr>
          <a:xfrm>
            <a:off x="902381"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6" name="iŝ1iḓê"/>
          <p:cNvSpPr/>
          <p:nvPr userDrawn="1"/>
        </p:nvSpPr>
        <p:spPr>
          <a:xfrm>
            <a:off x="728291" y="4219783"/>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7" name="文本占位符 30"/>
          <p:cNvSpPr>
            <a:spLocks noGrp="1"/>
          </p:cNvSpPr>
          <p:nvPr>
            <p:ph type="body" sz="quarter" idx="19" hasCustomPrompt="1"/>
          </p:nvPr>
        </p:nvSpPr>
        <p:spPr>
          <a:xfrm>
            <a:off x="902381" y="4369329"/>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8" name="文本占位符 30"/>
          <p:cNvSpPr>
            <a:spLocks noGrp="1"/>
          </p:cNvSpPr>
          <p:nvPr>
            <p:ph type="body" sz="quarter" idx="20" hasCustomPrompt="1"/>
          </p:nvPr>
        </p:nvSpPr>
        <p:spPr>
          <a:xfrm>
            <a:off x="902381" y="4822638"/>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9" name="iŝ1iḓê"/>
          <p:cNvSpPr/>
          <p:nvPr userDrawn="1"/>
        </p:nvSpPr>
        <p:spPr>
          <a:xfrm>
            <a:off x="8335720" y="4223682"/>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0" name="文本占位符 30"/>
          <p:cNvSpPr>
            <a:spLocks noGrp="1"/>
          </p:cNvSpPr>
          <p:nvPr>
            <p:ph type="body" sz="quarter" idx="21" hasCustomPrompt="1"/>
          </p:nvPr>
        </p:nvSpPr>
        <p:spPr>
          <a:xfrm>
            <a:off x="8509810" y="4373228"/>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2" hasCustomPrompt="1"/>
          </p:nvPr>
        </p:nvSpPr>
        <p:spPr>
          <a:xfrm>
            <a:off x="8509810" y="4826537"/>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2" name="iŝ1iḓê"/>
          <p:cNvSpPr/>
          <p:nvPr userDrawn="1"/>
        </p:nvSpPr>
        <p:spPr>
          <a:xfrm>
            <a:off x="8335720"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3" name="文本占位符 30"/>
          <p:cNvSpPr>
            <a:spLocks noGrp="1"/>
          </p:cNvSpPr>
          <p:nvPr>
            <p:ph type="body" sz="quarter" idx="23" hasCustomPrompt="1"/>
          </p:nvPr>
        </p:nvSpPr>
        <p:spPr>
          <a:xfrm>
            <a:off x="8509810" y="1763830"/>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4" name="文本占位符 30"/>
          <p:cNvSpPr>
            <a:spLocks noGrp="1"/>
          </p:cNvSpPr>
          <p:nvPr>
            <p:ph type="body" sz="quarter" idx="24" hasCustomPrompt="1"/>
          </p:nvPr>
        </p:nvSpPr>
        <p:spPr>
          <a:xfrm>
            <a:off x="8509810"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5" name="文本占位符 30"/>
          <p:cNvSpPr>
            <a:spLocks noGrp="1"/>
          </p:cNvSpPr>
          <p:nvPr>
            <p:ph type="body" sz="quarter" idx="25" hasCustomPrompt="1"/>
          </p:nvPr>
        </p:nvSpPr>
        <p:spPr>
          <a:xfrm>
            <a:off x="5766555" y="533823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6" name="文本占位符 30"/>
          <p:cNvSpPr>
            <a:spLocks noGrp="1"/>
          </p:cNvSpPr>
          <p:nvPr>
            <p:ph type="body" sz="quarter" idx="26" hasCustomPrompt="1"/>
          </p:nvPr>
        </p:nvSpPr>
        <p:spPr>
          <a:xfrm>
            <a:off x="5766555" y="169111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59" name="文本占位符 30"/>
          <p:cNvSpPr>
            <a:spLocks noGrp="1"/>
          </p:cNvSpPr>
          <p:nvPr>
            <p:ph type="body" sz="quarter" idx="27" hasCustomPrompt="1"/>
          </p:nvPr>
        </p:nvSpPr>
        <p:spPr>
          <a:xfrm>
            <a:off x="754340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0" name="文本占位符 30"/>
          <p:cNvSpPr>
            <a:spLocks noGrp="1"/>
          </p:cNvSpPr>
          <p:nvPr>
            <p:ph type="body" sz="quarter" idx="28" hasCustomPrompt="1"/>
          </p:nvPr>
        </p:nvSpPr>
        <p:spPr>
          <a:xfrm>
            <a:off x="397433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2" name="文本占位符 30"/>
          <p:cNvSpPr>
            <a:spLocks noGrp="1"/>
          </p:cNvSpPr>
          <p:nvPr>
            <p:ph type="body" sz="quarter" idx="29" hasCustomPrompt="1"/>
          </p:nvPr>
        </p:nvSpPr>
        <p:spPr>
          <a:xfrm>
            <a:off x="5777758" y="2814227"/>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3" name="文本占位符 30"/>
          <p:cNvSpPr>
            <a:spLocks noGrp="1"/>
          </p:cNvSpPr>
          <p:nvPr>
            <p:ph type="body" sz="quarter" idx="30" hasCustomPrompt="1"/>
          </p:nvPr>
        </p:nvSpPr>
        <p:spPr>
          <a:xfrm>
            <a:off x="5766555" y="3966816"/>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4" name="文本占位符 30"/>
          <p:cNvSpPr>
            <a:spLocks noGrp="1"/>
          </p:cNvSpPr>
          <p:nvPr>
            <p:ph type="body" sz="quarter" idx="31" hasCustomPrompt="1"/>
          </p:nvPr>
        </p:nvSpPr>
        <p:spPr>
          <a:xfrm>
            <a:off x="5229118" y="341099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5" name="文本占位符 30"/>
          <p:cNvSpPr>
            <a:spLocks noGrp="1"/>
          </p:cNvSpPr>
          <p:nvPr>
            <p:ph type="body" sz="quarter" idx="32" hasCustomPrompt="1"/>
          </p:nvPr>
        </p:nvSpPr>
        <p:spPr>
          <a:xfrm>
            <a:off x="6278271" y="3401368"/>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4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1版式-3">
    <p:bg>
      <p:bgPr>
        <a:solidFill>
          <a:schemeClr val="bg1"/>
        </a:solidFill>
        <a:effectLst/>
      </p:bgPr>
    </p:bg>
    <p:spTree>
      <p:nvGrpSpPr>
        <p:cNvPr id="1" name=""/>
        <p:cNvGrpSpPr/>
        <p:nvPr/>
      </p:nvGrpSpPr>
      <p:grpSpPr>
        <a:xfrm>
          <a:off x="0" y="0"/>
          <a:ext cx="0" cy="0"/>
          <a:chOff x="0" y="0"/>
          <a:chExt cx="0" cy="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425360" y="3327134"/>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137360" y="3327134"/>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sp>
        <p:nvSpPr>
          <p:cNvPr id="42"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4" name="文本占位符 30"/>
          <p:cNvSpPr>
            <a:spLocks noGrp="1"/>
          </p:cNvSpPr>
          <p:nvPr>
            <p:ph type="body" sz="quarter" idx="19" hasCustomPrompt="1"/>
          </p:nvPr>
        </p:nvSpPr>
        <p:spPr>
          <a:xfrm>
            <a:off x="4388478" y="1554544"/>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0" hasCustomPrompt="1"/>
          </p:nvPr>
        </p:nvSpPr>
        <p:spPr>
          <a:xfrm>
            <a:off x="4388477" y="2007852"/>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1" hasCustomPrompt="1"/>
          </p:nvPr>
        </p:nvSpPr>
        <p:spPr>
          <a:xfrm>
            <a:off x="4811993" y="3423065"/>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2" hasCustomPrompt="1"/>
          </p:nvPr>
        </p:nvSpPr>
        <p:spPr>
          <a:xfrm>
            <a:off x="4811992" y="3876373"/>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3" hasCustomPrompt="1"/>
          </p:nvPr>
        </p:nvSpPr>
        <p:spPr>
          <a:xfrm>
            <a:off x="4388477" y="5311572"/>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4" hasCustomPrompt="1"/>
          </p:nvPr>
        </p:nvSpPr>
        <p:spPr>
          <a:xfrm>
            <a:off x="4388476" y="5764881"/>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11版式-4">
    <p:bg>
      <p:bgPr>
        <a:solidFill>
          <a:schemeClr val="bg1"/>
        </a:solidFill>
        <a:effectLst/>
      </p:bgPr>
    </p:bg>
    <p:spTree>
      <p:nvGrpSpPr>
        <p:cNvPr id="1" name=""/>
        <p:cNvGrpSpPr/>
        <p:nvPr/>
      </p:nvGrpSpPr>
      <p:grpSpPr>
        <a:xfrm>
          <a:off x="0" y="0"/>
          <a:ext cx="0" cy="0"/>
          <a:chOff x="0" y="0"/>
          <a:chExt cx="0" cy="0"/>
        </a:xfrm>
      </p:grpSpPr>
      <p:grpSp>
        <p:nvGrpSpPr>
          <p:cNvPr id="4" name="20429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2254651" y="1474850"/>
            <a:ext cx="9265837" cy="4327400"/>
            <a:chOff x="2254651" y="1474850"/>
            <a:chExt cx="9265837" cy="432740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9" name="直接连接符 8"/>
            <p:cNvCxnSpPr>
              <a:stCxn id="19" idx="0"/>
            </p:cNvCxnSpPr>
            <p:nvPr/>
          </p:nvCxnSpPr>
          <p:spPr>
            <a:xfrm>
              <a:off x="4316502" y="3965649"/>
              <a:ext cx="7203986"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316502" y="2720249"/>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3" name="ïşļiďé"/>
            <p:cNvGrpSpPr/>
            <p:nvPr/>
          </p:nvGrpSpPr>
          <p:grpSpPr>
            <a:xfrm>
              <a:off x="7761155" y="2188828"/>
              <a:ext cx="952304" cy="623435"/>
              <a:chOff x="6349908" y="2695299"/>
              <a:chExt cx="952304" cy="623435"/>
            </a:xfrm>
          </p:grpSpPr>
          <p:sp>
            <p:nvSpPr>
              <p:cNvPr id="29" name="iş1îďé"/>
              <p:cNvSpPr txBox="1"/>
              <p:nvPr/>
            </p:nvSpPr>
            <p:spPr>
              <a:xfrm>
                <a:off x="6349908" y="2980180"/>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Apr-Jun</a:t>
                </a:r>
              </a:p>
            </p:txBody>
          </p:sp>
          <p:grpSp>
            <p:nvGrpSpPr>
              <p:cNvPr id="30" name="ïṩḻíḍé"/>
              <p:cNvGrpSpPr>
                <a:grpSpLocks noChangeAspect="1"/>
              </p:cNvGrpSpPr>
              <p:nvPr/>
            </p:nvGrpSpPr>
            <p:grpSpPr>
              <a:xfrm>
                <a:off x="6700714" y="2695299"/>
                <a:ext cx="250681" cy="252001"/>
                <a:chOff x="1547813" y="3240088"/>
                <a:chExt cx="301626" cy="303213"/>
              </a:xfrm>
              <a:solidFill>
                <a:sysClr val="window" lastClr="FFFFFF"/>
              </a:solidFill>
            </p:grpSpPr>
            <p:sp>
              <p:nvSpPr>
                <p:cNvPr id="31" name="íṥlïḍè"/>
                <p:cNvSpPr/>
                <p:nvPr/>
              </p:nvSpPr>
              <p:spPr bwMode="auto">
                <a:xfrm>
                  <a:off x="1611313" y="3392488"/>
                  <a:ext cx="85725" cy="87313"/>
                </a:xfrm>
                <a:custGeom>
                  <a:avLst/>
                  <a:gdLst>
                    <a:gd name="T0" fmla="*/ 92 w 218"/>
                    <a:gd name="T1" fmla="*/ 191 h 219"/>
                    <a:gd name="T2" fmla="*/ 70 w 218"/>
                    <a:gd name="T3" fmla="*/ 183 h 219"/>
                    <a:gd name="T4" fmla="*/ 50 w 218"/>
                    <a:gd name="T5" fmla="*/ 168 h 219"/>
                    <a:gd name="T6" fmla="*/ 35 w 218"/>
                    <a:gd name="T7" fmla="*/ 149 h 219"/>
                    <a:gd name="T8" fmla="*/ 27 w 218"/>
                    <a:gd name="T9" fmla="*/ 125 h 219"/>
                    <a:gd name="T10" fmla="*/ 26 w 218"/>
                    <a:gd name="T11" fmla="*/ 101 h 219"/>
                    <a:gd name="T12" fmla="*/ 32 w 218"/>
                    <a:gd name="T13" fmla="*/ 77 h 219"/>
                    <a:gd name="T14" fmla="*/ 45 w 218"/>
                    <a:gd name="T15" fmla="*/ 56 h 219"/>
                    <a:gd name="T16" fmla="*/ 62 w 218"/>
                    <a:gd name="T17" fmla="*/ 40 h 219"/>
                    <a:gd name="T18" fmla="*/ 85 w 218"/>
                    <a:gd name="T19" fmla="*/ 29 h 219"/>
                    <a:gd name="T20" fmla="*/ 109 w 218"/>
                    <a:gd name="T21" fmla="*/ 26 h 219"/>
                    <a:gd name="T22" fmla="*/ 134 w 218"/>
                    <a:gd name="T23" fmla="*/ 29 h 219"/>
                    <a:gd name="T24" fmla="*/ 155 w 218"/>
                    <a:gd name="T25" fmla="*/ 40 h 219"/>
                    <a:gd name="T26" fmla="*/ 174 w 218"/>
                    <a:gd name="T27" fmla="*/ 56 h 219"/>
                    <a:gd name="T28" fmla="*/ 186 w 218"/>
                    <a:gd name="T29" fmla="*/ 77 h 219"/>
                    <a:gd name="T30" fmla="*/ 192 w 218"/>
                    <a:gd name="T31" fmla="*/ 101 h 219"/>
                    <a:gd name="T32" fmla="*/ 191 w 218"/>
                    <a:gd name="T33" fmla="*/ 125 h 219"/>
                    <a:gd name="T34" fmla="*/ 182 w 218"/>
                    <a:gd name="T35" fmla="*/ 149 h 219"/>
                    <a:gd name="T36" fmla="*/ 168 w 218"/>
                    <a:gd name="T37" fmla="*/ 168 h 219"/>
                    <a:gd name="T38" fmla="*/ 149 w 218"/>
                    <a:gd name="T39" fmla="*/ 183 h 219"/>
                    <a:gd name="T40" fmla="*/ 125 w 218"/>
                    <a:gd name="T41" fmla="*/ 191 h 219"/>
                    <a:gd name="T42" fmla="*/ 109 w 218"/>
                    <a:gd name="T43" fmla="*/ 0 h 219"/>
                    <a:gd name="T44" fmla="*/ 77 w 218"/>
                    <a:gd name="T45" fmla="*/ 4 h 219"/>
                    <a:gd name="T46" fmla="*/ 48 w 218"/>
                    <a:gd name="T47" fmla="*/ 18 h 219"/>
                    <a:gd name="T48" fmla="*/ 25 w 218"/>
                    <a:gd name="T49" fmla="*/ 40 h 219"/>
                    <a:gd name="T50" fmla="*/ 8 w 218"/>
                    <a:gd name="T51" fmla="*/ 66 h 219"/>
                    <a:gd name="T52" fmla="*/ 1 w 218"/>
                    <a:gd name="T53" fmla="*/ 98 h 219"/>
                    <a:gd name="T54" fmla="*/ 2 w 218"/>
                    <a:gd name="T55" fmla="*/ 131 h 219"/>
                    <a:gd name="T56" fmla="*/ 13 w 218"/>
                    <a:gd name="T57" fmla="*/ 161 h 219"/>
                    <a:gd name="T58" fmla="*/ 32 w 218"/>
                    <a:gd name="T59" fmla="*/ 187 h 219"/>
                    <a:gd name="T60" fmla="*/ 57 w 218"/>
                    <a:gd name="T61" fmla="*/ 205 h 219"/>
                    <a:gd name="T62" fmla="*/ 87 w 218"/>
                    <a:gd name="T63" fmla="*/ 217 h 219"/>
                    <a:gd name="T64" fmla="*/ 120 w 218"/>
                    <a:gd name="T65" fmla="*/ 218 h 219"/>
                    <a:gd name="T66" fmla="*/ 151 w 218"/>
                    <a:gd name="T67" fmla="*/ 210 h 219"/>
                    <a:gd name="T68" fmla="*/ 178 w 218"/>
                    <a:gd name="T69" fmla="*/ 193 h 219"/>
                    <a:gd name="T70" fmla="*/ 200 w 218"/>
                    <a:gd name="T71" fmla="*/ 171 h 219"/>
                    <a:gd name="T72" fmla="*/ 213 w 218"/>
                    <a:gd name="T73" fmla="*/ 142 h 219"/>
                    <a:gd name="T74" fmla="*/ 218 w 218"/>
                    <a:gd name="T75" fmla="*/ 109 h 219"/>
                    <a:gd name="T76" fmla="*/ 213 w 218"/>
                    <a:gd name="T77" fmla="*/ 77 h 219"/>
                    <a:gd name="T78" fmla="*/ 200 w 218"/>
                    <a:gd name="T79" fmla="*/ 48 h 219"/>
                    <a:gd name="T80" fmla="*/ 178 w 218"/>
                    <a:gd name="T81" fmla="*/ 25 h 219"/>
                    <a:gd name="T82" fmla="*/ 151 w 218"/>
                    <a:gd name="T83" fmla="*/ 8 h 219"/>
                    <a:gd name="T84" fmla="*/ 120 w 218"/>
                    <a:gd name="T85"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8" h="219">
                      <a:moveTo>
                        <a:pt x="109" y="193"/>
                      </a:moveTo>
                      <a:lnTo>
                        <a:pt x="101" y="193"/>
                      </a:lnTo>
                      <a:lnTo>
                        <a:pt x="92" y="191"/>
                      </a:lnTo>
                      <a:lnTo>
                        <a:pt x="85" y="190"/>
                      </a:lnTo>
                      <a:lnTo>
                        <a:pt x="76" y="187"/>
                      </a:lnTo>
                      <a:lnTo>
                        <a:pt x="70" y="183"/>
                      </a:lnTo>
                      <a:lnTo>
                        <a:pt x="62" y="179"/>
                      </a:lnTo>
                      <a:lnTo>
                        <a:pt x="56" y="174"/>
                      </a:lnTo>
                      <a:lnTo>
                        <a:pt x="50" y="168"/>
                      </a:lnTo>
                      <a:lnTo>
                        <a:pt x="45" y="162"/>
                      </a:lnTo>
                      <a:lnTo>
                        <a:pt x="40" y="156"/>
                      </a:lnTo>
                      <a:lnTo>
                        <a:pt x="35" y="149"/>
                      </a:lnTo>
                      <a:lnTo>
                        <a:pt x="32" y="142"/>
                      </a:lnTo>
                      <a:lnTo>
                        <a:pt x="29" y="134"/>
                      </a:lnTo>
                      <a:lnTo>
                        <a:pt x="27" y="125"/>
                      </a:lnTo>
                      <a:lnTo>
                        <a:pt x="26" y="118"/>
                      </a:lnTo>
                      <a:lnTo>
                        <a:pt x="26" y="109"/>
                      </a:lnTo>
                      <a:lnTo>
                        <a:pt x="26" y="101"/>
                      </a:lnTo>
                      <a:lnTo>
                        <a:pt x="27" y="92"/>
                      </a:lnTo>
                      <a:lnTo>
                        <a:pt x="29" y="85"/>
                      </a:lnTo>
                      <a:lnTo>
                        <a:pt x="32" y="77"/>
                      </a:lnTo>
                      <a:lnTo>
                        <a:pt x="35" y="70"/>
                      </a:lnTo>
                      <a:lnTo>
                        <a:pt x="40" y="62"/>
                      </a:lnTo>
                      <a:lnTo>
                        <a:pt x="45" y="56"/>
                      </a:lnTo>
                      <a:lnTo>
                        <a:pt x="50" y="50"/>
                      </a:lnTo>
                      <a:lnTo>
                        <a:pt x="56" y="45"/>
                      </a:lnTo>
                      <a:lnTo>
                        <a:pt x="62" y="40"/>
                      </a:lnTo>
                      <a:lnTo>
                        <a:pt x="70" y="35"/>
                      </a:lnTo>
                      <a:lnTo>
                        <a:pt x="76" y="32"/>
                      </a:lnTo>
                      <a:lnTo>
                        <a:pt x="85" y="29"/>
                      </a:lnTo>
                      <a:lnTo>
                        <a:pt x="92" y="27"/>
                      </a:lnTo>
                      <a:lnTo>
                        <a:pt x="101" y="26"/>
                      </a:lnTo>
                      <a:lnTo>
                        <a:pt x="109" y="26"/>
                      </a:lnTo>
                      <a:lnTo>
                        <a:pt x="118" y="26"/>
                      </a:lnTo>
                      <a:lnTo>
                        <a:pt x="125" y="27"/>
                      </a:lnTo>
                      <a:lnTo>
                        <a:pt x="134" y="29"/>
                      </a:lnTo>
                      <a:lnTo>
                        <a:pt x="142" y="32"/>
                      </a:lnTo>
                      <a:lnTo>
                        <a:pt x="149" y="35"/>
                      </a:lnTo>
                      <a:lnTo>
                        <a:pt x="155" y="40"/>
                      </a:lnTo>
                      <a:lnTo>
                        <a:pt x="162" y="45"/>
                      </a:lnTo>
                      <a:lnTo>
                        <a:pt x="168" y="50"/>
                      </a:lnTo>
                      <a:lnTo>
                        <a:pt x="174" y="56"/>
                      </a:lnTo>
                      <a:lnTo>
                        <a:pt x="178" y="62"/>
                      </a:lnTo>
                      <a:lnTo>
                        <a:pt x="182" y="70"/>
                      </a:lnTo>
                      <a:lnTo>
                        <a:pt x="186" y="77"/>
                      </a:lnTo>
                      <a:lnTo>
                        <a:pt x="189" y="85"/>
                      </a:lnTo>
                      <a:lnTo>
                        <a:pt x="191" y="92"/>
                      </a:lnTo>
                      <a:lnTo>
                        <a:pt x="192" y="101"/>
                      </a:lnTo>
                      <a:lnTo>
                        <a:pt x="193" y="109"/>
                      </a:lnTo>
                      <a:lnTo>
                        <a:pt x="192" y="118"/>
                      </a:lnTo>
                      <a:lnTo>
                        <a:pt x="191" y="125"/>
                      </a:lnTo>
                      <a:lnTo>
                        <a:pt x="189" y="134"/>
                      </a:lnTo>
                      <a:lnTo>
                        <a:pt x="186" y="142"/>
                      </a:lnTo>
                      <a:lnTo>
                        <a:pt x="182" y="149"/>
                      </a:lnTo>
                      <a:lnTo>
                        <a:pt x="178" y="156"/>
                      </a:lnTo>
                      <a:lnTo>
                        <a:pt x="174" y="162"/>
                      </a:lnTo>
                      <a:lnTo>
                        <a:pt x="168" y="168"/>
                      </a:lnTo>
                      <a:lnTo>
                        <a:pt x="162" y="174"/>
                      </a:lnTo>
                      <a:lnTo>
                        <a:pt x="155" y="179"/>
                      </a:lnTo>
                      <a:lnTo>
                        <a:pt x="149" y="183"/>
                      </a:lnTo>
                      <a:lnTo>
                        <a:pt x="142" y="187"/>
                      </a:lnTo>
                      <a:lnTo>
                        <a:pt x="134" y="190"/>
                      </a:lnTo>
                      <a:lnTo>
                        <a:pt x="125" y="191"/>
                      </a:lnTo>
                      <a:lnTo>
                        <a:pt x="118" y="193"/>
                      </a:lnTo>
                      <a:lnTo>
                        <a:pt x="109" y="193"/>
                      </a:lnTo>
                      <a:close/>
                      <a:moveTo>
                        <a:pt x="109" y="0"/>
                      </a:moveTo>
                      <a:lnTo>
                        <a:pt x="98" y="0"/>
                      </a:lnTo>
                      <a:lnTo>
                        <a:pt x="87" y="2"/>
                      </a:lnTo>
                      <a:lnTo>
                        <a:pt x="77" y="4"/>
                      </a:lnTo>
                      <a:lnTo>
                        <a:pt x="66" y="8"/>
                      </a:lnTo>
                      <a:lnTo>
                        <a:pt x="57" y="13"/>
                      </a:lnTo>
                      <a:lnTo>
                        <a:pt x="48" y="18"/>
                      </a:lnTo>
                      <a:lnTo>
                        <a:pt x="40" y="25"/>
                      </a:lnTo>
                      <a:lnTo>
                        <a:pt x="32" y="32"/>
                      </a:lnTo>
                      <a:lnTo>
                        <a:pt x="25" y="40"/>
                      </a:lnTo>
                      <a:lnTo>
                        <a:pt x="19" y="48"/>
                      </a:lnTo>
                      <a:lnTo>
                        <a:pt x="13" y="57"/>
                      </a:lnTo>
                      <a:lnTo>
                        <a:pt x="8" y="66"/>
                      </a:lnTo>
                      <a:lnTo>
                        <a:pt x="5" y="77"/>
                      </a:lnTo>
                      <a:lnTo>
                        <a:pt x="2" y="87"/>
                      </a:lnTo>
                      <a:lnTo>
                        <a:pt x="1" y="98"/>
                      </a:lnTo>
                      <a:lnTo>
                        <a:pt x="0" y="109"/>
                      </a:lnTo>
                      <a:lnTo>
                        <a:pt x="1" y="120"/>
                      </a:lnTo>
                      <a:lnTo>
                        <a:pt x="2" y="131"/>
                      </a:lnTo>
                      <a:lnTo>
                        <a:pt x="5" y="142"/>
                      </a:lnTo>
                      <a:lnTo>
                        <a:pt x="8" y="151"/>
                      </a:lnTo>
                      <a:lnTo>
                        <a:pt x="13" y="161"/>
                      </a:lnTo>
                      <a:lnTo>
                        <a:pt x="19" y="171"/>
                      </a:lnTo>
                      <a:lnTo>
                        <a:pt x="25" y="178"/>
                      </a:lnTo>
                      <a:lnTo>
                        <a:pt x="32" y="187"/>
                      </a:lnTo>
                      <a:lnTo>
                        <a:pt x="40" y="193"/>
                      </a:lnTo>
                      <a:lnTo>
                        <a:pt x="48" y="200"/>
                      </a:lnTo>
                      <a:lnTo>
                        <a:pt x="57" y="205"/>
                      </a:lnTo>
                      <a:lnTo>
                        <a:pt x="66" y="210"/>
                      </a:lnTo>
                      <a:lnTo>
                        <a:pt x="77" y="214"/>
                      </a:lnTo>
                      <a:lnTo>
                        <a:pt x="87" y="217"/>
                      </a:lnTo>
                      <a:lnTo>
                        <a:pt x="98" y="218"/>
                      </a:lnTo>
                      <a:lnTo>
                        <a:pt x="109" y="219"/>
                      </a:lnTo>
                      <a:lnTo>
                        <a:pt x="120" y="218"/>
                      </a:lnTo>
                      <a:lnTo>
                        <a:pt x="131" y="217"/>
                      </a:lnTo>
                      <a:lnTo>
                        <a:pt x="142" y="214"/>
                      </a:lnTo>
                      <a:lnTo>
                        <a:pt x="151" y="210"/>
                      </a:lnTo>
                      <a:lnTo>
                        <a:pt x="161" y="205"/>
                      </a:lnTo>
                      <a:lnTo>
                        <a:pt x="169" y="200"/>
                      </a:lnTo>
                      <a:lnTo>
                        <a:pt x="178" y="193"/>
                      </a:lnTo>
                      <a:lnTo>
                        <a:pt x="187" y="187"/>
                      </a:lnTo>
                      <a:lnTo>
                        <a:pt x="193" y="178"/>
                      </a:lnTo>
                      <a:lnTo>
                        <a:pt x="200" y="171"/>
                      </a:lnTo>
                      <a:lnTo>
                        <a:pt x="205" y="161"/>
                      </a:lnTo>
                      <a:lnTo>
                        <a:pt x="209" y="151"/>
                      </a:lnTo>
                      <a:lnTo>
                        <a:pt x="213" y="142"/>
                      </a:lnTo>
                      <a:lnTo>
                        <a:pt x="216" y="131"/>
                      </a:lnTo>
                      <a:lnTo>
                        <a:pt x="218" y="120"/>
                      </a:lnTo>
                      <a:lnTo>
                        <a:pt x="218" y="109"/>
                      </a:lnTo>
                      <a:lnTo>
                        <a:pt x="218" y="98"/>
                      </a:lnTo>
                      <a:lnTo>
                        <a:pt x="216" y="87"/>
                      </a:lnTo>
                      <a:lnTo>
                        <a:pt x="213" y="77"/>
                      </a:lnTo>
                      <a:lnTo>
                        <a:pt x="209" y="66"/>
                      </a:lnTo>
                      <a:lnTo>
                        <a:pt x="205" y="57"/>
                      </a:lnTo>
                      <a:lnTo>
                        <a:pt x="200" y="48"/>
                      </a:lnTo>
                      <a:lnTo>
                        <a:pt x="193" y="40"/>
                      </a:lnTo>
                      <a:lnTo>
                        <a:pt x="187" y="32"/>
                      </a:lnTo>
                      <a:lnTo>
                        <a:pt x="178" y="25"/>
                      </a:lnTo>
                      <a:lnTo>
                        <a:pt x="169" y="18"/>
                      </a:lnTo>
                      <a:lnTo>
                        <a:pt x="161" y="13"/>
                      </a:lnTo>
                      <a:lnTo>
                        <a:pt x="151" y="8"/>
                      </a:lnTo>
                      <a:lnTo>
                        <a:pt x="142" y="4"/>
                      </a:lnTo>
                      <a:lnTo>
                        <a:pt x="131" y="2"/>
                      </a:lnTo>
                      <a:lnTo>
                        <a:pt x="120" y="0"/>
                      </a:lnTo>
                      <a:lnTo>
                        <a:pt x="1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iśļîḑe"/>
                <p:cNvSpPr/>
                <p:nvPr/>
              </p:nvSpPr>
              <p:spPr bwMode="auto">
                <a:xfrm>
                  <a:off x="1763713" y="3278188"/>
                  <a:ext cx="49213" cy="47625"/>
                </a:xfrm>
                <a:custGeom>
                  <a:avLst/>
                  <a:gdLst>
                    <a:gd name="T0" fmla="*/ 54 w 122"/>
                    <a:gd name="T1" fmla="*/ 96 h 121"/>
                    <a:gd name="T2" fmla="*/ 41 w 122"/>
                    <a:gd name="T3" fmla="*/ 90 h 121"/>
                    <a:gd name="T4" fmla="*/ 31 w 122"/>
                    <a:gd name="T5" fmla="*/ 81 h 121"/>
                    <a:gd name="T6" fmla="*/ 26 w 122"/>
                    <a:gd name="T7" fmla="*/ 68 h 121"/>
                    <a:gd name="T8" fmla="*/ 26 w 122"/>
                    <a:gd name="T9" fmla="*/ 54 h 121"/>
                    <a:gd name="T10" fmla="*/ 31 w 122"/>
                    <a:gd name="T11" fmla="*/ 41 h 121"/>
                    <a:gd name="T12" fmla="*/ 41 w 122"/>
                    <a:gd name="T13" fmla="*/ 31 h 121"/>
                    <a:gd name="T14" fmla="*/ 54 w 122"/>
                    <a:gd name="T15" fmla="*/ 26 h 121"/>
                    <a:gd name="T16" fmla="*/ 68 w 122"/>
                    <a:gd name="T17" fmla="*/ 26 h 121"/>
                    <a:gd name="T18" fmla="*/ 81 w 122"/>
                    <a:gd name="T19" fmla="*/ 31 h 121"/>
                    <a:gd name="T20" fmla="*/ 90 w 122"/>
                    <a:gd name="T21" fmla="*/ 41 h 121"/>
                    <a:gd name="T22" fmla="*/ 96 w 122"/>
                    <a:gd name="T23" fmla="*/ 54 h 121"/>
                    <a:gd name="T24" fmla="*/ 96 w 122"/>
                    <a:gd name="T25" fmla="*/ 68 h 121"/>
                    <a:gd name="T26" fmla="*/ 90 w 122"/>
                    <a:gd name="T27" fmla="*/ 81 h 121"/>
                    <a:gd name="T28" fmla="*/ 81 w 122"/>
                    <a:gd name="T29" fmla="*/ 90 h 121"/>
                    <a:gd name="T30" fmla="*/ 68 w 122"/>
                    <a:gd name="T31" fmla="*/ 96 h 121"/>
                    <a:gd name="T32" fmla="*/ 61 w 122"/>
                    <a:gd name="T33" fmla="*/ 0 h 121"/>
                    <a:gd name="T34" fmla="*/ 49 w 122"/>
                    <a:gd name="T35" fmla="*/ 1 h 121"/>
                    <a:gd name="T36" fmla="*/ 38 w 122"/>
                    <a:gd name="T37" fmla="*/ 4 h 121"/>
                    <a:gd name="T38" fmla="*/ 27 w 122"/>
                    <a:gd name="T39" fmla="*/ 11 h 121"/>
                    <a:gd name="T40" fmla="*/ 19 w 122"/>
                    <a:gd name="T41" fmla="*/ 18 h 121"/>
                    <a:gd name="T42" fmla="*/ 11 w 122"/>
                    <a:gd name="T43" fmla="*/ 27 h 121"/>
                    <a:gd name="T44" fmla="*/ 5 w 122"/>
                    <a:gd name="T45" fmla="*/ 38 h 121"/>
                    <a:gd name="T46" fmla="*/ 1 w 122"/>
                    <a:gd name="T47" fmla="*/ 48 h 121"/>
                    <a:gd name="T48" fmla="*/ 0 w 122"/>
                    <a:gd name="T49" fmla="*/ 61 h 121"/>
                    <a:gd name="T50" fmla="*/ 1 w 122"/>
                    <a:gd name="T51" fmla="*/ 73 h 121"/>
                    <a:gd name="T52" fmla="*/ 5 w 122"/>
                    <a:gd name="T53" fmla="*/ 85 h 121"/>
                    <a:gd name="T54" fmla="*/ 11 w 122"/>
                    <a:gd name="T55" fmla="*/ 96 h 121"/>
                    <a:gd name="T56" fmla="*/ 19 w 122"/>
                    <a:gd name="T57" fmla="*/ 104 h 121"/>
                    <a:gd name="T58" fmla="*/ 27 w 122"/>
                    <a:gd name="T59" fmla="*/ 112 h 121"/>
                    <a:gd name="T60" fmla="*/ 38 w 122"/>
                    <a:gd name="T61" fmla="*/ 117 h 121"/>
                    <a:gd name="T62" fmla="*/ 49 w 122"/>
                    <a:gd name="T63" fmla="*/ 120 h 121"/>
                    <a:gd name="T64" fmla="*/ 61 w 122"/>
                    <a:gd name="T65" fmla="*/ 121 h 121"/>
                    <a:gd name="T66" fmla="*/ 73 w 122"/>
                    <a:gd name="T67" fmla="*/ 120 h 121"/>
                    <a:gd name="T68" fmla="*/ 85 w 122"/>
                    <a:gd name="T69" fmla="*/ 117 h 121"/>
                    <a:gd name="T70" fmla="*/ 95 w 122"/>
                    <a:gd name="T71" fmla="*/ 112 h 121"/>
                    <a:gd name="T72" fmla="*/ 104 w 122"/>
                    <a:gd name="T73" fmla="*/ 104 h 121"/>
                    <a:gd name="T74" fmla="*/ 112 w 122"/>
                    <a:gd name="T75" fmla="*/ 96 h 121"/>
                    <a:gd name="T76" fmla="*/ 117 w 122"/>
                    <a:gd name="T77" fmla="*/ 85 h 121"/>
                    <a:gd name="T78" fmla="*/ 121 w 122"/>
                    <a:gd name="T79" fmla="*/ 73 h 121"/>
                    <a:gd name="T80" fmla="*/ 122 w 122"/>
                    <a:gd name="T81" fmla="*/ 61 h 121"/>
                    <a:gd name="T82" fmla="*/ 121 w 122"/>
                    <a:gd name="T83" fmla="*/ 48 h 121"/>
                    <a:gd name="T84" fmla="*/ 117 w 122"/>
                    <a:gd name="T85" fmla="*/ 38 h 121"/>
                    <a:gd name="T86" fmla="*/ 112 w 122"/>
                    <a:gd name="T87" fmla="*/ 27 h 121"/>
                    <a:gd name="T88" fmla="*/ 104 w 122"/>
                    <a:gd name="T89" fmla="*/ 18 h 121"/>
                    <a:gd name="T90" fmla="*/ 95 w 122"/>
                    <a:gd name="T91" fmla="*/ 11 h 121"/>
                    <a:gd name="T92" fmla="*/ 85 w 122"/>
                    <a:gd name="T93" fmla="*/ 4 h 121"/>
                    <a:gd name="T94" fmla="*/ 73 w 122"/>
                    <a:gd name="T95" fmla="*/ 1 h 121"/>
                    <a:gd name="T96" fmla="*/ 61 w 122"/>
                    <a:gd name="T9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21">
                      <a:moveTo>
                        <a:pt x="61" y="97"/>
                      </a:moveTo>
                      <a:lnTo>
                        <a:pt x="54" y="96"/>
                      </a:lnTo>
                      <a:lnTo>
                        <a:pt x="47" y="93"/>
                      </a:lnTo>
                      <a:lnTo>
                        <a:pt x="41" y="90"/>
                      </a:lnTo>
                      <a:lnTo>
                        <a:pt x="36" y="86"/>
                      </a:lnTo>
                      <a:lnTo>
                        <a:pt x="31" y="81"/>
                      </a:lnTo>
                      <a:lnTo>
                        <a:pt x="28" y="75"/>
                      </a:lnTo>
                      <a:lnTo>
                        <a:pt x="26" y="68"/>
                      </a:lnTo>
                      <a:lnTo>
                        <a:pt x="26" y="61"/>
                      </a:lnTo>
                      <a:lnTo>
                        <a:pt x="26" y="54"/>
                      </a:lnTo>
                      <a:lnTo>
                        <a:pt x="28" y="47"/>
                      </a:lnTo>
                      <a:lnTo>
                        <a:pt x="31" y="41"/>
                      </a:lnTo>
                      <a:lnTo>
                        <a:pt x="36" y="35"/>
                      </a:lnTo>
                      <a:lnTo>
                        <a:pt x="41" y="31"/>
                      </a:lnTo>
                      <a:lnTo>
                        <a:pt x="47" y="28"/>
                      </a:lnTo>
                      <a:lnTo>
                        <a:pt x="54" y="26"/>
                      </a:lnTo>
                      <a:lnTo>
                        <a:pt x="61" y="25"/>
                      </a:lnTo>
                      <a:lnTo>
                        <a:pt x="68" y="26"/>
                      </a:lnTo>
                      <a:lnTo>
                        <a:pt x="75" y="28"/>
                      </a:lnTo>
                      <a:lnTo>
                        <a:pt x="81" y="31"/>
                      </a:lnTo>
                      <a:lnTo>
                        <a:pt x="86" y="35"/>
                      </a:lnTo>
                      <a:lnTo>
                        <a:pt x="90" y="41"/>
                      </a:lnTo>
                      <a:lnTo>
                        <a:pt x="94" y="47"/>
                      </a:lnTo>
                      <a:lnTo>
                        <a:pt x="96" y="54"/>
                      </a:lnTo>
                      <a:lnTo>
                        <a:pt x="97" y="61"/>
                      </a:lnTo>
                      <a:lnTo>
                        <a:pt x="96" y="68"/>
                      </a:lnTo>
                      <a:lnTo>
                        <a:pt x="94" y="75"/>
                      </a:lnTo>
                      <a:lnTo>
                        <a:pt x="90" y="81"/>
                      </a:lnTo>
                      <a:lnTo>
                        <a:pt x="86" y="86"/>
                      </a:lnTo>
                      <a:lnTo>
                        <a:pt x="81" y="90"/>
                      </a:lnTo>
                      <a:lnTo>
                        <a:pt x="75" y="93"/>
                      </a:lnTo>
                      <a:lnTo>
                        <a:pt x="68" y="96"/>
                      </a:lnTo>
                      <a:lnTo>
                        <a:pt x="61" y="97"/>
                      </a:lnTo>
                      <a:close/>
                      <a:moveTo>
                        <a:pt x="61" y="0"/>
                      </a:moveTo>
                      <a:lnTo>
                        <a:pt x="55" y="0"/>
                      </a:lnTo>
                      <a:lnTo>
                        <a:pt x="49" y="1"/>
                      </a:lnTo>
                      <a:lnTo>
                        <a:pt x="43" y="2"/>
                      </a:lnTo>
                      <a:lnTo>
                        <a:pt x="38" y="4"/>
                      </a:lnTo>
                      <a:lnTo>
                        <a:pt x="32" y="8"/>
                      </a:lnTo>
                      <a:lnTo>
                        <a:pt x="27" y="11"/>
                      </a:lnTo>
                      <a:lnTo>
                        <a:pt x="23" y="14"/>
                      </a:lnTo>
                      <a:lnTo>
                        <a:pt x="19" y="18"/>
                      </a:lnTo>
                      <a:lnTo>
                        <a:pt x="14" y="23"/>
                      </a:lnTo>
                      <a:lnTo>
                        <a:pt x="11" y="27"/>
                      </a:lnTo>
                      <a:lnTo>
                        <a:pt x="8" y="32"/>
                      </a:lnTo>
                      <a:lnTo>
                        <a:pt x="5" y="38"/>
                      </a:lnTo>
                      <a:lnTo>
                        <a:pt x="3" y="43"/>
                      </a:lnTo>
                      <a:lnTo>
                        <a:pt x="1" y="48"/>
                      </a:lnTo>
                      <a:lnTo>
                        <a:pt x="0" y="55"/>
                      </a:lnTo>
                      <a:lnTo>
                        <a:pt x="0" y="61"/>
                      </a:lnTo>
                      <a:lnTo>
                        <a:pt x="0" y="67"/>
                      </a:lnTo>
                      <a:lnTo>
                        <a:pt x="1" y="73"/>
                      </a:lnTo>
                      <a:lnTo>
                        <a:pt x="3" y="79"/>
                      </a:lnTo>
                      <a:lnTo>
                        <a:pt x="5" y="85"/>
                      </a:lnTo>
                      <a:lnTo>
                        <a:pt x="8" y="90"/>
                      </a:lnTo>
                      <a:lnTo>
                        <a:pt x="11" y="96"/>
                      </a:lnTo>
                      <a:lnTo>
                        <a:pt x="14" y="100"/>
                      </a:lnTo>
                      <a:lnTo>
                        <a:pt x="19" y="104"/>
                      </a:lnTo>
                      <a:lnTo>
                        <a:pt x="23" y="108"/>
                      </a:lnTo>
                      <a:lnTo>
                        <a:pt x="27" y="112"/>
                      </a:lnTo>
                      <a:lnTo>
                        <a:pt x="32" y="115"/>
                      </a:lnTo>
                      <a:lnTo>
                        <a:pt x="38" y="117"/>
                      </a:lnTo>
                      <a:lnTo>
                        <a:pt x="43" y="119"/>
                      </a:lnTo>
                      <a:lnTo>
                        <a:pt x="49" y="120"/>
                      </a:lnTo>
                      <a:lnTo>
                        <a:pt x="55" y="121"/>
                      </a:lnTo>
                      <a:lnTo>
                        <a:pt x="61" y="121"/>
                      </a:lnTo>
                      <a:lnTo>
                        <a:pt x="68" y="121"/>
                      </a:lnTo>
                      <a:lnTo>
                        <a:pt x="73" y="120"/>
                      </a:lnTo>
                      <a:lnTo>
                        <a:pt x="80" y="119"/>
                      </a:lnTo>
                      <a:lnTo>
                        <a:pt x="85" y="117"/>
                      </a:lnTo>
                      <a:lnTo>
                        <a:pt x="90" y="115"/>
                      </a:lnTo>
                      <a:lnTo>
                        <a:pt x="95" y="112"/>
                      </a:lnTo>
                      <a:lnTo>
                        <a:pt x="100" y="108"/>
                      </a:lnTo>
                      <a:lnTo>
                        <a:pt x="104" y="104"/>
                      </a:lnTo>
                      <a:lnTo>
                        <a:pt x="108" y="100"/>
                      </a:lnTo>
                      <a:lnTo>
                        <a:pt x="112" y="96"/>
                      </a:lnTo>
                      <a:lnTo>
                        <a:pt x="115" y="90"/>
                      </a:lnTo>
                      <a:lnTo>
                        <a:pt x="117" y="85"/>
                      </a:lnTo>
                      <a:lnTo>
                        <a:pt x="119" y="79"/>
                      </a:lnTo>
                      <a:lnTo>
                        <a:pt x="121" y="73"/>
                      </a:lnTo>
                      <a:lnTo>
                        <a:pt x="122" y="67"/>
                      </a:lnTo>
                      <a:lnTo>
                        <a:pt x="122" y="61"/>
                      </a:lnTo>
                      <a:lnTo>
                        <a:pt x="122" y="55"/>
                      </a:lnTo>
                      <a:lnTo>
                        <a:pt x="121" y="48"/>
                      </a:lnTo>
                      <a:lnTo>
                        <a:pt x="119" y="43"/>
                      </a:lnTo>
                      <a:lnTo>
                        <a:pt x="117" y="38"/>
                      </a:lnTo>
                      <a:lnTo>
                        <a:pt x="115" y="32"/>
                      </a:lnTo>
                      <a:lnTo>
                        <a:pt x="112" y="27"/>
                      </a:lnTo>
                      <a:lnTo>
                        <a:pt x="108" y="23"/>
                      </a:lnTo>
                      <a:lnTo>
                        <a:pt x="104" y="18"/>
                      </a:lnTo>
                      <a:lnTo>
                        <a:pt x="100" y="14"/>
                      </a:lnTo>
                      <a:lnTo>
                        <a:pt x="95" y="11"/>
                      </a:lnTo>
                      <a:lnTo>
                        <a:pt x="90" y="8"/>
                      </a:lnTo>
                      <a:lnTo>
                        <a:pt x="85" y="4"/>
                      </a:lnTo>
                      <a:lnTo>
                        <a:pt x="80" y="2"/>
                      </a:lnTo>
                      <a:lnTo>
                        <a:pt x="73" y="1"/>
                      </a:lnTo>
                      <a:lnTo>
                        <a:pt x="68" y="0"/>
                      </a:lnTo>
                      <a:lnTo>
                        <a:pt x="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îşļíḑè"/>
                <p:cNvSpPr/>
                <p:nvPr/>
              </p:nvSpPr>
              <p:spPr bwMode="auto">
                <a:xfrm>
                  <a:off x="1547813" y="3330576"/>
                  <a:ext cx="212725" cy="212725"/>
                </a:xfrm>
                <a:custGeom>
                  <a:avLst/>
                  <a:gdLst>
                    <a:gd name="T0" fmla="*/ 407 w 535"/>
                    <a:gd name="T1" fmla="*/ 408 h 536"/>
                    <a:gd name="T2" fmla="*/ 367 w 535"/>
                    <a:gd name="T3" fmla="*/ 436 h 536"/>
                    <a:gd name="T4" fmla="*/ 330 w 535"/>
                    <a:gd name="T5" fmla="*/ 452 h 536"/>
                    <a:gd name="T6" fmla="*/ 321 w 535"/>
                    <a:gd name="T7" fmla="*/ 465 h 536"/>
                    <a:gd name="T8" fmla="*/ 217 w 535"/>
                    <a:gd name="T9" fmla="*/ 461 h 536"/>
                    <a:gd name="T10" fmla="*/ 199 w 535"/>
                    <a:gd name="T11" fmla="*/ 449 h 536"/>
                    <a:gd name="T12" fmla="*/ 163 w 535"/>
                    <a:gd name="T13" fmla="*/ 432 h 536"/>
                    <a:gd name="T14" fmla="*/ 134 w 535"/>
                    <a:gd name="T15" fmla="*/ 409 h 536"/>
                    <a:gd name="T16" fmla="*/ 82 w 535"/>
                    <a:gd name="T17" fmla="*/ 433 h 536"/>
                    <a:gd name="T18" fmla="*/ 75 w 535"/>
                    <a:gd name="T19" fmla="*/ 316 h 536"/>
                    <a:gd name="T20" fmla="*/ 72 w 535"/>
                    <a:gd name="T21" fmla="*/ 287 h 536"/>
                    <a:gd name="T22" fmla="*/ 72 w 535"/>
                    <a:gd name="T23" fmla="*/ 246 h 536"/>
                    <a:gd name="T24" fmla="*/ 75 w 535"/>
                    <a:gd name="T25" fmla="*/ 217 h 536"/>
                    <a:gd name="T26" fmla="*/ 82 w 535"/>
                    <a:gd name="T27" fmla="*/ 99 h 536"/>
                    <a:gd name="T28" fmla="*/ 134 w 535"/>
                    <a:gd name="T29" fmla="*/ 124 h 536"/>
                    <a:gd name="T30" fmla="*/ 163 w 535"/>
                    <a:gd name="T31" fmla="*/ 101 h 536"/>
                    <a:gd name="T32" fmla="*/ 199 w 535"/>
                    <a:gd name="T33" fmla="*/ 84 h 536"/>
                    <a:gd name="T34" fmla="*/ 217 w 535"/>
                    <a:gd name="T35" fmla="*/ 72 h 536"/>
                    <a:gd name="T36" fmla="*/ 321 w 535"/>
                    <a:gd name="T37" fmla="*/ 68 h 536"/>
                    <a:gd name="T38" fmla="*/ 330 w 535"/>
                    <a:gd name="T39" fmla="*/ 81 h 536"/>
                    <a:gd name="T40" fmla="*/ 367 w 535"/>
                    <a:gd name="T41" fmla="*/ 97 h 536"/>
                    <a:gd name="T42" fmla="*/ 407 w 535"/>
                    <a:gd name="T43" fmla="*/ 124 h 536"/>
                    <a:gd name="T44" fmla="*/ 505 w 535"/>
                    <a:gd name="T45" fmla="*/ 188 h 536"/>
                    <a:gd name="T46" fmla="*/ 458 w 535"/>
                    <a:gd name="T47" fmla="*/ 221 h 536"/>
                    <a:gd name="T48" fmla="*/ 463 w 535"/>
                    <a:gd name="T49" fmla="*/ 256 h 536"/>
                    <a:gd name="T50" fmla="*/ 461 w 535"/>
                    <a:gd name="T51" fmla="*/ 297 h 536"/>
                    <a:gd name="T52" fmla="*/ 462 w 535"/>
                    <a:gd name="T53" fmla="*/ 319 h 536"/>
                    <a:gd name="T54" fmla="*/ 528 w 535"/>
                    <a:gd name="T55" fmla="*/ 329 h 536"/>
                    <a:gd name="T56" fmla="*/ 489 w 535"/>
                    <a:gd name="T57" fmla="*/ 276 h 536"/>
                    <a:gd name="T58" fmla="*/ 486 w 535"/>
                    <a:gd name="T59" fmla="*/ 238 h 536"/>
                    <a:gd name="T60" fmla="*/ 534 w 535"/>
                    <a:gd name="T61" fmla="*/ 197 h 536"/>
                    <a:gd name="T62" fmla="*/ 467 w 535"/>
                    <a:gd name="T63" fmla="*/ 74 h 536"/>
                    <a:gd name="T64" fmla="*/ 455 w 535"/>
                    <a:gd name="T65" fmla="*/ 70 h 536"/>
                    <a:gd name="T66" fmla="*/ 380 w 535"/>
                    <a:gd name="T67" fmla="*/ 74 h 536"/>
                    <a:gd name="T68" fmla="*/ 346 w 535"/>
                    <a:gd name="T69" fmla="*/ 8 h 536"/>
                    <a:gd name="T70" fmla="*/ 205 w 535"/>
                    <a:gd name="T71" fmla="*/ 0 h 536"/>
                    <a:gd name="T72" fmla="*/ 192 w 535"/>
                    <a:gd name="T73" fmla="*/ 13 h 536"/>
                    <a:gd name="T74" fmla="*/ 143 w 535"/>
                    <a:gd name="T75" fmla="*/ 84 h 536"/>
                    <a:gd name="T76" fmla="*/ 74 w 535"/>
                    <a:gd name="T77" fmla="*/ 70 h 536"/>
                    <a:gd name="T78" fmla="*/ 0 w 535"/>
                    <a:gd name="T79" fmla="*/ 191 h 536"/>
                    <a:gd name="T80" fmla="*/ 49 w 535"/>
                    <a:gd name="T81" fmla="*/ 229 h 536"/>
                    <a:gd name="T82" fmla="*/ 46 w 535"/>
                    <a:gd name="T83" fmla="*/ 266 h 536"/>
                    <a:gd name="T84" fmla="*/ 48 w 535"/>
                    <a:gd name="T85" fmla="*/ 303 h 536"/>
                    <a:gd name="T86" fmla="*/ 0 w 535"/>
                    <a:gd name="T87" fmla="*/ 340 h 536"/>
                    <a:gd name="T88" fmla="*/ 73 w 535"/>
                    <a:gd name="T89" fmla="*/ 463 h 536"/>
                    <a:gd name="T90" fmla="*/ 143 w 535"/>
                    <a:gd name="T91" fmla="*/ 449 h 536"/>
                    <a:gd name="T92" fmla="*/ 192 w 535"/>
                    <a:gd name="T93" fmla="*/ 523 h 536"/>
                    <a:gd name="T94" fmla="*/ 205 w 535"/>
                    <a:gd name="T95" fmla="*/ 536 h 536"/>
                    <a:gd name="T96" fmla="*/ 346 w 535"/>
                    <a:gd name="T97" fmla="*/ 528 h 536"/>
                    <a:gd name="T98" fmla="*/ 364 w 535"/>
                    <a:gd name="T99" fmla="*/ 467 h 536"/>
                    <a:gd name="T100" fmla="*/ 409 w 535"/>
                    <a:gd name="T101" fmla="*/ 437 h 536"/>
                    <a:gd name="T102" fmla="*/ 458 w 535"/>
                    <a:gd name="T103" fmla="*/ 463 h 536"/>
                    <a:gd name="T104" fmla="*/ 467 w 535"/>
                    <a:gd name="T105" fmla="*/ 459 h 536"/>
                    <a:gd name="T106" fmla="*/ 535 w 535"/>
                    <a:gd name="T107" fmla="*/ 335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5" h="536">
                      <a:moveTo>
                        <a:pt x="453" y="433"/>
                      </a:moveTo>
                      <a:lnTo>
                        <a:pt x="414" y="410"/>
                      </a:lnTo>
                      <a:lnTo>
                        <a:pt x="410" y="409"/>
                      </a:lnTo>
                      <a:lnTo>
                        <a:pt x="407" y="408"/>
                      </a:lnTo>
                      <a:lnTo>
                        <a:pt x="403" y="409"/>
                      </a:lnTo>
                      <a:lnTo>
                        <a:pt x="399" y="411"/>
                      </a:lnTo>
                      <a:lnTo>
                        <a:pt x="383" y="424"/>
                      </a:lnTo>
                      <a:lnTo>
                        <a:pt x="367" y="436"/>
                      </a:lnTo>
                      <a:lnTo>
                        <a:pt x="359" y="441"/>
                      </a:lnTo>
                      <a:lnTo>
                        <a:pt x="350" y="446"/>
                      </a:lnTo>
                      <a:lnTo>
                        <a:pt x="340" y="449"/>
                      </a:lnTo>
                      <a:lnTo>
                        <a:pt x="330" y="452"/>
                      </a:lnTo>
                      <a:lnTo>
                        <a:pt x="326" y="454"/>
                      </a:lnTo>
                      <a:lnTo>
                        <a:pt x="323" y="457"/>
                      </a:lnTo>
                      <a:lnTo>
                        <a:pt x="321" y="461"/>
                      </a:lnTo>
                      <a:lnTo>
                        <a:pt x="321" y="465"/>
                      </a:lnTo>
                      <a:lnTo>
                        <a:pt x="321" y="511"/>
                      </a:lnTo>
                      <a:lnTo>
                        <a:pt x="218" y="511"/>
                      </a:lnTo>
                      <a:lnTo>
                        <a:pt x="218" y="465"/>
                      </a:lnTo>
                      <a:lnTo>
                        <a:pt x="217" y="461"/>
                      </a:lnTo>
                      <a:lnTo>
                        <a:pt x="216" y="457"/>
                      </a:lnTo>
                      <a:lnTo>
                        <a:pt x="213" y="454"/>
                      </a:lnTo>
                      <a:lnTo>
                        <a:pt x="208" y="452"/>
                      </a:lnTo>
                      <a:lnTo>
                        <a:pt x="199" y="449"/>
                      </a:lnTo>
                      <a:lnTo>
                        <a:pt x="189" y="446"/>
                      </a:lnTo>
                      <a:lnTo>
                        <a:pt x="180" y="441"/>
                      </a:lnTo>
                      <a:lnTo>
                        <a:pt x="172" y="437"/>
                      </a:lnTo>
                      <a:lnTo>
                        <a:pt x="163" y="432"/>
                      </a:lnTo>
                      <a:lnTo>
                        <a:pt x="155" y="425"/>
                      </a:lnTo>
                      <a:lnTo>
                        <a:pt x="146" y="419"/>
                      </a:lnTo>
                      <a:lnTo>
                        <a:pt x="137" y="411"/>
                      </a:lnTo>
                      <a:lnTo>
                        <a:pt x="134" y="409"/>
                      </a:lnTo>
                      <a:lnTo>
                        <a:pt x="130" y="408"/>
                      </a:lnTo>
                      <a:lnTo>
                        <a:pt x="126" y="409"/>
                      </a:lnTo>
                      <a:lnTo>
                        <a:pt x="122" y="410"/>
                      </a:lnTo>
                      <a:lnTo>
                        <a:pt x="82" y="433"/>
                      </a:lnTo>
                      <a:lnTo>
                        <a:pt x="30" y="344"/>
                      </a:lnTo>
                      <a:lnTo>
                        <a:pt x="70" y="321"/>
                      </a:lnTo>
                      <a:lnTo>
                        <a:pt x="73" y="319"/>
                      </a:lnTo>
                      <a:lnTo>
                        <a:pt x="75" y="316"/>
                      </a:lnTo>
                      <a:lnTo>
                        <a:pt x="75" y="311"/>
                      </a:lnTo>
                      <a:lnTo>
                        <a:pt x="75" y="307"/>
                      </a:lnTo>
                      <a:lnTo>
                        <a:pt x="74" y="297"/>
                      </a:lnTo>
                      <a:lnTo>
                        <a:pt x="72" y="287"/>
                      </a:lnTo>
                      <a:lnTo>
                        <a:pt x="72" y="277"/>
                      </a:lnTo>
                      <a:lnTo>
                        <a:pt x="71" y="266"/>
                      </a:lnTo>
                      <a:lnTo>
                        <a:pt x="72" y="257"/>
                      </a:lnTo>
                      <a:lnTo>
                        <a:pt x="72" y="246"/>
                      </a:lnTo>
                      <a:lnTo>
                        <a:pt x="74" y="236"/>
                      </a:lnTo>
                      <a:lnTo>
                        <a:pt x="75" y="226"/>
                      </a:lnTo>
                      <a:lnTo>
                        <a:pt x="76" y="221"/>
                      </a:lnTo>
                      <a:lnTo>
                        <a:pt x="75" y="217"/>
                      </a:lnTo>
                      <a:lnTo>
                        <a:pt x="73" y="214"/>
                      </a:lnTo>
                      <a:lnTo>
                        <a:pt x="70" y="212"/>
                      </a:lnTo>
                      <a:lnTo>
                        <a:pt x="30" y="188"/>
                      </a:lnTo>
                      <a:lnTo>
                        <a:pt x="82" y="99"/>
                      </a:lnTo>
                      <a:lnTo>
                        <a:pt x="122" y="122"/>
                      </a:lnTo>
                      <a:lnTo>
                        <a:pt x="126" y="124"/>
                      </a:lnTo>
                      <a:lnTo>
                        <a:pt x="130" y="124"/>
                      </a:lnTo>
                      <a:lnTo>
                        <a:pt x="134" y="124"/>
                      </a:lnTo>
                      <a:lnTo>
                        <a:pt x="137" y="121"/>
                      </a:lnTo>
                      <a:lnTo>
                        <a:pt x="146" y="114"/>
                      </a:lnTo>
                      <a:lnTo>
                        <a:pt x="155" y="106"/>
                      </a:lnTo>
                      <a:lnTo>
                        <a:pt x="163" y="101"/>
                      </a:lnTo>
                      <a:lnTo>
                        <a:pt x="172" y="96"/>
                      </a:lnTo>
                      <a:lnTo>
                        <a:pt x="180" y="91"/>
                      </a:lnTo>
                      <a:lnTo>
                        <a:pt x="189" y="87"/>
                      </a:lnTo>
                      <a:lnTo>
                        <a:pt x="199" y="84"/>
                      </a:lnTo>
                      <a:lnTo>
                        <a:pt x="208" y="81"/>
                      </a:lnTo>
                      <a:lnTo>
                        <a:pt x="213" y="78"/>
                      </a:lnTo>
                      <a:lnTo>
                        <a:pt x="215" y="76"/>
                      </a:lnTo>
                      <a:lnTo>
                        <a:pt x="217" y="72"/>
                      </a:lnTo>
                      <a:lnTo>
                        <a:pt x="218" y="68"/>
                      </a:lnTo>
                      <a:lnTo>
                        <a:pt x="218" y="26"/>
                      </a:lnTo>
                      <a:lnTo>
                        <a:pt x="321" y="26"/>
                      </a:lnTo>
                      <a:lnTo>
                        <a:pt x="321" y="68"/>
                      </a:lnTo>
                      <a:lnTo>
                        <a:pt x="321" y="72"/>
                      </a:lnTo>
                      <a:lnTo>
                        <a:pt x="323" y="76"/>
                      </a:lnTo>
                      <a:lnTo>
                        <a:pt x="326" y="78"/>
                      </a:lnTo>
                      <a:lnTo>
                        <a:pt x="330" y="81"/>
                      </a:lnTo>
                      <a:lnTo>
                        <a:pt x="340" y="84"/>
                      </a:lnTo>
                      <a:lnTo>
                        <a:pt x="350" y="87"/>
                      </a:lnTo>
                      <a:lnTo>
                        <a:pt x="360" y="91"/>
                      </a:lnTo>
                      <a:lnTo>
                        <a:pt x="367" y="97"/>
                      </a:lnTo>
                      <a:lnTo>
                        <a:pt x="383" y="107"/>
                      </a:lnTo>
                      <a:lnTo>
                        <a:pt x="399" y="121"/>
                      </a:lnTo>
                      <a:lnTo>
                        <a:pt x="403" y="124"/>
                      </a:lnTo>
                      <a:lnTo>
                        <a:pt x="407" y="124"/>
                      </a:lnTo>
                      <a:lnTo>
                        <a:pt x="410" y="124"/>
                      </a:lnTo>
                      <a:lnTo>
                        <a:pt x="414" y="122"/>
                      </a:lnTo>
                      <a:lnTo>
                        <a:pt x="453" y="99"/>
                      </a:lnTo>
                      <a:lnTo>
                        <a:pt x="505" y="188"/>
                      </a:lnTo>
                      <a:lnTo>
                        <a:pt x="465" y="212"/>
                      </a:lnTo>
                      <a:lnTo>
                        <a:pt x="462" y="214"/>
                      </a:lnTo>
                      <a:lnTo>
                        <a:pt x="460" y="217"/>
                      </a:lnTo>
                      <a:lnTo>
                        <a:pt x="458" y="221"/>
                      </a:lnTo>
                      <a:lnTo>
                        <a:pt x="458" y="226"/>
                      </a:lnTo>
                      <a:lnTo>
                        <a:pt x="461" y="235"/>
                      </a:lnTo>
                      <a:lnTo>
                        <a:pt x="462" y="246"/>
                      </a:lnTo>
                      <a:lnTo>
                        <a:pt x="463" y="256"/>
                      </a:lnTo>
                      <a:lnTo>
                        <a:pt x="463" y="266"/>
                      </a:lnTo>
                      <a:lnTo>
                        <a:pt x="463" y="277"/>
                      </a:lnTo>
                      <a:lnTo>
                        <a:pt x="462" y="287"/>
                      </a:lnTo>
                      <a:lnTo>
                        <a:pt x="461" y="297"/>
                      </a:lnTo>
                      <a:lnTo>
                        <a:pt x="458" y="307"/>
                      </a:lnTo>
                      <a:lnTo>
                        <a:pt x="458" y="311"/>
                      </a:lnTo>
                      <a:lnTo>
                        <a:pt x="460" y="316"/>
                      </a:lnTo>
                      <a:lnTo>
                        <a:pt x="462" y="319"/>
                      </a:lnTo>
                      <a:lnTo>
                        <a:pt x="465" y="321"/>
                      </a:lnTo>
                      <a:lnTo>
                        <a:pt x="505" y="344"/>
                      </a:lnTo>
                      <a:lnTo>
                        <a:pt x="453" y="433"/>
                      </a:lnTo>
                      <a:close/>
                      <a:moveTo>
                        <a:pt x="528" y="329"/>
                      </a:moveTo>
                      <a:lnTo>
                        <a:pt x="485" y="303"/>
                      </a:lnTo>
                      <a:lnTo>
                        <a:pt x="486" y="294"/>
                      </a:lnTo>
                      <a:lnTo>
                        <a:pt x="487" y="285"/>
                      </a:lnTo>
                      <a:lnTo>
                        <a:pt x="489" y="276"/>
                      </a:lnTo>
                      <a:lnTo>
                        <a:pt x="489" y="266"/>
                      </a:lnTo>
                      <a:lnTo>
                        <a:pt x="489" y="257"/>
                      </a:lnTo>
                      <a:lnTo>
                        <a:pt x="487" y="248"/>
                      </a:lnTo>
                      <a:lnTo>
                        <a:pt x="486" y="238"/>
                      </a:lnTo>
                      <a:lnTo>
                        <a:pt x="485" y="229"/>
                      </a:lnTo>
                      <a:lnTo>
                        <a:pt x="528" y="205"/>
                      </a:lnTo>
                      <a:lnTo>
                        <a:pt x="531" y="202"/>
                      </a:lnTo>
                      <a:lnTo>
                        <a:pt x="534" y="197"/>
                      </a:lnTo>
                      <a:lnTo>
                        <a:pt x="535" y="192"/>
                      </a:lnTo>
                      <a:lnTo>
                        <a:pt x="533" y="187"/>
                      </a:lnTo>
                      <a:lnTo>
                        <a:pt x="468" y="76"/>
                      </a:lnTo>
                      <a:lnTo>
                        <a:pt x="467" y="74"/>
                      </a:lnTo>
                      <a:lnTo>
                        <a:pt x="465" y="72"/>
                      </a:lnTo>
                      <a:lnTo>
                        <a:pt x="463" y="71"/>
                      </a:lnTo>
                      <a:lnTo>
                        <a:pt x="461" y="70"/>
                      </a:lnTo>
                      <a:lnTo>
                        <a:pt x="455" y="70"/>
                      </a:lnTo>
                      <a:lnTo>
                        <a:pt x="451" y="71"/>
                      </a:lnTo>
                      <a:lnTo>
                        <a:pt x="409" y="96"/>
                      </a:lnTo>
                      <a:lnTo>
                        <a:pt x="395" y="85"/>
                      </a:lnTo>
                      <a:lnTo>
                        <a:pt x="380" y="74"/>
                      </a:lnTo>
                      <a:lnTo>
                        <a:pt x="364" y="66"/>
                      </a:lnTo>
                      <a:lnTo>
                        <a:pt x="347" y="59"/>
                      </a:lnTo>
                      <a:lnTo>
                        <a:pt x="347" y="13"/>
                      </a:lnTo>
                      <a:lnTo>
                        <a:pt x="346" y="8"/>
                      </a:lnTo>
                      <a:lnTo>
                        <a:pt x="342" y="4"/>
                      </a:lnTo>
                      <a:lnTo>
                        <a:pt x="338" y="1"/>
                      </a:lnTo>
                      <a:lnTo>
                        <a:pt x="334" y="0"/>
                      </a:lnTo>
                      <a:lnTo>
                        <a:pt x="205" y="0"/>
                      </a:lnTo>
                      <a:lnTo>
                        <a:pt x="200" y="1"/>
                      </a:lnTo>
                      <a:lnTo>
                        <a:pt x="196" y="4"/>
                      </a:lnTo>
                      <a:lnTo>
                        <a:pt x="193" y="8"/>
                      </a:lnTo>
                      <a:lnTo>
                        <a:pt x="192" y="13"/>
                      </a:lnTo>
                      <a:lnTo>
                        <a:pt x="192" y="59"/>
                      </a:lnTo>
                      <a:lnTo>
                        <a:pt x="175" y="66"/>
                      </a:lnTo>
                      <a:lnTo>
                        <a:pt x="159" y="73"/>
                      </a:lnTo>
                      <a:lnTo>
                        <a:pt x="143" y="84"/>
                      </a:lnTo>
                      <a:lnTo>
                        <a:pt x="127" y="96"/>
                      </a:lnTo>
                      <a:lnTo>
                        <a:pt x="84" y="71"/>
                      </a:lnTo>
                      <a:lnTo>
                        <a:pt x="78" y="70"/>
                      </a:lnTo>
                      <a:lnTo>
                        <a:pt x="74" y="70"/>
                      </a:lnTo>
                      <a:lnTo>
                        <a:pt x="70" y="72"/>
                      </a:lnTo>
                      <a:lnTo>
                        <a:pt x="67" y="76"/>
                      </a:lnTo>
                      <a:lnTo>
                        <a:pt x="2" y="187"/>
                      </a:lnTo>
                      <a:lnTo>
                        <a:pt x="0" y="191"/>
                      </a:lnTo>
                      <a:lnTo>
                        <a:pt x="0" y="197"/>
                      </a:lnTo>
                      <a:lnTo>
                        <a:pt x="2" y="201"/>
                      </a:lnTo>
                      <a:lnTo>
                        <a:pt x="6" y="205"/>
                      </a:lnTo>
                      <a:lnTo>
                        <a:pt x="49" y="229"/>
                      </a:lnTo>
                      <a:lnTo>
                        <a:pt x="47" y="238"/>
                      </a:lnTo>
                      <a:lnTo>
                        <a:pt x="46" y="248"/>
                      </a:lnTo>
                      <a:lnTo>
                        <a:pt x="46" y="257"/>
                      </a:lnTo>
                      <a:lnTo>
                        <a:pt x="46" y="266"/>
                      </a:lnTo>
                      <a:lnTo>
                        <a:pt x="46" y="276"/>
                      </a:lnTo>
                      <a:lnTo>
                        <a:pt x="46" y="285"/>
                      </a:lnTo>
                      <a:lnTo>
                        <a:pt x="47" y="294"/>
                      </a:lnTo>
                      <a:lnTo>
                        <a:pt x="48" y="303"/>
                      </a:lnTo>
                      <a:lnTo>
                        <a:pt x="6" y="329"/>
                      </a:lnTo>
                      <a:lnTo>
                        <a:pt x="2" y="332"/>
                      </a:lnTo>
                      <a:lnTo>
                        <a:pt x="0" y="335"/>
                      </a:lnTo>
                      <a:lnTo>
                        <a:pt x="0" y="340"/>
                      </a:lnTo>
                      <a:lnTo>
                        <a:pt x="1" y="345"/>
                      </a:lnTo>
                      <a:lnTo>
                        <a:pt x="65" y="457"/>
                      </a:lnTo>
                      <a:lnTo>
                        <a:pt x="69" y="461"/>
                      </a:lnTo>
                      <a:lnTo>
                        <a:pt x="73" y="463"/>
                      </a:lnTo>
                      <a:lnTo>
                        <a:pt x="78" y="463"/>
                      </a:lnTo>
                      <a:lnTo>
                        <a:pt x="83" y="461"/>
                      </a:lnTo>
                      <a:lnTo>
                        <a:pt x="127" y="437"/>
                      </a:lnTo>
                      <a:lnTo>
                        <a:pt x="143" y="449"/>
                      </a:lnTo>
                      <a:lnTo>
                        <a:pt x="159" y="459"/>
                      </a:lnTo>
                      <a:lnTo>
                        <a:pt x="175" y="467"/>
                      </a:lnTo>
                      <a:lnTo>
                        <a:pt x="192" y="474"/>
                      </a:lnTo>
                      <a:lnTo>
                        <a:pt x="192" y="523"/>
                      </a:lnTo>
                      <a:lnTo>
                        <a:pt x="193" y="528"/>
                      </a:lnTo>
                      <a:lnTo>
                        <a:pt x="196" y="533"/>
                      </a:lnTo>
                      <a:lnTo>
                        <a:pt x="200" y="535"/>
                      </a:lnTo>
                      <a:lnTo>
                        <a:pt x="205" y="536"/>
                      </a:lnTo>
                      <a:lnTo>
                        <a:pt x="334" y="536"/>
                      </a:lnTo>
                      <a:lnTo>
                        <a:pt x="338" y="535"/>
                      </a:lnTo>
                      <a:lnTo>
                        <a:pt x="342" y="533"/>
                      </a:lnTo>
                      <a:lnTo>
                        <a:pt x="346" y="528"/>
                      </a:lnTo>
                      <a:lnTo>
                        <a:pt x="347" y="523"/>
                      </a:lnTo>
                      <a:lnTo>
                        <a:pt x="347" y="474"/>
                      </a:lnTo>
                      <a:lnTo>
                        <a:pt x="355" y="470"/>
                      </a:lnTo>
                      <a:lnTo>
                        <a:pt x="364" y="467"/>
                      </a:lnTo>
                      <a:lnTo>
                        <a:pt x="373" y="463"/>
                      </a:lnTo>
                      <a:lnTo>
                        <a:pt x="380" y="459"/>
                      </a:lnTo>
                      <a:lnTo>
                        <a:pt x="395" y="449"/>
                      </a:lnTo>
                      <a:lnTo>
                        <a:pt x="409" y="437"/>
                      </a:lnTo>
                      <a:lnTo>
                        <a:pt x="452" y="461"/>
                      </a:lnTo>
                      <a:lnTo>
                        <a:pt x="454" y="463"/>
                      </a:lnTo>
                      <a:lnTo>
                        <a:pt x="456" y="463"/>
                      </a:lnTo>
                      <a:lnTo>
                        <a:pt x="458" y="463"/>
                      </a:lnTo>
                      <a:lnTo>
                        <a:pt x="462" y="462"/>
                      </a:lnTo>
                      <a:lnTo>
                        <a:pt x="464" y="462"/>
                      </a:lnTo>
                      <a:lnTo>
                        <a:pt x="466" y="461"/>
                      </a:lnTo>
                      <a:lnTo>
                        <a:pt x="467" y="459"/>
                      </a:lnTo>
                      <a:lnTo>
                        <a:pt x="469" y="457"/>
                      </a:lnTo>
                      <a:lnTo>
                        <a:pt x="533" y="345"/>
                      </a:lnTo>
                      <a:lnTo>
                        <a:pt x="535" y="340"/>
                      </a:lnTo>
                      <a:lnTo>
                        <a:pt x="535" y="335"/>
                      </a:lnTo>
                      <a:lnTo>
                        <a:pt x="533" y="332"/>
                      </a:lnTo>
                      <a:lnTo>
                        <a:pt x="528" y="3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íṩľiďe"/>
                <p:cNvSpPr/>
                <p:nvPr/>
              </p:nvSpPr>
              <p:spPr bwMode="auto">
                <a:xfrm>
                  <a:off x="1727201" y="3240088"/>
                  <a:ext cx="122238" cy="125413"/>
                </a:xfrm>
                <a:custGeom>
                  <a:avLst/>
                  <a:gdLst>
                    <a:gd name="T0" fmla="*/ 235 w 308"/>
                    <a:gd name="T1" fmla="*/ 227 h 315"/>
                    <a:gd name="T2" fmla="*/ 223 w 308"/>
                    <a:gd name="T3" fmla="*/ 229 h 315"/>
                    <a:gd name="T4" fmla="*/ 195 w 308"/>
                    <a:gd name="T5" fmla="*/ 248 h 315"/>
                    <a:gd name="T6" fmla="*/ 178 w 308"/>
                    <a:gd name="T7" fmla="*/ 257 h 315"/>
                    <a:gd name="T8" fmla="*/ 176 w 308"/>
                    <a:gd name="T9" fmla="*/ 289 h 315"/>
                    <a:gd name="T10" fmla="*/ 136 w 308"/>
                    <a:gd name="T11" fmla="*/ 260 h 315"/>
                    <a:gd name="T12" fmla="*/ 129 w 308"/>
                    <a:gd name="T13" fmla="*/ 253 h 315"/>
                    <a:gd name="T14" fmla="*/ 95 w 308"/>
                    <a:gd name="T15" fmla="*/ 237 h 315"/>
                    <a:gd name="T16" fmla="*/ 79 w 308"/>
                    <a:gd name="T17" fmla="*/ 226 h 315"/>
                    <a:gd name="T18" fmla="*/ 50 w 308"/>
                    <a:gd name="T19" fmla="*/ 240 h 315"/>
                    <a:gd name="T20" fmla="*/ 55 w 308"/>
                    <a:gd name="T21" fmla="*/ 192 h 315"/>
                    <a:gd name="T22" fmla="*/ 58 w 308"/>
                    <a:gd name="T23" fmla="*/ 180 h 315"/>
                    <a:gd name="T24" fmla="*/ 56 w 308"/>
                    <a:gd name="T25" fmla="*/ 145 h 315"/>
                    <a:gd name="T26" fmla="*/ 57 w 308"/>
                    <a:gd name="T27" fmla="*/ 126 h 315"/>
                    <a:gd name="T28" fmla="*/ 31 w 308"/>
                    <a:gd name="T29" fmla="*/ 108 h 315"/>
                    <a:gd name="T30" fmla="*/ 76 w 308"/>
                    <a:gd name="T31" fmla="*/ 87 h 315"/>
                    <a:gd name="T32" fmla="*/ 87 w 308"/>
                    <a:gd name="T33" fmla="*/ 84 h 315"/>
                    <a:gd name="T34" fmla="*/ 117 w 308"/>
                    <a:gd name="T35" fmla="*/ 66 h 315"/>
                    <a:gd name="T36" fmla="*/ 135 w 308"/>
                    <a:gd name="T37" fmla="*/ 57 h 315"/>
                    <a:gd name="T38" fmla="*/ 137 w 308"/>
                    <a:gd name="T39" fmla="*/ 25 h 315"/>
                    <a:gd name="T40" fmla="*/ 176 w 308"/>
                    <a:gd name="T41" fmla="*/ 53 h 315"/>
                    <a:gd name="T42" fmla="*/ 185 w 308"/>
                    <a:gd name="T43" fmla="*/ 62 h 315"/>
                    <a:gd name="T44" fmla="*/ 215 w 308"/>
                    <a:gd name="T45" fmla="*/ 77 h 315"/>
                    <a:gd name="T46" fmla="*/ 231 w 308"/>
                    <a:gd name="T47" fmla="*/ 88 h 315"/>
                    <a:gd name="T48" fmla="*/ 259 w 308"/>
                    <a:gd name="T49" fmla="*/ 76 h 315"/>
                    <a:gd name="T50" fmla="*/ 254 w 308"/>
                    <a:gd name="T51" fmla="*/ 123 h 315"/>
                    <a:gd name="T52" fmla="*/ 251 w 308"/>
                    <a:gd name="T53" fmla="*/ 134 h 315"/>
                    <a:gd name="T54" fmla="*/ 253 w 308"/>
                    <a:gd name="T55" fmla="*/ 169 h 315"/>
                    <a:gd name="T56" fmla="*/ 252 w 308"/>
                    <a:gd name="T57" fmla="*/ 188 h 315"/>
                    <a:gd name="T58" fmla="*/ 278 w 308"/>
                    <a:gd name="T59" fmla="*/ 207 h 315"/>
                    <a:gd name="T60" fmla="*/ 278 w 308"/>
                    <a:gd name="T61" fmla="*/ 178 h 315"/>
                    <a:gd name="T62" fmla="*/ 279 w 308"/>
                    <a:gd name="T63" fmla="*/ 148 h 315"/>
                    <a:gd name="T64" fmla="*/ 304 w 308"/>
                    <a:gd name="T65" fmla="*/ 123 h 315"/>
                    <a:gd name="T66" fmla="*/ 308 w 308"/>
                    <a:gd name="T67" fmla="*/ 116 h 315"/>
                    <a:gd name="T68" fmla="*/ 275 w 308"/>
                    <a:gd name="T69" fmla="*/ 51 h 315"/>
                    <a:gd name="T70" fmla="*/ 269 w 308"/>
                    <a:gd name="T71" fmla="*/ 46 h 315"/>
                    <a:gd name="T72" fmla="*/ 256 w 308"/>
                    <a:gd name="T73" fmla="*/ 46 h 315"/>
                    <a:gd name="T74" fmla="*/ 218 w 308"/>
                    <a:gd name="T75" fmla="*/ 49 h 315"/>
                    <a:gd name="T76" fmla="*/ 202 w 308"/>
                    <a:gd name="T77" fmla="*/ 13 h 315"/>
                    <a:gd name="T78" fmla="*/ 193 w 308"/>
                    <a:gd name="T79" fmla="*/ 2 h 315"/>
                    <a:gd name="T80" fmla="*/ 119 w 308"/>
                    <a:gd name="T81" fmla="*/ 2 h 315"/>
                    <a:gd name="T82" fmla="*/ 112 w 308"/>
                    <a:gd name="T83" fmla="*/ 13 h 315"/>
                    <a:gd name="T84" fmla="*/ 93 w 308"/>
                    <a:gd name="T85" fmla="*/ 50 h 315"/>
                    <a:gd name="T86" fmla="*/ 52 w 308"/>
                    <a:gd name="T87" fmla="*/ 46 h 315"/>
                    <a:gd name="T88" fmla="*/ 37 w 308"/>
                    <a:gd name="T89" fmla="*/ 47 h 315"/>
                    <a:gd name="T90" fmla="*/ 1 w 308"/>
                    <a:gd name="T91" fmla="*/ 111 h 315"/>
                    <a:gd name="T92" fmla="*/ 3 w 308"/>
                    <a:gd name="T93" fmla="*/ 121 h 315"/>
                    <a:gd name="T94" fmla="*/ 31 w 308"/>
                    <a:gd name="T95" fmla="*/ 138 h 315"/>
                    <a:gd name="T96" fmla="*/ 30 w 308"/>
                    <a:gd name="T97" fmla="*/ 167 h 315"/>
                    <a:gd name="T98" fmla="*/ 4 w 308"/>
                    <a:gd name="T99" fmla="*/ 193 h 315"/>
                    <a:gd name="T100" fmla="*/ 1 w 308"/>
                    <a:gd name="T101" fmla="*/ 199 h 315"/>
                    <a:gd name="T102" fmla="*/ 34 w 308"/>
                    <a:gd name="T103" fmla="*/ 263 h 315"/>
                    <a:gd name="T104" fmla="*/ 46 w 308"/>
                    <a:gd name="T105" fmla="*/ 270 h 315"/>
                    <a:gd name="T106" fmla="*/ 85 w 308"/>
                    <a:gd name="T107" fmla="*/ 259 h 315"/>
                    <a:gd name="T108" fmla="*/ 112 w 308"/>
                    <a:gd name="T109" fmla="*/ 274 h 315"/>
                    <a:gd name="T110" fmla="*/ 116 w 308"/>
                    <a:gd name="T111" fmla="*/ 311 h 315"/>
                    <a:gd name="T112" fmla="*/ 189 w 308"/>
                    <a:gd name="T113" fmla="*/ 315 h 315"/>
                    <a:gd name="T114" fmla="*/ 201 w 308"/>
                    <a:gd name="T115" fmla="*/ 306 h 315"/>
                    <a:gd name="T116" fmla="*/ 210 w 308"/>
                    <a:gd name="T117" fmla="*/ 270 h 315"/>
                    <a:gd name="T118" fmla="*/ 234 w 308"/>
                    <a:gd name="T119" fmla="*/ 255 h 315"/>
                    <a:gd name="T120" fmla="*/ 267 w 308"/>
                    <a:gd name="T121" fmla="*/ 270 h 315"/>
                    <a:gd name="T122" fmla="*/ 307 w 308"/>
                    <a:gd name="T123" fmla="*/ 208 h 315"/>
                    <a:gd name="T124" fmla="*/ 306 w 308"/>
                    <a:gd name="T125" fmla="*/ 194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15">
                      <a:moveTo>
                        <a:pt x="260" y="240"/>
                      </a:moveTo>
                      <a:lnTo>
                        <a:pt x="239" y="228"/>
                      </a:lnTo>
                      <a:lnTo>
                        <a:pt x="235" y="227"/>
                      </a:lnTo>
                      <a:lnTo>
                        <a:pt x="231" y="226"/>
                      </a:lnTo>
                      <a:lnTo>
                        <a:pt x="227" y="227"/>
                      </a:lnTo>
                      <a:lnTo>
                        <a:pt x="223" y="229"/>
                      </a:lnTo>
                      <a:lnTo>
                        <a:pt x="215" y="237"/>
                      </a:lnTo>
                      <a:lnTo>
                        <a:pt x="205" y="243"/>
                      </a:lnTo>
                      <a:lnTo>
                        <a:pt x="195" y="248"/>
                      </a:lnTo>
                      <a:lnTo>
                        <a:pt x="185" y="253"/>
                      </a:lnTo>
                      <a:lnTo>
                        <a:pt x="181" y="255"/>
                      </a:lnTo>
                      <a:lnTo>
                        <a:pt x="178" y="257"/>
                      </a:lnTo>
                      <a:lnTo>
                        <a:pt x="177" y="260"/>
                      </a:lnTo>
                      <a:lnTo>
                        <a:pt x="176" y="265"/>
                      </a:lnTo>
                      <a:lnTo>
                        <a:pt x="176" y="289"/>
                      </a:lnTo>
                      <a:lnTo>
                        <a:pt x="137" y="289"/>
                      </a:lnTo>
                      <a:lnTo>
                        <a:pt x="137" y="265"/>
                      </a:lnTo>
                      <a:lnTo>
                        <a:pt x="136" y="260"/>
                      </a:lnTo>
                      <a:lnTo>
                        <a:pt x="135" y="257"/>
                      </a:lnTo>
                      <a:lnTo>
                        <a:pt x="132" y="255"/>
                      </a:lnTo>
                      <a:lnTo>
                        <a:pt x="129" y="253"/>
                      </a:lnTo>
                      <a:lnTo>
                        <a:pt x="117" y="248"/>
                      </a:lnTo>
                      <a:lnTo>
                        <a:pt x="105" y="243"/>
                      </a:lnTo>
                      <a:lnTo>
                        <a:pt x="95" y="237"/>
                      </a:lnTo>
                      <a:lnTo>
                        <a:pt x="87" y="229"/>
                      </a:lnTo>
                      <a:lnTo>
                        <a:pt x="84" y="227"/>
                      </a:lnTo>
                      <a:lnTo>
                        <a:pt x="79" y="226"/>
                      </a:lnTo>
                      <a:lnTo>
                        <a:pt x="76" y="227"/>
                      </a:lnTo>
                      <a:lnTo>
                        <a:pt x="72" y="228"/>
                      </a:lnTo>
                      <a:lnTo>
                        <a:pt x="50" y="240"/>
                      </a:lnTo>
                      <a:lnTo>
                        <a:pt x="30" y="207"/>
                      </a:lnTo>
                      <a:lnTo>
                        <a:pt x="51" y="194"/>
                      </a:lnTo>
                      <a:lnTo>
                        <a:pt x="55" y="192"/>
                      </a:lnTo>
                      <a:lnTo>
                        <a:pt x="57" y="188"/>
                      </a:lnTo>
                      <a:lnTo>
                        <a:pt x="58" y="184"/>
                      </a:lnTo>
                      <a:lnTo>
                        <a:pt x="58" y="180"/>
                      </a:lnTo>
                      <a:lnTo>
                        <a:pt x="56" y="168"/>
                      </a:lnTo>
                      <a:lnTo>
                        <a:pt x="55" y="157"/>
                      </a:lnTo>
                      <a:lnTo>
                        <a:pt x="56" y="145"/>
                      </a:lnTo>
                      <a:lnTo>
                        <a:pt x="58" y="134"/>
                      </a:lnTo>
                      <a:lnTo>
                        <a:pt x="58" y="130"/>
                      </a:lnTo>
                      <a:lnTo>
                        <a:pt x="57" y="126"/>
                      </a:lnTo>
                      <a:lnTo>
                        <a:pt x="55" y="123"/>
                      </a:lnTo>
                      <a:lnTo>
                        <a:pt x="51" y="120"/>
                      </a:lnTo>
                      <a:lnTo>
                        <a:pt x="31" y="108"/>
                      </a:lnTo>
                      <a:lnTo>
                        <a:pt x="50" y="73"/>
                      </a:lnTo>
                      <a:lnTo>
                        <a:pt x="72" y="86"/>
                      </a:lnTo>
                      <a:lnTo>
                        <a:pt x="76" y="87"/>
                      </a:lnTo>
                      <a:lnTo>
                        <a:pt x="79" y="87"/>
                      </a:lnTo>
                      <a:lnTo>
                        <a:pt x="84" y="86"/>
                      </a:lnTo>
                      <a:lnTo>
                        <a:pt x="87" y="84"/>
                      </a:lnTo>
                      <a:lnTo>
                        <a:pt x="95" y="78"/>
                      </a:lnTo>
                      <a:lnTo>
                        <a:pt x="105" y="71"/>
                      </a:lnTo>
                      <a:lnTo>
                        <a:pt x="117" y="66"/>
                      </a:lnTo>
                      <a:lnTo>
                        <a:pt x="129" y="62"/>
                      </a:lnTo>
                      <a:lnTo>
                        <a:pt x="132" y="59"/>
                      </a:lnTo>
                      <a:lnTo>
                        <a:pt x="135" y="57"/>
                      </a:lnTo>
                      <a:lnTo>
                        <a:pt x="136" y="53"/>
                      </a:lnTo>
                      <a:lnTo>
                        <a:pt x="137" y="50"/>
                      </a:lnTo>
                      <a:lnTo>
                        <a:pt x="137" y="25"/>
                      </a:lnTo>
                      <a:lnTo>
                        <a:pt x="176" y="25"/>
                      </a:lnTo>
                      <a:lnTo>
                        <a:pt x="176" y="50"/>
                      </a:lnTo>
                      <a:lnTo>
                        <a:pt x="176" y="53"/>
                      </a:lnTo>
                      <a:lnTo>
                        <a:pt x="178" y="57"/>
                      </a:lnTo>
                      <a:lnTo>
                        <a:pt x="181" y="59"/>
                      </a:lnTo>
                      <a:lnTo>
                        <a:pt x="185" y="62"/>
                      </a:lnTo>
                      <a:lnTo>
                        <a:pt x="195" y="66"/>
                      </a:lnTo>
                      <a:lnTo>
                        <a:pt x="205" y="71"/>
                      </a:lnTo>
                      <a:lnTo>
                        <a:pt x="215" y="77"/>
                      </a:lnTo>
                      <a:lnTo>
                        <a:pt x="223" y="84"/>
                      </a:lnTo>
                      <a:lnTo>
                        <a:pt x="227" y="87"/>
                      </a:lnTo>
                      <a:lnTo>
                        <a:pt x="231" y="88"/>
                      </a:lnTo>
                      <a:lnTo>
                        <a:pt x="235" y="88"/>
                      </a:lnTo>
                      <a:lnTo>
                        <a:pt x="239" y="86"/>
                      </a:lnTo>
                      <a:lnTo>
                        <a:pt x="259" y="76"/>
                      </a:lnTo>
                      <a:lnTo>
                        <a:pt x="278" y="108"/>
                      </a:lnTo>
                      <a:lnTo>
                        <a:pt x="258" y="120"/>
                      </a:lnTo>
                      <a:lnTo>
                        <a:pt x="254" y="123"/>
                      </a:lnTo>
                      <a:lnTo>
                        <a:pt x="252" y="126"/>
                      </a:lnTo>
                      <a:lnTo>
                        <a:pt x="251" y="130"/>
                      </a:lnTo>
                      <a:lnTo>
                        <a:pt x="251" y="134"/>
                      </a:lnTo>
                      <a:lnTo>
                        <a:pt x="253" y="145"/>
                      </a:lnTo>
                      <a:lnTo>
                        <a:pt x="254" y="157"/>
                      </a:lnTo>
                      <a:lnTo>
                        <a:pt x="253" y="169"/>
                      </a:lnTo>
                      <a:lnTo>
                        <a:pt x="251" y="180"/>
                      </a:lnTo>
                      <a:lnTo>
                        <a:pt x="251" y="184"/>
                      </a:lnTo>
                      <a:lnTo>
                        <a:pt x="252" y="188"/>
                      </a:lnTo>
                      <a:lnTo>
                        <a:pt x="254" y="192"/>
                      </a:lnTo>
                      <a:lnTo>
                        <a:pt x="258" y="194"/>
                      </a:lnTo>
                      <a:lnTo>
                        <a:pt x="278" y="207"/>
                      </a:lnTo>
                      <a:lnTo>
                        <a:pt x="260" y="240"/>
                      </a:lnTo>
                      <a:close/>
                      <a:moveTo>
                        <a:pt x="302" y="192"/>
                      </a:moveTo>
                      <a:lnTo>
                        <a:pt x="278" y="178"/>
                      </a:lnTo>
                      <a:lnTo>
                        <a:pt x="279" y="167"/>
                      </a:lnTo>
                      <a:lnTo>
                        <a:pt x="279" y="157"/>
                      </a:lnTo>
                      <a:lnTo>
                        <a:pt x="279" y="148"/>
                      </a:lnTo>
                      <a:lnTo>
                        <a:pt x="278" y="138"/>
                      </a:lnTo>
                      <a:lnTo>
                        <a:pt x="302" y="124"/>
                      </a:lnTo>
                      <a:lnTo>
                        <a:pt x="304" y="123"/>
                      </a:lnTo>
                      <a:lnTo>
                        <a:pt x="306" y="121"/>
                      </a:lnTo>
                      <a:lnTo>
                        <a:pt x="307" y="119"/>
                      </a:lnTo>
                      <a:lnTo>
                        <a:pt x="308" y="116"/>
                      </a:lnTo>
                      <a:lnTo>
                        <a:pt x="308" y="111"/>
                      </a:lnTo>
                      <a:lnTo>
                        <a:pt x="306" y="106"/>
                      </a:lnTo>
                      <a:lnTo>
                        <a:pt x="275" y="51"/>
                      </a:lnTo>
                      <a:lnTo>
                        <a:pt x="273" y="49"/>
                      </a:lnTo>
                      <a:lnTo>
                        <a:pt x="271" y="47"/>
                      </a:lnTo>
                      <a:lnTo>
                        <a:pt x="269" y="46"/>
                      </a:lnTo>
                      <a:lnTo>
                        <a:pt x="266" y="44"/>
                      </a:lnTo>
                      <a:lnTo>
                        <a:pt x="262" y="44"/>
                      </a:lnTo>
                      <a:lnTo>
                        <a:pt x="256" y="46"/>
                      </a:lnTo>
                      <a:lnTo>
                        <a:pt x="234" y="59"/>
                      </a:lnTo>
                      <a:lnTo>
                        <a:pt x="226" y="54"/>
                      </a:lnTo>
                      <a:lnTo>
                        <a:pt x="218" y="49"/>
                      </a:lnTo>
                      <a:lnTo>
                        <a:pt x="210" y="44"/>
                      </a:lnTo>
                      <a:lnTo>
                        <a:pt x="202" y="41"/>
                      </a:lnTo>
                      <a:lnTo>
                        <a:pt x="202" y="13"/>
                      </a:lnTo>
                      <a:lnTo>
                        <a:pt x="201" y="8"/>
                      </a:lnTo>
                      <a:lnTo>
                        <a:pt x="197" y="4"/>
                      </a:lnTo>
                      <a:lnTo>
                        <a:pt x="193" y="2"/>
                      </a:lnTo>
                      <a:lnTo>
                        <a:pt x="189" y="0"/>
                      </a:lnTo>
                      <a:lnTo>
                        <a:pt x="124" y="0"/>
                      </a:lnTo>
                      <a:lnTo>
                        <a:pt x="119" y="2"/>
                      </a:lnTo>
                      <a:lnTo>
                        <a:pt x="116" y="4"/>
                      </a:lnTo>
                      <a:lnTo>
                        <a:pt x="113" y="8"/>
                      </a:lnTo>
                      <a:lnTo>
                        <a:pt x="112" y="13"/>
                      </a:lnTo>
                      <a:lnTo>
                        <a:pt x="112" y="41"/>
                      </a:lnTo>
                      <a:lnTo>
                        <a:pt x="102" y="44"/>
                      </a:lnTo>
                      <a:lnTo>
                        <a:pt x="93" y="50"/>
                      </a:lnTo>
                      <a:lnTo>
                        <a:pt x="85" y="54"/>
                      </a:lnTo>
                      <a:lnTo>
                        <a:pt x="77" y="59"/>
                      </a:lnTo>
                      <a:lnTo>
                        <a:pt x="52" y="46"/>
                      </a:lnTo>
                      <a:lnTo>
                        <a:pt x="47" y="44"/>
                      </a:lnTo>
                      <a:lnTo>
                        <a:pt x="43" y="44"/>
                      </a:lnTo>
                      <a:lnTo>
                        <a:pt x="37" y="47"/>
                      </a:lnTo>
                      <a:lnTo>
                        <a:pt x="34" y="51"/>
                      </a:lnTo>
                      <a:lnTo>
                        <a:pt x="2" y="106"/>
                      </a:lnTo>
                      <a:lnTo>
                        <a:pt x="1" y="111"/>
                      </a:lnTo>
                      <a:lnTo>
                        <a:pt x="1" y="116"/>
                      </a:lnTo>
                      <a:lnTo>
                        <a:pt x="2" y="119"/>
                      </a:lnTo>
                      <a:lnTo>
                        <a:pt x="3" y="121"/>
                      </a:lnTo>
                      <a:lnTo>
                        <a:pt x="5" y="123"/>
                      </a:lnTo>
                      <a:lnTo>
                        <a:pt x="7" y="124"/>
                      </a:lnTo>
                      <a:lnTo>
                        <a:pt x="31" y="138"/>
                      </a:lnTo>
                      <a:lnTo>
                        <a:pt x="30" y="148"/>
                      </a:lnTo>
                      <a:lnTo>
                        <a:pt x="29" y="157"/>
                      </a:lnTo>
                      <a:lnTo>
                        <a:pt x="30" y="167"/>
                      </a:lnTo>
                      <a:lnTo>
                        <a:pt x="31" y="178"/>
                      </a:lnTo>
                      <a:lnTo>
                        <a:pt x="6" y="192"/>
                      </a:lnTo>
                      <a:lnTo>
                        <a:pt x="4" y="193"/>
                      </a:lnTo>
                      <a:lnTo>
                        <a:pt x="3" y="194"/>
                      </a:lnTo>
                      <a:lnTo>
                        <a:pt x="2" y="196"/>
                      </a:lnTo>
                      <a:lnTo>
                        <a:pt x="1" y="199"/>
                      </a:lnTo>
                      <a:lnTo>
                        <a:pt x="0" y="203"/>
                      </a:lnTo>
                      <a:lnTo>
                        <a:pt x="2" y="208"/>
                      </a:lnTo>
                      <a:lnTo>
                        <a:pt x="34" y="263"/>
                      </a:lnTo>
                      <a:lnTo>
                        <a:pt x="37" y="268"/>
                      </a:lnTo>
                      <a:lnTo>
                        <a:pt x="42" y="270"/>
                      </a:lnTo>
                      <a:lnTo>
                        <a:pt x="46" y="270"/>
                      </a:lnTo>
                      <a:lnTo>
                        <a:pt x="51" y="269"/>
                      </a:lnTo>
                      <a:lnTo>
                        <a:pt x="77" y="254"/>
                      </a:lnTo>
                      <a:lnTo>
                        <a:pt x="85" y="259"/>
                      </a:lnTo>
                      <a:lnTo>
                        <a:pt x="93" y="266"/>
                      </a:lnTo>
                      <a:lnTo>
                        <a:pt x="102" y="270"/>
                      </a:lnTo>
                      <a:lnTo>
                        <a:pt x="112" y="274"/>
                      </a:lnTo>
                      <a:lnTo>
                        <a:pt x="112" y="302"/>
                      </a:lnTo>
                      <a:lnTo>
                        <a:pt x="113" y="306"/>
                      </a:lnTo>
                      <a:lnTo>
                        <a:pt x="116" y="311"/>
                      </a:lnTo>
                      <a:lnTo>
                        <a:pt x="119" y="314"/>
                      </a:lnTo>
                      <a:lnTo>
                        <a:pt x="124" y="315"/>
                      </a:lnTo>
                      <a:lnTo>
                        <a:pt x="189" y="315"/>
                      </a:lnTo>
                      <a:lnTo>
                        <a:pt x="193" y="314"/>
                      </a:lnTo>
                      <a:lnTo>
                        <a:pt x="197" y="311"/>
                      </a:lnTo>
                      <a:lnTo>
                        <a:pt x="201" y="306"/>
                      </a:lnTo>
                      <a:lnTo>
                        <a:pt x="202" y="302"/>
                      </a:lnTo>
                      <a:lnTo>
                        <a:pt x="202" y="274"/>
                      </a:lnTo>
                      <a:lnTo>
                        <a:pt x="210" y="270"/>
                      </a:lnTo>
                      <a:lnTo>
                        <a:pt x="218" y="266"/>
                      </a:lnTo>
                      <a:lnTo>
                        <a:pt x="226" y="260"/>
                      </a:lnTo>
                      <a:lnTo>
                        <a:pt x="234" y="255"/>
                      </a:lnTo>
                      <a:lnTo>
                        <a:pt x="258" y="268"/>
                      </a:lnTo>
                      <a:lnTo>
                        <a:pt x="262" y="270"/>
                      </a:lnTo>
                      <a:lnTo>
                        <a:pt x="267" y="270"/>
                      </a:lnTo>
                      <a:lnTo>
                        <a:pt x="271" y="268"/>
                      </a:lnTo>
                      <a:lnTo>
                        <a:pt x="275" y="263"/>
                      </a:lnTo>
                      <a:lnTo>
                        <a:pt x="307" y="208"/>
                      </a:lnTo>
                      <a:lnTo>
                        <a:pt x="308" y="202"/>
                      </a:lnTo>
                      <a:lnTo>
                        <a:pt x="308" y="198"/>
                      </a:lnTo>
                      <a:lnTo>
                        <a:pt x="306" y="194"/>
                      </a:lnTo>
                      <a:lnTo>
                        <a:pt x="302"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9" name="îṣ1îďé"/>
            <p:cNvSpPr/>
            <p:nvPr/>
          </p:nvSpPr>
          <p:spPr>
            <a:xfrm>
              <a:off x="4028502" y="3965649"/>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028502" y="2720249"/>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grpSp>
      <p:sp>
        <p:nvSpPr>
          <p:cNvPr id="40"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2" name="文本占位符 30"/>
          <p:cNvSpPr>
            <a:spLocks noGrp="1"/>
          </p:cNvSpPr>
          <p:nvPr>
            <p:ph type="body" sz="quarter" idx="19" hasCustomPrompt="1"/>
          </p:nvPr>
        </p:nvSpPr>
        <p:spPr>
          <a:xfrm>
            <a:off x="4388478" y="1484803"/>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20" hasCustomPrompt="1"/>
          </p:nvPr>
        </p:nvSpPr>
        <p:spPr>
          <a:xfrm>
            <a:off x="4388477" y="1938111"/>
            <a:ext cx="6112681" cy="64399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4" name="文本占位符 30"/>
          <p:cNvSpPr>
            <a:spLocks noGrp="1"/>
          </p:cNvSpPr>
          <p:nvPr>
            <p:ph type="body" sz="quarter" idx="21" hasCustomPrompt="1"/>
          </p:nvPr>
        </p:nvSpPr>
        <p:spPr>
          <a:xfrm>
            <a:off x="4811993" y="2745621"/>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2" hasCustomPrompt="1"/>
          </p:nvPr>
        </p:nvSpPr>
        <p:spPr>
          <a:xfrm>
            <a:off x="4811992" y="3190028"/>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3" hasCustomPrompt="1"/>
          </p:nvPr>
        </p:nvSpPr>
        <p:spPr>
          <a:xfrm>
            <a:off x="4388477" y="5229380"/>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4" hasCustomPrompt="1"/>
          </p:nvPr>
        </p:nvSpPr>
        <p:spPr>
          <a:xfrm>
            <a:off x="4388476" y="5682689"/>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5" hasCustomPrompt="1"/>
          </p:nvPr>
        </p:nvSpPr>
        <p:spPr>
          <a:xfrm>
            <a:off x="4811993" y="3988972"/>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6" hasCustomPrompt="1"/>
          </p:nvPr>
        </p:nvSpPr>
        <p:spPr>
          <a:xfrm>
            <a:off x="4811992" y="4433379"/>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5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4版式">
    <p:spTree>
      <p:nvGrpSpPr>
        <p:cNvPr id="1" name=""/>
        <p:cNvGrpSpPr/>
        <p:nvPr/>
      </p:nvGrpSpPr>
      <p:grpSpPr>
        <a:xfrm>
          <a:off x="0" y="0"/>
          <a:ext cx="0" cy="0"/>
          <a:chOff x="0" y="0"/>
          <a:chExt cx="0" cy="0"/>
        </a:xfrm>
      </p:grpSpPr>
      <p:cxnSp>
        <p:nvCxnSpPr>
          <p:cNvPr id="3" name="直接连接符 72"/>
          <p:cNvCxnSpPr/>
          <p:nvPr userDrawn="1"/>
        </p:nvCxnSpPr>
        <p:spPr>
          <a:xfrm flipH="1">
            <a:off x="3665634" y="2105269"/>
            <a:ext cx="786375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4" name="直接连接符 73"/>
          <p:cNvCxnSpPr/>
          <p:nvPr userDrawn="1"/>
        </p:nvCxnSpPr>
        <p:spPr>
          <a:xfrm flipH="1">
            <a:off x="4658165" y="3265197"/>
            <a:ext cx="6871226"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5" name="直接连接符 74"/>
          <p:cNvCxnSpPr/>
          <p:nvPr userDrawn="1"/>
        </p:nvCxnSpPr>
        <p:spPr>
          <a:xfrm flipH="1">
            <a:off x="3304744" y="4425124"/>
            <a:ext cx="822464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6" name="直接连接符 75"/>
          <p:cNvCxnSpPr/>
          <p:nvPr userDrawn="1"/>
        </p:nvCxnSpPr>
        <p:spPr>
          <a:xfrm flipH="1">
            <a:off x="3437030" y="5585053"/>
            <a:ext cx="8092361"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sp>
        <p:nvSpPr>
          <p:cNvPr id="7" name="流程图: 决策 76"/>
          <p:cNvSpPr/>
          <p:nvPr userDrawn="1"/>
        </p:nvSpPr>
        <p:spPr>
          <a:xfrm>
            <a:off x="2650758" y="1917635"/>
            <a:ext cx="1649998" cy="1543094"/>
          </a:xfrm>
          <a:prstGeom prst="flowChartDecision">
            <a:avLst/>
          </a:prstGeom>
          <a:solidFill>
            <a:srgbClr val="4E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8" name="流程图: 决策 77"/>
          <p:cNvSpPr/>
          <p:nvPr userDrawn="1"/>
        </p:nvSpPr>
        <p:spPr>
          <a:xfrm>
            <a:off x="2440724" y="3637362"/>
            <a:ext cx="2004033" cy="1952278"/>
          </a:xfrm>
          <a:prstGeom prst="flowChartDecision">
            <a:avLst/>
          </a:prstGeom>
          <a:solidFill>
            <a:srgbClr val="0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9" name="流程图: 决策 78"/>
          <p:cNvSpPr/>
          <p:nvPr userDrawn="1"/>
        </p:nvSpPr>
        <p:spPr>
          <a:xfrm>
            <a:off x="788051" y="2305361"/>
            <a:ext cx="2516693" cy="2451698"/>
          </a:xfrm>
          <a:prstGeom prst="flowChartDecision">
            <a:avLst/>
          </a:prstGeom>
          <a:solidFill>
            <a:srgbClr val="134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latin typeface="思源黑体 CN Normal" panose="020B0400000000000000" pitchFamily="34" charset="-128"/>
              <a:ea typeface="思源黑体 CN Normal" panose="020B0400000000000000" pitchFamily="34" charset="-128"/>
              <a:cs typeface="+mn-ea"/>
              <a:sym typeface="+mn-lt"/>
            </a:endParaRPr>
          </a:p>
        </p:txBody>
      </p:sp>
      <p:sp>
        <p:nvSpPr>
          <p:cNvPr id="10" name="流程图: 决策 79"/>
          <p:cNvSpPr/>
          <p:nvPr userDrawn="1"/>
        </p:nvSpPr>
        <p:spPr>
          <a:xfrm>
            <a:off x="3568337" y="2936824"/>
            <a:ext cx="1347513" cy="1260209"/>
          </a:xfrm>
          <a:prstGeom prst="flowChartDecision">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Normal" panose="020B0400000000000000" pitchFamily="34" charset="-128"/>
              <a:ea typeface="思源黑体 CN Normal" panose="020B0400000000000000" pitchFamily="34" charset="-128"/>
              <a:cs typeface="+mn-ea"/>
              <a:sym typeface="+mn-lt"/>
            </a:endParaRPr>
          </a:p>
        </p:txBody>
      </p:sp>
      <p:sp>
        <p:nvSpPr>
          <p:cNvPr id="17" name="文本占位符 30"/>
          <p:cNvSpPr>
            <a:spLocks noGrp="1"/>
          </p:cNvSpPr>
          <p:nvPr>
            <p:ph type="body" sz="quarter" idx="17" hasCustomPrompt="1"/>
          </p:nvPr>
        </p:nvSpPr>
        <p:spPr>
          <a:xfrm>
            <a:off x="4444757" y="2117359"/>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8" hasCustomPrompt="1"/>
          </p:nvPr>
        </p:nvSpPr>
        <p:spPr>
          <a:xfrm>
            <a:off x="4444757" y="1681039"/>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19" name="文本占位符 30"/>
          <p:cNvSpPr>
            <a:spLocks noGrp="1"/>
          </p:cNvSpPr>
          <p:nvPr>
            <p:ph type="body" sz="quarter" idx="19" hasCustomPrompt="1"/>
          </p:nvPr>
        </p:nvSpPr>
        <p:spPr>
          <a:xfrm>
            <a:off x="5107366" y="3277285"/>
            <a:ext cx="642202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0" name="文本占位符 30"/>
          <p:cNvSpPr>
            <a:spLocks noGrp="1"/>
          </p:cNvSpPr>
          <p:nvPr>
            <p:ph type="body" sz="quarter" idx="20" hasCustomPrompt="1"/>
          </p:nvPr>
        </p:nvSpPr>
        <p:spPr>
          <a:xfrm>
            <a:off x="5107366" y="2840965"/>
            <a:ext cx="642202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1" name="文本占位符 30"/>
          <p:cNvSpPr>
            <a:spLocks noGrp="1"/>
          </p:cNvSpPr>
          <p:nvPr>
            <p:ph type="body" sz="quarter" idx="21" hasCustomPrompt="1"/>
          </p:nvPr>
        </p:nvSpPr>
        <p:spPr>
          <a:xfrm>
            <a:off x="5018156" y="4459314"/>
            <a:ext cx="651123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2" name="文本占位符 30"/>
          <p:cNvSpPr>
            <a:spLocks noGrp="1"/>
          </p:cNvSpPr>
          <p:nvPr>
            <p:ph type="body" sz="quarter" idx="22" hasCustomPrompt="1"/>
          </p:nvPr>
        </p:nvSpPr>
        <p:spPr>
          <a:xfrm>
            <a:off x="5018156" y="4022994"/>
            <a:ext cx="651123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3" name="文本占位符 30"/>
          <p:cNvSpPr>
            <a:spLocks noGrp="1"/>
          </p:cNvSpPr>
          <p:nvPr>
            <p:ph type="body" sz="quarter" idx="23" hasCustomPrompt="1"/>
          </p:nvPr>
        </p:nvSpPr>
        <p:spPr>
          <a:xfrm>
            <a:off x="4444757" y="5613281"/>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4" name="文本占位符 30"/>
          <p:cNvSpPr>
            <a:spLocks noGrp="1"/>
          </p:cNvSpPr>
          <p:nvPr>
            <p:ph type="body" sz="quarter" idx="24" hasCustomPrompt="1"/>
          </p:nvPr>
        </p:nvSpPr>
        <p:spPr>
          <a:xfrm>
            <a:off x="4444757" y="5176961"/>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5" name="文本占位符 30"/>
          <p:cNvSpPr>
            <a:spLocks noGrp="1"/>
          </p:cNvSpPr>
          <p:nvPr>
            <p:ph type="body" sz="quarter" idx="25" hasCustomPrompt="1"/>
          </p:nvPr>
        </p:nvSpPr>
        <p:spPr>
          <a:xfrm>
            <a:off x="1567681" y="3255024"/>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6" name="文本占位符 30"/>
          <p:cNvSpPr>
            <a:spLocks noGrp="1"/>
          </p:cNvSpPr>
          <p:nvPr>
            <p:ph type="body" sz="quarter" idx="26" hasCustomPrompt="1"/>
          </p:nvPr>
        </p:nvSpPr>
        <p:spPr>
          <a:xfrm>
            <a:off x="3043396" y="2534774"/>
            <a:ext cx="928824" cy="47297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20%</a:t>
            </a:r>
            <a:endParaRPr kumimoji="1" lang="zh-CN" altLang="en-US" dirty="0"/>
          </a:p>
        </p:txBody>
      </p:sp>
      <p:sp>
        <p:nvSpPr>
          <p:cNvPr id="27" name="文本占位符 30"/>
          <p:cNvSpPr>
            <a:spLocks noGrp="1"/>
          </p:cNvSpPr>
          <p:nvPr>
            <p:ph type="body" sz="quarter" idx="27" hasCustomPrompt="1"/>
          </p:nvPr>
        </p:nvSpPr>
        <p:spPr>
          <a:xfrm>
            <a:off x="2934754" y="4305226"/>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8" name="文本占位符 30"/>
          <p:cNvSpPr>
            <a:spLocks noGrp="1"/>
          </p:cNvSpPr>
          <p:nvPr>
            <p:ph type="body" sz="quarter" idx="28" hasCustomPrompt="1"/>
          </p:nvPr>
        </p:nvSpPr>
        <p:spPr>
          <a:xfrm>
            <a:off x="3815128" y="3356524"/>
            <a:ext cx="832890" cy="44820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a:t>
            </a:r>
            <a:endParaRPr kumimoji="1" lang="zh-CN" altLang="en-US" dirty="0"/>
          </a:p>
        </p:txBody>
      </p:sp>
      <p:sp>
        <p:nvSpPr>
          <p:cNvPr id="3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架构图">
    <p:spTree>
      <p:nvGrpSpPr>
        <p:cNvPr id="1" name=""/>
        <p:cNvGrpSpPr/>
        <p:nvPr/>
      </p:nvGrpSpPr>
      <p:grpSpPr>
        <a:xfrm>
          <a:off x="0" y="0"/>
          <a:ext cx="0" cy="0"/>
          <a:chOff x="0" y="0"/>
          <a:chExt cx="0" cy="0"/>
        </a:xfrm>
      </p:grpSpPr>
      <p:grpSp>
        <p:nvGrpSpPr>
          <p:cNvPr id="6" name="组合 5"/>
          <p:cNvGrpSpPr/>
          <p:nvPr userDrawn="1"/>
        </p:nvGrpSpPr>
        <p:grpSpPr>
          <a:xfrm>
            <a:off x="694065" y="1486176"/>
            <a:ext cx="7776271" cy="4953786"/>
            <a:chOff x="582929" y="1006660"/>
            <a:chExt cx="8506284" cy="5418836"/>
          </a:xfrm>
        </p:grpSpPr>
        <p:sp>
          <p:nvSpPr>
            <p:cNvPr id="7" name="剪去单角的矩形 6"/>
            <p:cNvSpPr/>
            <p:nvPr/>
          </p:nvSpPr>
          <p:spPr>
            <a:xfrm>
              <a:off x="582929" y="5950356"/>
              <a:ext cx="8506284" cy="47514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0" name="剪去单角的矩形 9"/>
            <p:cNvSpPr/>
            <p:nvPr/>
          </p:nvSpPr>
          <p:spPr>
            <a:xfrm>
              <a:off x="582930" y="1006660"/>
              <a:ext cx="8506283" cy="2000880"/>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2" name="文本框 11"/>
            <p:cNvSpPr txBox="1"/>
            <p:nvPr/>
          </p:nvSpPr>
          <p:spPr>
            <a:xfrm>
              <a:off x="3870325" y="1071205"/>
              <a:ext cx="1708150" cy="336670"/>
            </a:xfrm>
            <a:prstGeom prst="rect">
              <a:avLst/>
            </a:prstGeom>
            <a:noFill/>
          </p:spPr>
          <p:txBody>
            <a:bodyPr wrap="square" rtlCol="0">
              <a:spAutoFit/>
            </a:bodyPr>
            <a:lstStyle/>
            <a:p>
              <a:pPr lvl="0" algn="ctr"/>
              <a:r>
                <a:rPr lang="zh-CN" altLang="en-US" sz="1400" dirty="0">
                  <a:solidFill>
                    <a:srgbClr val="383736"/>
                  </a:solidFill>
                  <a:latin typeface="思源黑体 CN Normal" panose="020B0400000000000000" pitchFamily="34" charset="-128"/>
                  <a:ea typeface="思源黑体 CN Normal" panose="020B0400000000000000" pitchFamily="34" charset="-128"/>
                  <a:sym typeface="+mn-ea"/>
                </a:rPr>
                <a:t>运维门户</a:t>
              </a:r>
            </a:p>
          </p:txBody>
        </p:sp>
        <p:grpSp>
          <p:nvGrpSpPr>
            <p:cNvPr id="13" name="组合 12"/>
            <p:cNvGrpSpPr/>
            <p:nvPr/>
          </p:nvGrpSpPr>
          <p:grpSpPr>
            <a:xfrm>
              <a:off x="684805" y="1524635"/>
              <a:ext cx="1297941" cy="1348105"/>
              <a:chOff x="684805" y="1524635"/>
              <a:chExt cx="1297941" cy="1348105"/>
            </a:xfrm>
          </p:grpSpPr>
          <p:sp>
            <p:nvSpPr>
              <p:cNvPr id="93" name="剪去单角的矩形 9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94" name="组合 93"/>
              <p:cNvGrpSpPr/>
              <p:nvPr/>
            </p:nvGrpSpPr>
            <p:grpSpPr>
              <a:xfrm>
                <a:off x="783105" y="1586698"/>
                <a:ext cx="1095997" cy="1178568"/>
                <a:chOff x="2218" y="2391"/>
                <a:chExt cx="1688" cy="2383"/>
              </a:xfrm>
            </p:grpSpPr>
            <p:sp>
              <p:nvSpPr>
                <p:cNvPr id="95" name="矩形 9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96" name="文本框 95"/>
                <p:cNvSpPr txBox="1"/>
                <p:nvPr userDrawn="1"/>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97" name="矩形 9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98" name="矩形 9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14" name="组合 13"/>
            <p:cNvGrpSpPr/>
            <p:nvPr/>
          </p:nvGrpSpPr>
          <p:grpSpPr>
            <a:xfrm>
              <a:off x="582929" y="3372920"/>
              <a:ext cx="8506284" cy="373202"/>
              <a:chOff x="582929" y="3338195"/>
              <a:chExt cx="8506284" cy="373202"/>
            </a:xfrm>
          </p:grpSpPr>
          <p:sp>
            <p:nvSpPr>
              <p:cNvPr id="91" name="剪去单角的矩形 90"/>
              <p:cNvSpPr/>
              <p:nvPr/>
            </p:nvSpPr>
            <p:spPr>
              <a:xfrm>
                <a:off x="582929" y="3338195"/>
                <a:ext cx="8506284" cy="373202"/>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92" name="文本框 91"/>
              <p:cNvSpPr txBox="1"/>
              <p:nvPr/>
            </p:nvSpPr>
            <p:spPr>
              <a:xfrm>
                <a:off x="3195274" y="3382266"/>
                <a:ext cx="3295650"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服务平台</a:t>
                </a:r>
              </a:p>
            </p:txBody>
          </p:sp>
        </p:grpSp>
        <p:grpSp>
          <p:nvGrpSpPr>
            <p:cNvPr id="15" name="组合 14"/>
            <p:cNvGrpSpPr/>
            <p:nvPr/>
          </p:nvGrpSpPr>
          <p:grpSpPr>
            <a:xfrm>
              <a:off x="586209" y="3870840"/>
              <a:ext cx="4201455" cy="701260"/>
              <a:chOff x="586209" y="3836115"/>
              <a:chExt cx="4201455" cy="701260"/>
            </a:xfrm>
          </p:grpSpPr>
          <p:sp>
            <p:nvSpPr>
              <p:cNvPr id="85" name="剪去单角的矩形 84"/>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86" name="文本框 85"/>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87" name="矩形 86"/>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080"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88" name="矩形 87"/>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89" name="矩形 88"/>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90" name="矩形 89"/>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16" name="组合 15"/>
            <p:cNvGrpSpPr/>
            <p:nvPr/>
          </p:nvGrpSpPr>
          <p:grpSpPr>
            <a:xfrm>
              <a:off x="586210" y="4724465"/>
              <a:ext cx="3549312" cy="1074183"/>
              <a:chOff x="586210" y="4724465"/>
              <a:chExt cx="3549312" cy="1074183"/>
            </a:xfrm>
          </p:grpSpPr>
          <p:sp>
            <p:nvSpPr>
              <p:cNvPr id="77" name="剪去单角的矩形 76"/>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78" name="文本框 77"/>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79" name="矩形 78"/>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80" name="矩形 79"/>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81" name="矩形 80"/>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82" name="矩形 81"/>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83" name="矩形 82"/>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84" name="矩形 83"/>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sp>
          <p:nvSpPr>
            <p:cNvPr id="17" name="圆柱体 304"/>
            <p:cNvSpPr/>
            <p:nvPr/>
          </p:nvSpPr>
          <p:spPr>
            <a:xfrm>
              <a:off x="4345215" y="4926750"/>
              <a:ext cx="976630" cy="730250"/>
            </a:xfrm>
            <a:prstGeom prst="can">
              <a:avLst/>
            </a:prstGeom>
            <a:solidFill>
              <a:srgbClr val="4FBA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b="1" dirty="0">
                  <a:solidFill>
                    <a:schemeClr val="bg1"/>
                  </a:solidFill>
                  <a:latin typeface="思源黑体 CN Normal" panose="020B0400000000000000" pitchFamily="34" charset="-128"/>
                  <a:ea typeface="思源黑体 CN Normal" panose="020B0400000000000000" pitchFamily="34" charset="-128"/>
                </a:rPr>
                <a:t>配置管理库</a:t>
              </a:r>
              <a:r>
                <a:rPr lang="en-US" altLang="zh-CN" sz="800" b="1" dirty="0">
                  <a:solidFill>
                    <a:schemeClr val="bg1"/>
                  </a:solidFill>
                  <a:latin typeface="思源黑体 CN Normal" panose="020B0400000000000000" pitchFamily="34" charset="-128"/>
                  <a:ea typeface="思源黑体 CN Normal" panose="020B0400000000000000" pitchFamily="34" charset="-128"/>
                </a:rPr>
                <a:t>AMDB</a:t>
              </a:r>
            </a:p>
          </p:txBody>
        </p:sp>
        <p:sp>
          <p:nvSpPr>
            <p:cNvPr id="18" name="矩形 17"/>
            <p:cNvSpPr/>
            <p:nvPr/>
          </p:nvSpPr>
          <p:spPr>
            <a:xfrm>
              <a:off x="69954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网络设备</a:t>
              </a:r>
            </a:p>
          </p:txBody>
        </p:sp>
        <p:sp>
          <p:nvSpPr>
            <p:cNvPr id="19" name="矩形 18"/>
            <p:cNvSpPr/>
            <p:nvPr/>
          </p:nvSpPr>
          <p:spPr>
            <a:xfrm>
              <a:off x="2403519"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a:t>
              </a:r>
            </a:p>
          </p:txBody>
        </p:sp>
        <p:sp>
          <p:nvSpPr>
            <p:cNvPr id="20" name="矩形 19"/>
            <p:cNvSpPr/>
            <p:nvPr/>
          </p:nvSpPr>
          <p:spPr>
            <a:xfrm>
              <a:off x="408300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数据库</a:t>
              </a:r>
            </a:p>
          </p:txBody>
        </p:sp>
        <p:sp>
          <p:nvSpPr>
            <p:cNvPr id="21" name="矩形 20"/>
            <p:cNvSpPr/>
            <p:nvPr/>
          </p:nvSpPr>
          <p:spPr>
            <a:xfrm>
              <a:off x="5762489" y="6050090"/>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中间件</a:t>
              </a:r>
            </a:p>
          </p:txBody>
        </p:sp>
        <p:sp>
          <p:nvSpPr>
            <p:cNvPr id="22" name="矩形 21"/>
            <p:cNvSpPr/>
            <p:nvPr/>
          </p:nvSpPr>
          <p:spPr>
            <a:xfrm>
              <a:off x="7450138"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a:t>
              </a:r>
            </a:p>
          </p:txBody>
        </p:sp>
        <p:sp>
          <p:nvSpPr>
            <p:cNvPr id="23" name="箭头: 上 4"/>
            <p:cNvSpPr/>
            <p:nvPr/>
          </p:nvSpPr>
          <p:spPr>
            <a:xfrm>
              <a:off x="2215007"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4" name="箭头: 上 4"/>
            <p:cNvSpPr/>
            <p:nvPr/>
          </p:nvSpPr>
          <p:spPr>
            <a:xfrm>
              <a:off x="4726051"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5" name="箭头: 上 4"/>
            <p:cNvSpPr/>
            <p:nvPr/>
          </p:nvSpPr>
          <p:spPr>
            <a:xfrm>
              <a:off x="7284339"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grpSp>
          <p:nvGrpSpPr>
            <p:cNvPr id="26" name="组合 25"/>
            <p:cNvGrpSpPr/>
            <p:nvPr/>
          </p:nvGrpSpPr>
          <p:grpSpPr>
            <a:xfrm>
              <a:off x="2083274" y="1522730"/>
              <a:ext cx="1297941" cy="1348105"/>
              <a:chOff x="684805" y="1524635"/>
              <a:chExt cx="1297941" cy="1348105"/>
            </a:xfrm>
          </p:grpSpPr>
          <p:sp>
            <p:nvSpPr>
              <p:cNvPr id="71" name="剪去单角的矩形 70"/>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72" name="组合 71"/>
              <p:cNvGrpSpPr/>
              <p:nvPr/>
            </p:nvGrpSpPr>
            <p:grpSpPr>
              <a:xfrm>
                <a:off x="803883" y="1586697"/>
                <a:ext cx="1095997" cy="1178567"/>
                <a:chOff x="2250" y="2391"/>
                <a:chExt cx="1688" cy="2383"/>
              </a:xfrm>
            </p:grpSpPr>
            <p:sp>
              <p:nvSpPr>
                <p:cNvPr id="73" name="矩形 72"/>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74" name="文本框 73"/>
                <p:cNvSpPr txBox="1"/>
                <p:nvPr/>
              </p:nvSpPr>
              <p:spPr>
                <a:xfrm>
                  <a:off x="2250"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75" name="矩形 74"/>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6" name="矩形 75"/>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7" name="组合 26"/>
            <p:cNvGrpSpPr/>
            <p:nvPr/>
          </p:nvGrpSpPr>
          <p:grpSpPr>
            <a:xfrm>
              <a:off x="3489724" y="1514587"/>
              <a:ext cx="1297941" cy="1348105"/>
              <a:chOff x="684805" y="1524635"/>
              <a:chExt cx="1297941" cy="1348105"/>
            </a:xfrm>
          </p:grpSpPr>
          <p:sp>
            <p:nvSpPr>
              <p:cNvPr id="65" name="剪去单角的矩形 64"/>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6" name="组合 65"/>
              <p:cNvGrpSpPr/>
              <p:nvPr/>
            </p:nvGrpSpPr>
            <p:grpSpPr>
              <a:xfrm>
                <a:off x="783105" y="1586697"/>
                <a:ext cx="1095997" cy="1178567"/>
                <a:chOff x="2218" y="2391"/>
                <a:chExt cx="1688" cy="2383"/>
              </a:xfrm>
            </p:grpSpPr>
            <p:sp>
              <p:nvSpPr>
                <p:cNvPr id="67" name="矩形 66"/>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8" name="文本框 67"/>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9" name="矩形 68"/>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0" name="矩形 69"/>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8" name="组合 27"/>
            <p:cNvGrpSpPr/>
            <p:nvPr/>
          </p:nvGrpSpPr>
          <p:grpSpPr>
            <a:xfrm>
              <a:off x="4889275" y="1514587"/>
              <a:ext cx="1297941" cy="1348105"/>
              <a:chOff x="684805" y="1524635"/>
              <a:chExt cx="1297941" cy="1348105"/>
            </a:xfrm>
          </p:grpSpPr>
          <p:sp>
            <p:nvSpPr>
              <p:cNvPr id="59" name="剪去单角的矩形 58"/>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0" name="组合 59"/>
              <p:cNvGrpSpPr/>
              <p:nvPr/>
            </p:nvGrpSpPr>
            <p:grpSpPr>
              <a:xfrm>
                <a:off x="772716" y="1586697"/>
                <a:ext cx="1095997" cy="1178567"/>
                <a:chOff x="2202" y="2391"/>
                <a:chExt cx="1688" cy="2383"/>
              </a:xfrm>
            </p:grpSpPr>
            <p:sp>
              <p:nvSpPr>
                <p:cNvPr id="61" name="矩形 60"/>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2" name="文本框 61"/>
                <p:cNvSpPr txBox="1"/>
                <p:nvPr/>
              </p:nvSpPr>
              <p:spPr>
                <a:xfrm>
                  <a:off x="2202"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3" name="矩形 62"/>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64" name="矩形 63"/>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9" name="组合 28"/>
            <p:cNvGrpSpPr/>
            <p:nvPr/>
          </p:nvGrpSpPr>
          <p:grpSpPr>
            <a:xfrm>
              <a:off x="6295996" y="1514587"/>
              <a:ext cx="1297941" cy="1348105"/>
              <a:chOff x="684805" y="1524635"/>
              <a:chExt cx="1297941" cy="1348105"/>
            </a:xfrm>
          </p:grpSpPr>
          <p:sp>
            <p:nvSpPr>
              <p:cNvPr id="53" name="剪去单角的矩形 5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54" name="组合 53"/>
              <p:cNvGrpSpPr/>
              <p:nvPr/>
            </p:nvGrpSpPr>
            <p:grpSpPr>
              <a:xfrm>
                <a:off x="793494" y="1586697"/>
                <a:ext cx="1095997" cy="1178567"/>
                <a:chOff x="2234" y="2391"/>
                <a:chExt cx="1688" cy="2383"/>
              </a:xfrm>
            </p:grpSpPr>
            <p:sp>
              <p:nvSpPr>
                <p:cNvPr id="55" name="矩形 5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6" name="文本框 55"/>
                <p:cNvSpPr txBox="1"/>
                <p:nvPr/>
              </p:nvSpPr>
              <p:spPr>
                <a:xfrm>
                  <a:off x="2234"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7" name="矩形 5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8" name="矩形 5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0" name="组合 29"/>
            <p:cNvGrpSpPr/>
            <p:nvPr/>
          </p:nvGrpSpPr>
          <p:grpSpPr>
            <a:xfrm>
              <a:off x="7693163" y="1514587"/>
              <a:ext cx="1297941" cy="1348105"/>
              <a:chOff x="684805" y="1524635"/>
              <a:chExt cx="1297941" cy="1348105"/>
            </a:xfrm>
          </p:grpSpPr>
          <p:sp>
            <p:nvSpPr>
              <p:cNvPr id="47" name="剪去单角的矩形 46"/>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48" name="组合 47"/>
              <p:cNvGrpSpPr/>
              <p:nvPr/>
            </p:nvGrpSpPr>
            <p:grpSpPr>
              <a:xfrm>
                <a:off x="783105" y="1586697"/>
                <a:ext cx="1095997" cy="1178567"/>
                <a:chOff x="2218" y="2391"/>
                <a:chExt cx="1688" cy="2383"/>
              </a:xfrm>
            </p:grpSpPr>
            <p:sp>
              <p:nvSpPr>
                <p:cNvPr id="49" name="矩形 48"/>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0" name="文本框 49"/>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1" name="矩形 50"/>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2" name="矩形 51"/>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1" name="组合 30"/>
            <p:cNvGrpSpPr/>
            <p:nvPr/>
          </p:nvGrpSpPr>
          <p:grpSpPr>
            <a:xfrm>
              <a:off x="4883758" y="3870840"/>
              <a:ext cx="4201455" cy="701260"/>
              <a:chOff x="586209" y="3836115"/>
              <a:chExt cx="4201455" cy="701260"/>
            </a:xfrm>
          </p:grpSpPr>
          <p:sp>
            <p:nvSpPr>
              <p:cNvPr id="41" name="剪去单角的矩形 40"/>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42" name="文本框 41"/>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43" name="矩形 42"/>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4" name="矩形 43"/>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45" name="矩形 44"/>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6" name="矩形 45"/>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32" name="组合 31"/>
            <p:cNvGrpSpPr/>
            <p:nvPr/>
          </p:nvGrpSpPr>
          <p:grpSpPr>
            <a:xfrm>
              <a:off x="5534612" y="4714632"/>
              <a:ext cx="3549312" cy="1074183"/>
              <a:chOff x="586210" y="4724465"/>
              <a:chExt cx="3549312" cy="1074183"/>
            </a:xfrm>
          </p:grpSpPr>
          <p:sp>
            <p:nvSpPr>
              <p:cNvPr id="33" name="剪去单角的矩形 32"/>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34" name="文本框 33"/>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35" name="矩形 34"/>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36" name="矩形 35"/>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37" name="矩形 36"/>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38" name="矩形 37"/>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39" name="矩形 38"/>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40" name="矩形 39"/>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grpSp>
      <p:sp>
        <p:nvSpPr>
          <p:cNvPr id="102" name="文本占位符 30"/>
          <p:cNvSpPr>
            <a:spLocks noGrp="1"/>
          </p:cNvSpPr>
          <p:nvPr>
            <p:ph type="body" sz="quarter" idx="15" hasCustomPrompt="1"/>
          </p:nvPr>
        </p:nvSpPr>
        <p:spPr>
          <a:xfrm>
            <a:off x="8878322" y="1900469"/>
            <a:ext cx="2739914" cy="4425604"/>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103" name="文本占位符 30"/>
          <p:cNvSpPr>
            <a:spLocks noGrp="1"/>
          </p:cNvSpPr>
          <p:nvPr>
            <p:ph type="body" sz="quarter" idx="16" hasCustomPrompt="1"/>
          </p:nvPr>
        </p:nvSpPr>
        <p:spPr>
          <a:xfrm>
            <a:off x="8878321" y="1486176"/>
            <a:ext cx="273991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架构图">
    <p:spTree>
      <p:nvGrpSpPr>
        <p:cNvPr id="1" name=""/>
        <p:cNvGrpSpPr/>
        <p:nvPr/>
      </p:nvGrpSpPr>
      <p:grpSpPr>
        <a:xfrm>
          <a:off x="0" y="0"/>
          <a:ext cx="0" cy="0"/>
          <a:chOff x="0" y="0"/>
          <a:chExt cx="0" cy="0"/>
        </a:xfrm>
      </p:grpSpPr>
      <p:grpSp>
        <p:nvGrpSpPr>
          <p:cNvPr id="101" name="组合 100"/>
          <p:cNvGrpSpPr/>
          <p:nvPr userDrawn="1"/>
        </p:nvGrpSpPr>
        <p:grpSpPr>
          <a:xfrm>
            <a:off x="659433" y="1382650"/>
            <a:ext cx="6832314" cy="4932207"/>
            <a:chOff x="623570" y="1334135"/>
            <a:chExt cx="7111365" cy="4547235"/>
          </a:xfrm>
        </p:grpSpPr>
        <p:grpSp>
          <p:nvGrpSpPr>
            <p:cNvPr id="102" name="组合 101"/>
            <p:cNvGrpSpPr/>
            <p:nvPr/>
          </p:nvGrpSpPr>
          <p:grpSpPr>
            <a:xfrm>
              <a:off x="656590" y="2640330"/>
              <a:ext cx="6176010" cy="2061210"/>
              <a:chOff x="1103" y="4144"/>
              <a:chExt cx="9726" cy="3246"/>
            </a:xfrm>
          </p:grpSpPr>
          <p:sp>
            <p:nvSpPr>
              <p:cNvPr id="128" name="剪去单角的矩形 127"/>
              <p:cNvSpPr/>
              <p:nvPr/>
            </p:nvSpPr>
            <p:spPr>
              <a:xfrm>
                <a:off x="1103" y="4144"/>
                <a:ext cx="9726" cy="3246"/>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剪去单角的矩形 128"/>
              <p:cNvSpPr/>
              <p:nvPr/>
            </p:nvSpPr>
            <p:spPr>
              <a:xfrm>
                <a:off x="1324" y="4456"/>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35" y="4967"/>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1" name="矩形 130"/>
              <p:cNvSpPr/>
              <p:nvPr/>
            </p:nvSpPr>
            <p:spPr>
              <a:xfrm>
                <a:off x="1535"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2" name="矩形 131"/>
              <p:cNvSpPr/>
              <p:nvPr/>
            </p:nvSpPr>
            <p:spPr>
              <a:xfrm>
                <a:off x="2537"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3" name="矩形 132"/>
              <p:cNvSpPr/>
              <p:nvPr/>
            </p:nvSpPr>
            <p:spPr>
              <a:xfrm>
                <a:off x="3539"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4" name="矩形 133"/>
              <p:cNvSpPr/>
              <p:nvPr/>
            </p:nvSpPr>
            <p:spPr>
              <a:xfrm>
                <a:off x="1535"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5" name="矩形 134"/>
              <p:cNvSpPr/>
              <p:nvPr/>
            </p:nvSpPr>
            <p:spPr>
              <a:xfrm>
                <a:off x="2537"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6" name="矩形 135"/>
              <p:cNvSpPr/>
              <p:nvPr/>
            </p:nvSpPr>
            <p:spPr>
              <a:xfrm>
                <a:off x="3539"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7" name="矩形 136"/>
              <p:cNvSpPr/>
              <p:nvPr/>
            </p:nvSpPr>
            <p:spPr>
              <a:xfrm>
                <a:off x="1535"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8" name="矩形 137"/>
              <p:cNvSpPr/>
              <p:nvPr/>
            </p:nvSpPr>
            <p:spPr>
              <a:xfrm>
                <a:off x="2537"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9" name="矩形 138"/>
              <p:cNvSpPr/>
              <p:nvPr/>
            </p:nvSpPr>
            <p:spPr>
              <a:xfrm>
                <a:off x="3539"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0" name="Rectangle 3"/>
              <p:cNvSpPr txBox="1">
                <a:spLocks noChangeArrowheads="1"/>
              </p:cNvSpPr>
              <p:nvPr/>
            </p:nvSpPr>
            <p:spPr bwMode="auto">
              <a:xfrm>
                <a:off x="1535" y="4516"/>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41" name="剪去单角的矩形 140"/>
              <p:cNvSpPr/>
              <p:nvPr/>
            </p:nvSpPr>
            <p:spPr>
              <a:xfrm>
                <a:off x="4793" y="4459"/>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4" y="4970"/>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3" name="矩形 142"/>
              <p:cNvSpPr/>
              <p:nvPr/>
            </p:nvSpPr>
            <p:spPr>
              <a:xfrm>
                <a:off x="5004"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4" name="矩形 143"/>
              <p:cNvSpPr/>
              <p:nvPr/>
            </p:nvSpPr>
            <p:spPr>
              <a:xfrm>
                <a:off x="6006"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5" name="矩形 144"/>
              <p:cNvSpPr/>
              <p:nvPr/>
            </p:nvSpPr>
            <p:spPr>
              <a:xfrm>
                <a:off x="7008"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6" name="矩形 145"/>
              <p:cNvSpPr/>
              <p:nvPr/>
            </p:nvSpPr>
            <p:spPr>
              <a:xfrm>
                <a:off x="5004"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7" name="矩形 146"/>
              <p:cNvSpPr/>
              <p:nvPr/>
            </p:nvSpPr>
            <p:spPr>
              <a:xfrm>
                <a:off x="6006"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8" name="矩形 147"/>
              <p:cNvSpPr/>
              <p:nvPr/>
            </p:nvSpPr>
            <p:spPr>
              <a:xfrm>
                <a:off x="7008"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9" name="矩形 148"/>
              <p:cNvSpPr/>
              <p:nvPr/>
            </p:nvSpPr>
            <p:spPr>
              <a:xfrm>
                <a:off x="5004"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0" name="矩形 149"/>
              <p:cNvSpPr/>
              <p:nvPr/>
            </p:nvSpPr>
            <p:spPr>
              <a:xfrm>
                <a:off x="6006"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1" name="矩形 150"/>
              <p:cNvSpPr/>
              <p:nvPr/>
            </p:nvSpPr>
            <p:spPr>
              <a:xfrm>
                <a:off x="7008"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2" name="Rectangle 3"/>
              <p:cNvSpPr txBox="1">
                <a:spLocks noChangeArrowheads="1"/>
              </p:cNvSpPr>
              <p:nvPr/>
            </p:nvSpPr>
            <p:spPr bwMode="auto">
              <a:xfrm>
                <a:off x="5004" y="4519"/>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53" name="剪去单角的矩形 152"/>
              <p:cNvSpPr/>
              <p:nvPr/>
            </p:nvSpPr>
            <p:spPr>
              <a:xfrm>
                <a:off x="8262" y="4459"/>
                <a:ext cx="235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8473" y="4970"/>
                <a:ext cx="1940"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5" name="矩形 154"/>
              <p:cNvSpPr/>
              <p:nvPr/>
            </p:nvSpPr>
            <p:spPr>
              <a:xfrm>
                <a:off x="8473"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6" name="矩形 155"/>
              <p:cNvSpPr/>
              <p:nvPr/>
            </p:nvSpPr>
            <p:spPr>
              <a:xfrm>
                <a:off x="9475"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7" name="矩形 156"/>
              <p:cNvSpPr/>
              <p:nvPr/>
            </p:nvSpPr>
            <p:spPr>
              <a:xfrm>
                <a:off x="8473"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8" name="矩形 157"/>
              <p:cNvSpPr/>
              <p:nvPr/>
            </p:nvSpPr>
            <p:spPr>
              <a:xfrm>
                <a:off x="9475"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9" name="矩形 158"/>
              <p:cNvSpPr/>
              <p:nvPr/>
            </p:nvSpPr>
            <p:spPr>
              <a:xfrm>
                <a:off x="8473"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0" name="矩形 159"/>
              <p:cNvSpPr/>
              <p:nvPr/>
            </p:nvSpPr>
            <p:spPr>
              <a:xfrm>
                <a:off x="9475"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1" name="Rectangle 3"/>
              <p:cNvSpPr txBox="1">
                <a:spLocks noChangeArrowheads="1"/>
              </p:cNvSpPr>
              <p:nvPr/>
            </p:nvSpPr>
            <p:spPr bwMode="auto">
              <a:xfrm>
                <a:off x="8473" y="4519"/>
                <a:ext cx="1940"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grpSp>
        <p:grpSp>
          <p:nvGrpSpPr>
            <p:cNvPr id="103" name="组合 102"/>
            <p:cNvGrpSpPr/>
            <p:nvPr/>
          </p:nvGrpSpPr>
          <p:grpSpPr>
            <a:xfrm>
              <a:off x="623570" y="1334135"/>
              <a:ext cx="6184265" cy="692785"/>
              <a:chOff x="1090" y="2519"/>
              <a:chExt cx="9739" cy="1091"/>
            </a:xfrm>
          </p:grpSpPr>
          <p:sp>
            <p:nvSpPr>
              <p:cNvPr id="122" name="剪去单角的矩形 121"/>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矩形 122"/>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4" name="矩形 123"/>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25" name="矩形 124"/>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6" name="矩形 125"/>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7" name="矩形 126"/>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4" name="组合 103"/>
            <p:cNvGrpSpPr/>
            <p:nvPr/>
          </p:nvGrpSpPr>
          <p:grpSpPr>
            <a:xfrm>
              <a:off x="623570" y="5188585"/>
              <a:ext cx="6184265" cy="692150"/>
              <a:chOff x="1090" y="2519"/>
              <a:chExt cx="9739" cy="1090"/>
            </a:xfrm>
          </p:grpSpPr>
          <p:sp>
            <p:nvSpPr>
              <p:cNvPr id="116" name="剪去单角的矩形 115"/>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8" name="矩形 117"/>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19" name="矩形 118"/>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0" name="矩形 119"/>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1" name="矩形 120"/>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5" name="组合 104"/>
            <p:cNvGrpSpPr/>
            <p:nvPr/>
          </p:nvGrpSpPr>
          <p:grpSpPr>
            <a:xfrm>
              <a:off x="7006590" y="1334135"/>
              <a:ext cx="728345" cy="4547235"/>
              <a:chOff x="11211" y="2519"/>
              <a:chExt cx="1147" cy="7161"/>
            </a:xfrm>
          </p:grpSpPr>
          <p:sp>
            <p:nvSpPr>
              <p:cNvPr id="106" name="剪去单角的矩形 105"/>
              <p:cNvSpPr/>
              <p:nvPr/>
            </p:nvSpPr>
            <p:spPr>
              <a:xfrm>
                <a:off x="11211" y="2695"/>
                <a:ext cx="1147" cy="6985"/>
              </a:xfrm>
              <a:prstGeom prst="snip1Rect">
                <a:avLst>
                  <a:gd name="adj" fmla="val 4639"/>
                </a:avLst>
              </a:prstGeom>
              <a:solidFill>
                <a:srgbClr val="FFFFFF"/>
              </a:solidFill>
              <a:ln>
                <a:solidFill>
                  <a:srgbClr val="D8D8D8"/>
                </a:solidFill>
              </a:ln>
              <a:effectLst>
                <a:outerShdw blurRad="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1211"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08" name="矩形 107"/>
              <p:cNvSpPr/>
              <p:nvPr/>
            </p:nvSpPr>
            <p:spPr>
              <a:xfrm>
                <a:off x="11335" y="319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09" name="矩形 108"/>
              <p:cNvSpPr/>
              <p:nvPr/>
            </p:nvSpPr>
            <p:spPr>
              <a:xfrm>
                <a:off x="11335" y="404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0" name="矩形 109"/>
              <p:cNvSpPr/>
              <p:nvPr/>
            </p:nvSpPr>
            <p:spPr>
              <a:xfrm>
                <a:off x="11335" y="488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1" name="矩形 110"/>
              <p:cNvSpPr/>
              <p:nvPr/>
            </p:nvSpPr>
            <p:spPr>
              <a:xfrm>
                <a:off x="11335" y="657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2" name="矩形 111"/>
              <p:cNvSpPr/>
              <p:nvPr/>
            </p:nvSpPr>
            <p:spPr>
              <a:xfrm>
                <a:off x="11335" y="742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3" name="矩形 112"/>
              <p:cNvSpPr/>
              <p:nvPr/>
            </p:nvSpPr>
            <p:spPr>
              <a:xfrm>
                <a:off x="11335" y="573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4" name="矩形 113"/>
              <p:cNvSpPr/>
              <p:nvPr/>
            </p:nvSpPr>
            <p:spPr>
              <a:xfrm>
                <a:off x="11335" y="826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5" name="矩形 114"/>
              <p:cNvSpPr/>
              <p:nvPr/>
            </p:nvSpPr>
            <p:spPr>
              <a:xfrm>
                <a:off x="11335" y="911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sp>
        <p:nvSpPr>
          <p:cNvPr id="67" name="文本占位符 30"/>
          <p:cNvSpPr>
            <a:spLocks noGrp="1"/>
          </p:cNvSpPr>
          <p:nvPr>
            <p:ph type="body" sz="quarter" idx="15" hasCustomPrompt="1"/>
          </p:nvPr>
        </p:nvSpPr>
        <p:spPr>
          <a:xfrm>
            <a:off x="7903712" y="1959552"/>
            <a:ext cx="3628855" cy="4248548"/>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68" name="文本占位符 30"/>
          <p:cNvSpPr>
            <a:spLocks noGrp="1"/>
          </p:cNvSpPr>
          <p:nvPr>
            <p:ph type="body" sz="quarter" idx="16" hasCustomPrompt="1"/>
          </p:nvPr>
        </p:nvSpPr>
        <p:spPr>
          <a:xfrm>
            <a:off x="7903712" y="1545259"/>
            <a:ext cx="362885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7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3架构图">
    <p:spTree>
      <p:nvGrpSpPr>
        <p:cNvPr id="1" name=""/>
        <p:cNvGrpSpPr/>
        <p:nvPr/>
      </p:nvGrpSpPr>
      <p:grpSpPr>
        <a:xfrm>
          <a:off x="0" y="0"/>
          <a:ext cx="0" cy="0"/>
          <a:chOff x="0" y="0"/>
          <a:chExt cx="0" cy="0"/>
        </a:xfrm>
      </p:grpSpPr>
      <p:grpSp>
        <p:nvGrpSpPr>
          <p:cNvPr id="3" name="组合 2"/>
          <p:cNvGrpSpPr/>
          <p:nvPr userDrawn="1"/>
        </p:nvGrpSpPr>
        <p:grpSpPr>
          <a:xfrm>
            <a:off x="776796" y="2608127"/>
            <a:ext cx="10670847" cy="3811445"/>
            <a:chOff x="776796" y="2608127"/>
            <a:chExt cx="10670847" cy="3811445"/>
          </a:xfrm>
        </p:grpSpPr>
        <p:sp>
          <p:nvSpPr>
            <p:cNvPr id="4" name="剪去单角的矩形 3"/>
            <p:cNvSpPr/>
            <p:nvPr/>
          </p:nvSpPr>
          <p:spPr>
            <a:xfrm>
              <a:off x="776796" y="2625908"/>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rot="5400000">
              <a:off x="708534" y="3318494"/>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6" name="组合 5"/>
            <p:cNvGrpSpPr/>
            <p:nvPr/>
          </p:nvGrpSpPr>
          <p:grpSpPr>
            <a:xfrm>
              <a:off x="1409891" y="2625908"/>
              <a:ext cx="3218180" cy="1668781"/>
              <a:chOff x="1230630" y="1313815"/>
              <a:chExt cx="3218180" cy="1668781"/>
            </a:xfrm>
          </p:grpSpPr>
          <p:sp>
            <p:nvSpPr>
              <p:cNvPr id="61" name="剪去单角的矩形 60"/>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 name="组合 61"/>
              <p:cNvGrpSpPr/>
              <p:nvPr/>
            </p:nvGrpSpPr>
            <p:grpSpPr>
              <a:xfrm>
                <a:off x="1396174" y="1622729"/>
                <a:ext cx="2830830" cy="1026795"/>
                <a:chOff x="2247" y="2121"/>
                <a:chExt cx="4458" cy="1617"/>
              </a:xfrm>
            </p:grpSpPr>
            <p:sp>
              <p:nvSpPr>
                <p:cNvPr id="63" name="矩形 62"/>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4" name="矩形 63"/>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5" name="矩形 64"/>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66" name="文本框 65"/>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67" name="矩形 66"/>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8" name="矩形 67"/>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9" name="矩形 68"/>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7" name="组合 6"/>
            <p:cNvGrpSpPr/>
            <p:nvPr/>
          </p:nvGrpSpPr>
          <p:grpSpPr>
            <a:xfrm>
              <a:off x="4828108" y="2619929"/>
              <a:ext cx="3218180" cy="1668781"/>
              <a:chOff x="1230630" y="1313815"/>
              <a:chExt cx="3218180" cy="1668781"/>
            </a:xfrm>
          </p:grpSpPr>
          <p:sp>
            <p:nvSpPr>
              <p:cNvPr id="52" name="剪去单角的矩形 51"/>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p:cNvGrpSpPr/>
              <p:nvPr/>
            </p:nvGrpSpPr>
            <p:grpSpPr>
              <a:xfrm>
                <a:off x="1396174" y="1622729"/>
                <a:ext cx="2830830" cy="1026795"/>
                <a:chOff x="2247" y="2121"/>
                <a:chExt cx="4458" cy="1617"/>
              </a:xfrm>
            </p:grpSpPr>
            <p:sp>
              <p:nvSpPr>
                <p:cNvPr id="54" name="矩形 53"/>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5" name="矩形 54"/>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6" name="矩形 55"/>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57" name="文本框 56"/>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58" name="矩形 57"/>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9" name="矩形 58"/>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0" name="矩形 59"/>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8" name="组合 7"/>
            <p:cNvGrpSpPr/>
            <p:nvPr/>
          </p:nvGrpSpPr>
          <p:grpSpPr>
            <a:xfrm>
              <a:off x="8229463" y="2608127"/>
              <a:ext cx="3218180" cy="1668781"/>
              <a:chOff x="1230630" y="1313815"/>
              <a:chExt cx="3218180" cy="1668781"/>
            </a:xfrm>
          </p:grpSpPr>
          <p:sp>
            <p:nvSpPr>
              <p:cNvPr id="43" name="剪去单角的矩形 42"/>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4" name="组合 43"/>
              <p:cNvGrpSpPr/>
              <p:nvPr/>
            </p:nvGrpSpPr>
            <p:grpSpPr>
              <a:xfrm>
                <a:off x="1396174" y="1622729"/>
                <a:ext cx="2830830" cy="1026795"/>
                <a:chOff x="2247" y="2121"/>
                <a:chExt cx="4458" cy="1617"/>
              </a:xfrm>
            </p:grpSpPr>
            <p:sp>
              <p:nvSpPr>
                <p:cNvPr id="45" name="矩形 44"/>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6" name="矩形 45"/>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7" name="矩形 46"/>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48" name="文本框 47"/>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9" name="矩形 48"/>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0" name="矩形 49"/>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1" name="矩形 50"/>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9" name="剪去单角的矩形 8"/>
            <p:cNvSpPr/>
            <p:nvPr/>
          </p:nvSpPr>
          <p:spPr>
            <a:xfrm>
              <a:off x="776796" y="4750791"/>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rot="5400000">
              <a:off x="708534" y="5443377"/>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12" name="组合 11"/>
            <p:cNvGrpSpPr/>
            <p:nvPr/>
          </p:nvGrpSpPr>
          <p:grpSpPr>
            <a:xfrm>
              <a:off x="1409891" y="4750791"/>
              <a:ext cx="3218180" cy="1668781"/>
              <a:chOff x="1230630" y="1313815"/>
              <a:chExt cx="3218180" cy="1668781"/>
            </a:xfrm>
          </p:grpSpPr>
          <p:sp>
            <p:nvSpPr>
              <p:cNvPr id="34" name="剪去单角的矩形 33"/>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5" name="组合 34"/>
              <p:cNvGrpSpPr/>
              <p:nvPr/>
            </p:nvGrpSpPr>
            <p:grpSpPr>
              <a:xfrm>
                <a:off x="1396174" y="1622729"/>
                <a:ext cx="2830830" cy="1026795"/>
                <a:chOff x="2247" y="2121"/>
                <a:chExt cx="4458" cy="1617"/>
              </a:xfrm>
            </p:grpSpPr>
            <p:sp>
              <p:nvSpPr>
                <p:cNvPr id="36" name="矩形 35"/>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7" name="矩形 36"/>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8" name="矩形 37"/>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9" name="文本框 38"/>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0" name="矩形 39"/>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1" name="矩形 40"/>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2" name="矩形 41"/>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3" name="组合 12"/>
            <p:cNvGrpSpPr/>
            <p:nvPr/>
          </p:nvGrpSpPr>
          <p:grpSpPr>
            <a:xfrm>
              <a:off x="4828108" y="4744812"/>
              <a:ext cx="3218180" cy="1668781"/>
              <a:chOff x="1230630" y="1313815"/>
              <a:chExt cx="3218180" cy="1668781"/>
            </a:xfrm>
          </p:grpSpPr>
          <p:sp>
            <p:nvSpPr>
              <p:cNvPr id="25" name="剪去单角的矩形 24"/>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p:cNvGrpSpPr/>
              <p:nvPr/>
            </p:nvGrpSpPr>
            <p:grpSpPr>
              <a:xfrm>
                <a:off x="1396174" y="1622729"/>
                <a:ext cx="2830830" cy="1026795"/>
                <a:chOff x="2247" y="2121"/>
                <a:chExt cx="4458" cy="1617"/>
              </a:xfrm>
            </p:grpSpPr>
            <p:sp>
              <p:nvSpPr>
                <p:cNvPr id="27" name="矩形 26"/>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8" name="矩形 27"/>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9" name="矩形 28"/>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0" name="文本框 29"/>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31" name="矩形 30"/>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2" name="矩形 31"/>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3" name="矩形 32"/>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4" name="组合 13"/>
            <p:cNvGrpSpPr/>
            <p:nvPr/>
          </p:nvGrpSpPr>
          <p:grpSpPr>
            <a:xfrm>
              <a:off x="8229463" y="4733010"/>
              <a:ext cx="3218180" cy="1668781"/>
              <a:chOff x="1230630" y="1313815"/>
              <a:chExt cx="3218180" cy="1668781"/>
            </a:xfrm>
          </p:grpSpPr>
          <p:sp>
            <p:nvSpPr>
              <p:cNvPr id="16" name="剪去单角的矩形 15"/>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p:cNvGrpSpPr/>
              <p:nvPr/>
            </p:nvGrpSpPr>
            <p:grpSpPr>
              <a:xfrm>
                <a:off x="1396174" y="1622729"/>
                <a:ext cx="2830830" cy="1026795"/>
                <a:chOff x="2247" y="2121"/>
                <a:chExt cx="4458" cy="1617"/>
              </a:xfrm>
            </p:grpSpPr>
            <p:sp>
              <p:nvSpPr>
                <p:cNvPr id="18" name="矩形 17"/>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19" name="矩形 18"/>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0" name="矩形 19"/>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21" name="文本框 20"/>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22" name="矩形 21"/>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3" name="矩形 22"/>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4" name="矩形 23"/>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15" name="箭头: 上 4"/>
            <p:cNvSpPr/>
            <p:nvPr/>
          </p:nvSpPr>
          <p:spPr>
            <a:xfrm>
              <a:off x="6306514" y="4402643"/>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383736"/>
                </a:solidFill>
                <a:latin typeface="思源黑体 CN Normal" panose="020B0400000000000000" pitchFamily="34" charset="-128"/>
                <a:ea typeface="思源黑体 CN Normal" panose="020B0400000000000000" pitchFamily="34" charset="-128"/>
              </a:endParaRPr>
            </a:p>
          </p:txBody>
        </p:sp>
      </p:grpSp>
      <p:sp>
        <p:nvSpPr>
          <p:cNvPr id="72"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柱状图-2">
    <p:spTree>
      <p:nvGrpSpPr>
        <p:cNvPr id="1" name=""/>
        <p:cNvGrpSpPr/>
        <p:nvPr/>
      </p:nvGrpSpPr>
      <p:grpSpPr>
        <a:xfrm>
          <a:off x="0" y="0"/>
          <a:ext cx="0" cy="0"/>
          <a:chOff x="0" y="0"/>
          <a:chExt cx="0" cy="0"/>
        </a:xfrm>
      </p:grpSpPr>
      <p:graphicFrame>
        <p:nvGraphicFramePr>
          <p:cNvPr id="4" name="图表 3"/>
          <p:cNvGraphicFramePr/>
          <p:nvPr userDrawn="1"/>
        </p:nvGraphicFramePr>
        <p:xfrm>
          <a:off x="479805" y="2405269"/>
          <a:ext cx="5446643" cy="3796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p:nvPr userDrawn="1"/>
        </p:nvGraphicFramePr>
        <p:xfrm>
          <a:off x="6265554" y="2405269"/>
          <a:ext cx="5446643" cy="3796637"/>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柱状图-3">
    <p:spTree>
      <p:nvGrpSpPr>
        <p:cNvPr id="1" name=""/>
        <p:cNvGrpSpPr/>
        <p:nvPr/>
      </p:nvGrpSpPr>
      <p:grpSpPr>
        <a:xfrm>
          <a:off x="0" y="0"/>
          <a:ext cx="0" cy="0"/>
          <a:chOff x="0" y="0"/>
          <a:chExt cx="0" cy="0"/>
        </a:xfrm>
      </p:grpSpPr>
      <p:graphicFrame>
        <p:nvGraphicFramePr>
          <p:cNvPr id="5" name="Chart 5"/>
          <p:cNvGraphicFramePr/>
          <p:nvPr userDrawn="1"/>
        </p:nvGraphicFramePr>
        <p:xfrm>
          <a:off x="512872" y="2698327"/>
          <a:ext cx="3097120" cy="20652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15"/>
          <p:cNvGraphicFramePr/>
          <p:nvPr userDrawn="1"/>
        </p:nvGraphicFramePr>
        <p:xfrm>
          <a:off x="4376932" y="2698327"/>
          <a:ext cx="3097120" cy="20652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6"/>
          <p:cNvGraphicFramePr/>
          <p:nvPr userDrawn="1"/>
        </p:nvGraphicFramePr>
        <p:xfrm>
          <a:off x="8390686" y="2675467"/>
          <a:ext cx="3097120" cy="2065285"/>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işliḍê"/>
          <p:cNvGrpSpPr/>
          <p:nvPr userDrawn="1"/>
        </p:nvGrpSpPr>
        <p:grpSpPr>
          <a:xfrm>
            <a:off x="431114" y="4763612"/>
            <a:ext cx="3562348" cy="1357834"/>
            <a:chOff x="615059" y="4668235"/>
            <a:chExt cx="2898020" cy="1357834"/>
          </a:xfrm>
        </p:grpSpPr>
        <p:sp>
          <p:nvSpPr>
            <p:cNvPr id="10"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2"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3" name="işliḍê"/>
          <p:cNvGrpSpPr/>
          <p:nvPr userDrawn="1"/>
        </p:nvGrpSpPr>
        <p:grpSpPr>
          <a:xfrm>
            <a:off x="4144318" y="4763612"/>
            <a:ext cx="3562348" cy="1357834"/>
            <a:chOff x="615059" y="4668235"/>
            <a:chExt cx="2898020" cy="1357834"/>
          </a:xfrm>
        </p:grpSpPr>
        <p:sp>
          <p:nvSpPr>
            <p:cNvPr id="14"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5"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6" name="işliḍê"/>
          <p:cNvGrpSpPr/>
          <p:nvPr userDrawn="1"/>
        </p:nvGrpSpPr>
        <p:grpSpPr>
          <a:xfrm>
            <a:off x="8240992" y="4740752"/>
            <a:ext cx="3562348" cy="1357834"/>
            <a:chOff x="615059" y="4668235"/>
            <a:chExt cx="2898020" cy="1357834"/>
          </a:xfrm>
        </p:grpSpPr>
        <p:sp>
          <p:nvSpPr>
            <p:cNvPr id="17"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8"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折线图-1">
    <p:spTree>
      <p:nvGrpSpPr>
        <p:cNvPr id="1" name=""/>
        <p:cNvGrpSpPr/>
        <p:nvPr/>
      </p:nvGrpSpPr>
      <p:grpSpPr>
        <a:xfrm>
          <a:off x="0" y="0"/>
          <a:ext cx="0" cy="0"/>
          <a:chOff x="0" y="0"/>
          <a:chExt cx="0" cy="0"/>
        </a:xfrm>
      </p:grpSpPr>
      <p:graphicFrame>
        <p:nvGraphicFramePr>
          <p:cNvPr id="19" name="图表 18"/>
          <p:cNvGraphicFramePr/>
          <p:nvPr userDrawn="1"/>
        </p:nvGraphicFramePr>
        <p:xfrm>
          <a:off x="730452" y="1972933"/>
          <a:ext cx="6045845" cy="4030563"/>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30"/>
          <p:cNvSpPr>
            <a:spLocks noGrp="1"/>
          </p:cNvSpPr>
          <p:nvPr>
            <p:ph type="body" sz="quarter" idx="15" hasCustomPrompt="1"/>
          </p:nvPr>
        </p:nvSpPr>
        <p:spPr>
          <a:xfrm>
            <a:off x="7489678" y="2307343"/>
            <a:ext cx="3960333" cy="3666489"/>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8" name="文本占位符 30"/>
          <p:cNvSpPr>
            <a:spLocks noGrp="1"/>
          </p:cNvSpPr>
          <p:nvPr>
            <p:ph type="body" sz="quarter" idx="16" hasCustomPrompt="1"/>
          </p:nvPr>
        </p:nvSpPr>
        <p:spPr>
          <a:xfrm>
            <a:off x="7489678" y="1893050"/>
            <a:ext cx="396033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折线图-2">
    <p:spTree>
      <p:nvGrpSpPr>
        <p:cNvPr id="1" name=""/>
        <p:cNvGrpSpPr/>
        <p:nvPr/>
      </p:nvGrpSpPr>
      <p:grpSpPr>
        <a:xfrm>
          <a:off x="0" y="0"/>
          <a:ext cx="0" cy="0"/>
          <a:chOff x="0" y="0"/>
          <a:chExt cx="0" cy="0"/>
        </a:xfrm>
      </p:grpSpPr>
      <p:graphicFrame>
        <p:nvGraphicFramePr>
          <p:cNvPr id="3" name="图表 2"/>
          <p:cNvGraphicFramePr/>
          <p:nvPr userDrawn="1"/>
        </p:nvGraphicFramePr>
        <p:xfrm>
          <a:off x="730453" y="2743200"/>
          <a:ext cx="5141904" cy="3427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338773" y="2758440"/>
          <a:ext cx="5141904" cy="3427936"/>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组合图-2">
    <p:spTree>
      <p:nvGrpSpPr>
        <p:cNvPr id="1" name=""/>
        <p:cNvGrpSpPr/>
        <p:nvPr/>
      </p:nvGrpSpPr>
      <p:grpSpPr>
        <a:xfrm>
          <a:off x="0" y="0"/>
          <a:ext cx="0" cy="0"/>
          <a:chOff x="0" y="0"/>
          <a:chExt cx="0" cy="0"/>
        </a:xfrm>
      </p:grpSpPr>
      <p:graphicFrame>
        <p:nvGraphicFramePr>
          <p:cNvPr id="3" name="图表 2"/>
          <p:cNvGraphicFramePr/>
          <p:nvPr userDrawn="1"/>
        </p:nvGraphicFramePr>
        <p:xfrm>
          <a:off x="741989" y="2637496"/>
          <a:ext cx="5187757" cy="34585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262256" y="2637495"/>
          <a:ext cx="5187757" cy="3458505"/>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userDrawn="1">
  <p:cSld name="封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430364" cy="7724217"/>
          </a:xfrm>
          <a:prstGeom prst="rect">
            <a:avLst/>
          </a:prstGeom>
        </p:spPr>
      </p:pic>
      <p:sp>
        <p:nvSpPr>
          <p:cNvPr id="17" name="Freeform 43"/>
          <p:cNvSpPr>
            <a:spLocks noEditPoints="1"/>
          </p:cNvSpPr>
          <p:nvPr userDrawn="1"/>
        </p:nvSpPr>
        <p:spPr bwMode="auto">
          <a:xfrm flipH="1">
            <a:off x="10499725" y="4999038"/>
            <a:ext cx="173038" cy="174625"/>
          </a:xfrm>
          <a:custGeom>
            <a:avLst/>
            <a:gdLst>
              <a:gd name="T0" fmla="*/ 54 w 109"/>
              <a:gd name="T1" fmla="*/ 106 h 110"/>
              <a:gd name="T2" fmla="*/ 4 w 109"/>
              <a:gd name="T3" fmla="*/ 55 h 110"/>
              <a:gd name="T4" fmla="*/ 54 w 109"/>
              <a:gd name="T5" fmla="*/ 4 h 110"/>
              <a:gd name="T6" fmla="*/ 105 w 109"/>
              <a:gd name="T7" fmla="*/ 55 h 110"/>
              <a:gd name="T8" fmla="*/ 54 w 109"/>
              <a:gd name="T9" fmla="*/ 106 h 110"/>
              <a:gd name="T10" fmla="*/ 54 w 109"/>
              <a:gd name="T11" fmla="*/ 0 h 110"/>
              <a:gd name="T12" fmla="*/ 0 w 109"/>
              <a:gd name="T13" fmla="*/ 55 h 110"/>
              <a:gd name="T14" fmla="*/ 54 w 109"/>
              <a:gd name="T15" fmla="*/ 110 h 110"/>
              <a:gd name="T16" fmla="*/ 109 w 109"/>
              <a:gd name="T17" fmla="*/ 55 h 110"/>
              <a:gd name="T18" fmla="*/ 54 w 109"/>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10">
                <a:moveTo>
                  <a:pt x="54" y="106"/>
                </a:moveTo>
                <a:cubicBezTo>
                  <a:pt x="26" y="106"/>
                  <a:pt x="4" y="83"/>
                  <a:pt x="4" y="55"/>
                </a:cubicBezTo>
                <a:cubicBezTo>
                  <a:pt x="4" y="27"/>
                  <a:pt x="26" y="4"/>
                  <a:pt x="54" y="4"/>
                </a:cubicBezTo>
                <a:cubicBezTo>
                  <a:pt x="82" y="4"/>
                  <a:pt x="105" y="27"/>
                  <a:pt x="105" y="55"/>
                </a:cubicBezTo>
                <a:cubicBezTo>
                  <a:pt x="105" y="83"/>
                  <a:pt x="82" y="106"/>
                  <a:pt x="54" y="106"/>
                </a:cubicBezTo>
                <a:moveTo>
                  <a:pt x="54" y="0"/>
                </a:moveTo>
                <a:cubicBezTo>
                  <a:pt x="24" y="0"/>
                  <a:pt x="0" y="25"/>
                  <a:pt x="0" y="55"/>
                </a:cubicBezTo>
                <a:cubicBezTo>
                  <a:pt x="0" y="85"/>
                  <a:pt x="24" y="110"/>
                  <a:pt x="54" y="110"/>
                </a:cubicBezTo>
                <a:cubicBezTo>
                  <a:pt x="84" y="110"/>
                  <a:pt x="109" y="85"/>
                  <a:pt x="109" y="55"/>
                </a:cubicBezTo>
                <a:cubicBezTo>
                  <a:pt x="109" y="25"/>
                  <a:pt x="84" y="0"/>
                  <a:pt x="54" y="0"/>
                </a:cubicBezTo>
              </a:path>
            </a:pathLst>
          </a:custGeom>
          <a:solidFill>
            <a:srgbClr val="F1F0F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29" name="图片 28" descr="logo"/>
          <p:cNvPicPr>
            <a:picLocks noChangeAspect="1"/>
          </p:cNvPicPr>
          <p:nvPr userDrawn="1"/>
        </p:nvPicPr>
        <p:blipFill>
          <a:blip r:embed="rId3"/>
          <a:stretch>
            <a:fillRect/>
          </a:stretch>
        </p:blipFill>
        <p:spPr>
          <a:xfrm>
            <a:off x="4186239" y="2744207"/>
            <a:ext cx="3949699" cy="1209008"/>
          </a:xfrm>
          <a:prstGeom prst="rect">
            <a:avLst/>
          </a:prstGeom>
        </p:spPr>
      </p:pic>
      <p:pic>
        <p:nvPicPr>
          <p:cNvPr id="2" name="图形 1">
            <a:extLst>
              <a:ext uri="{FF2B5EF4-FFF2-40B4-BE49-F238E27FC236}">
                <a16:creationId xmlns:a16="http://schemas.microsoft.com/office/drawing/2014/main" id="{1639C0C3-8009-FF59-E0F4-46CB7E9AAC3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23420" y="4047801"/>
            <a:ext cx="5783523" cy="278054"/>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2026/2/27</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5.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4.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 Id="rId35" Type="http://schemas.openxmlformats.org/officeDocument/2006/relationships/image" Target="../media/image6.sv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34" Type="http://schemas.openxmlformats.org/officeDocument/2006/relationships/image" Target="../media/image4.svg"/><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image" Target="../media/image3.png"/><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slideLayout" Target="../slideLayouts/slideLayout57.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image" Target="../media/image2.png"/><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36" Type="http://schemas.openxmlformats.org/officeDocument/2006/relationships/image" Target="../media/image6.svg"/><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image" Target="../media/image1.png"/><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theme" Target="../theme/theme2.xml"/><Relationship Id="rId35" Type="http://schemas.openxmlformats.org/officeDocument/2006/relationships/image" Target="../media/image5.png"/><Relationship Id="rId8" Type="http://schemas.openxmlformats.org/officeDocument/2006/relationships/slideLayout" Target="../slideLayouts/slideLayout3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34" Type="http://schemas.openxmlformats.org/officeDocument/2006/relationships/image" Target="../media/image4.svg"/><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image" Target="../media/image3.png"/><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image" Target="../media/image2.png"/><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image" Target="../media/image6.svg"/><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image" Target="../media/image1.png"/><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theme" Target="../theme/theme3.xml"/><Relationship Id="rId35" Type="http://schemas.openxmlformats.org/officeDocument/2006/relationships/image" Target="../media/image5.png"/><Relationship Id="rId8" Type="http://schemas.openxmlformats.org/officeDocument/2006/relationships/slideLayout" Target="../slideLayouts/slideLayout65.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99.xml"/><Relationship Id="rId18" Type="http://schemas.openxmlformats.org/officeDocument/2006/relationships/slideLayout" Target="../slideLayouts/slideLayout104.xml"/><Relationship Id="rId26" Type="http://schemas.openxmlformats.org/officeDocument/2006/relationships/slideLayout" Target="../slideLayouts/slideLayout112.xml"/><Relationship Id="rId3" Type="http://schemas.openxmlformats.org/officeDocument/2006/relationships/slideLayout" Target="../slideLayouts/slideLayout89.xml"/><Relationship Id="rId21" Type="http://schemas.openxmlformats.org/officeDocument/2006/relationships/slideLayout" Target="../slideLayouts/slideLayout107.xml"/><Relationship Id="rId34" Type="http://schemas.openxmlformats.org/officeDocument/2006/relationships/image" Target="../media/image4.svg"/><Relationship Id="rId7" Type="http://schemas.openxmlformats.org/officeDocument/2006/relationships/slideLayout" Target="../slideLayouts/slideLayout93.xml"/><Relationship Id="rId12" Type="http://schemas.openxmlformats.org/officeDocument/2006/relationships/slideLayout" Target="../slideLayouts/slideLayout98.xml"/><Relationship Id="rId17" Type="http://schemas.openxmlformats.org/officeDocument/2006/relationships/slideLayout" Target="../slideLayouts/slideLayout103.xml"/><Relationship Id="rId25" Type="http://schemas.openxmlformats.org/officeDocument/2006/relationships/slideLayout" Target="../slideLayouts/slideLayout111.xml"/><Relationship Id="rId33" Type="http://schemas.openxmlformats.org/officeDocument/2006/relationships/image" Target="../media/image3.png"/><Relationship Id="rId2" Type="http://schemas.openxmlformats.org/officeDocument/2006/relationships/slideLayout" Target="../slideLayouts/slideLayout88.xml"/><Relationship Id="rId16" Type="http://schemas.openxmlformats.org/officeDocument/2006/relationships/slideLayout" Target="../slideLayouts/slideLayout102.xml"/><Relationship Id="rId20" Type="http://schemas.openxmlformats.org/officeDocument/2006/relationships/slideLayout" Target="../slideLayouts/slideLayout106.xml"/><Relationship Id="rId29" Type="http://schemas.openxmlformats.org/officeDocument/2006/relationships/slideLayout" Target="../slideLayouts/slideLayout115.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24" Type="http://schemas.openxmlformats.org/officeDocument/2006/relationships/slideLayout" Target="../slideLayouts/slideLayout110.xml"/><Relationship Id="rId32" Type="http://schemas.openxmlformats.org/officeDocument/2006/relationships/image" Target="../media/image2.png"/><Relationship Id="rId5" Type="http://schemas.openxmlformats.org/officeDocument/2006/relationships/slideLayout" Target="../slideLayouts/slideLayout91.xml"/><Relationship Id="rId15" Type="http://schemas.openxmlformats.org/officeDocument/2006/relationships/slideLayout" Target="../slideLayouts/slideLayout101.xml"/><Relationship Id="rId23" Type="http://schemas.openxmlformats.org/officeDocument/2006/relationships/slideLayout" Target="../slideLayouts/slideLayout109.xml"/><Relationship Id="rId28" Type="http://schemas.openxmlformats.org/officeDocument/2006/relationships/slideLayout" Target="../slideLayouts/slideLayout114.xml"/><Relationship Id="rId36" Type="http://schemas.openxmlformats.org/officeDocument/2006/relationships/image" Target="../media/image6.svg"/><Relationship Id="rId10" Type="http://schemas.openxmlformats.org/officeDocument/2006/relationships/slideLayout" Target="../slideLayouts/slideLayout96.xml"/><Relationship Id="rId19" Type="http://schemas.openxmlformats.org/officeDocument/2006/relationships/slideLayout" Target="../slideLayouts/slideLayout105.xml"/><Relationship Id="rId31" Type="http://schemas.openxmlformats.org/officeDocument/2006/relationships/image" Target="../media/image1.png"/><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 Id="rId22" Type="http://schemas.openxmlformats.org/officeDocument/2006/relationships/slideLayout" Target="../slideLayouts/slideLayout108.xml"/><Relationship Id="rId27" Type="http://schemas.openxmlformats.org/officeDocument/2006/relationships/slideLayout" Target="../slideLayouts/slideLayout113.xml"/><Relationship Id="rId30" Type="http://schemas.openxmlformats.org/officeDocument/2006/relationships/theme" Target="../theme/theme4.xml"/><Relationship Id="rId35" Type="http://schemas.openxmlformats.org/officeDocument/2006/relationships/image" Target="../media/image5.png"/><Relationship Id="rId8" Type="http://schemas.openxmlformats.org/officeDocument/2006/relationships/slideLayout" Target="../slideLayouts/slideLayout9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28.xml"/><Relationship Id="rId18" Type="http://schemas.openxmlformats.org/officeDocument/2006/relationships/slideLayout" Target="../slideLayouts/slideLayout133.xml"/><Relationship Id="rId26" Type="http://schemas.openxmlformats.org/officeDocument/2006/relationships/slideLayout" Target="../slideLayouts/slideLayout141.xml"/><Relationship Id="rId3" Type="http://schemas.openxmlformats.org/officeDocument/2006/relationships/slideLayout" Target="../slideLayouts/slideLayout118.xml"/><Relationship Id="rId21" Type="http://schemas.openxmlformats.org/officeDocument/2006/relationships/slideLayout" Target="../slideLayouts/slideLayout136.xml"/><Relationship Id="rId34" Type="http://schemas.openxmlformats.org/officeDocument/2006/relationships/image" Target="../media/image5.png"/><Relationship Id="rId7" Type="http://schemas.openxmlformats.org/officeDocument/2006/relationships/slideLayout" Target="../slideLayouts/slideLayout122.xml"/><Relationship Id="rId12" Type="http://schemas.openxmlformats.org/officeDocument/2006/relationships/slideLayout" Target="../slideLayouts/slideLayout127.xml"/><Relationship Id="rId17" Type="http://schemas.openxmlformats.org/officeDocument/2006/relationships/slideLayout" Target="../slideLayouts/slideLayout132.xml"/><Relationship Id="rId25" Type="http://schemas.openxmlformats.org/officeDocument/2006/relationships/slideLayout" Target="../slideLayouts/slideLayout140.xml"/><Relationship Id="rId33" Type="http://schemas.openxmlformats.org/officeDocument/2006/relationships/image" Target="../media/image4.svg"/><Relationship Id="rId2" Type="http://schemas.openxmlformats.org/officeDocument/2006/relationships/slideLayout" Target="../slideLayouts/slideLayout117.xml"/><Relationship Id="rId16" Type="http://schemas.openxmlformats.org/officeDocument/2006/relationships/slideLayout" Target="../slideLayouts/slideLayout131.xml"/><Relationship Id="rId20" Type="http://schemas.openxmlformats.org/officeDocument/2006/relationships/slideLayout" Target="../slideLayouts/slideLayout135.xml"/><Relationship Id="rId29" Type="http://schemas.openxmlformats.org/officeDocument/2006/relationships/theme" Target="../theme/theme5.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24" Type="http://schemas.openxmlformats.org/officeDocument/2006/relationships/slideLayout" Target="../slideLayouts/slideLayout139.xml"/><Relationship Id="rId32" Type="http://schemas.openxmlformats.org/officeDocument/2006/relationships/image" Target="../media/image3.png"/><Relationship Id="rId5" Type="http://schemas.openxmlformats.org/officeDocument/2006/relationships/slideLayout" Target="../slideLayouts/slideLayout120.xml"/><Relationship Id="rId15" Type="http://schemas.openxmlformats.org/officeDocument/2006/relationships/slideLayout" Target="../slideLayouts/slideLayout130.xml"/><Relationship Id="rId23" Type="http://schemas.openxmlformats.org/officeDocument/2006/relationships/slideLayout" Target="../slideLayouts/slideLayout138.xml"/><Relationship Id="rId28" Type="http://schemas.openxmlformats.org/officeDocument/2006/relationships/slideLayout" Target="../slideLayouts/slideLayout143.xml"/><Relationship Id="rId10" Type="http://schemas.openxmlformats.org/officeDocument/2006/relationships/slideLayout" Target="../slideLayouts/slideLayout125.xml"/><Relationship Id="rId19" Type="http://schemas.openxmlformats.org/officeDocument/2006/relationships/slideLayout" Target="../slideLayouts/slideLayout134.xml"/><Relationship Id="rId31" Type="http://schemas.openxmlformats.org/officeDocument/2006/relationships/image" Target="../media/image2.png"/><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slideLayout" Target="../slideLayouts/slideLayout129.xml"/><Relationship Id="rId22" Type="http://schemas.openxmlformats.org/officeDocument/2006/relationships/slideLayout" Target="../slideLayouts/slideLayout137.xml"/><Relationship Id="rId27" Type="http://schemas.openxmlformats.org/officeDocument/2006/relationships/slideLayout" Target="../slideLayouts/slideLayout142.xml"/><Relationship Id="rId30" Type="http://schemas.openxmlformats.org/officeDocument/2006/relationships/image" Target="../media/image1.png"/><Relationship Id="rId35" Type="http://schemas.openxmlformats.org/officeDocument/2006/relationships/image" Target="../media/image6.svg"/><Relationship Id="rId8"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8" name="图片 7" descr="logo"/>
          <p:cNvPicPr>
            <a:picLocks noChangeAspect="1"/>
          </p:cNvPicPr>
          <p:nvPr userDrawn="1"/>
        </p:nvPicPr>
        <p:blipFill>
          <a:blip r:embed="rId30"/>
          <a:stretch>
            <a:fillRect/>
          </a:stretch>
        </p:blipFill>
        <p:spPr>
          <a:xfrm>
            <a:off x="9831803" y="337230"/>
            <a:ext cx="1989632" cy="609029"/>
          </a:xfrm>
          <a:prstGeom prst="rect">
            <a:avLst/>
          </a:prstGeom>
        </p:spPr>
      </p:pic>
      <p:pic>
        <p:nvPicPr>
          <p:cNvPr id="16" name="图片 15"/>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10207867" y="6411030"/>
            <a:ext cx="1536140" cy="163687"/>
          </a:xfrm>
          <a:prstGeom prst="rect">
            <a:avLst/>
          </a:prstGeom>
        </p:spPr>
      </p:pic>
      <p:pic>
        <p:nvPicPr>
          <p:cNvPr id="5" name="图形 4"/>
          <p:cNvPicPr>
            <a:picLocks noChangeAspect="1"/>
          </p:cNvPicPr>
          <p:nvPr userDrawn="1"/>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67004" y="238598"/>
            <a:ext cx="586348" cy="707661"/>
          </a:xfrm>
          <a:prstGeom prst="rect">
            <a:avLst/>
          </a:prstGeom>
        </p:spPr>
      </p:pic>
      <p:pic>
        <p:nvPicPr>
          <p:cNvPr id="3" name="图形 2">
            <a:extLst>
              <a:ext uri="{FF2B5EF4-FFF2-40B4-BE49-F238E27FC236}">
                <a16:creationId xmlns:a16="http://schemas.microsoft.com/office/drawing/2014/main" id="{1EE5598D-4247-D88A-4EF7-CF7C3F783AEE}"/>
              </a:ext>
            </a:extLst>
          </p:cNvPr>
          <p:cNvPicPr>
            <a:picLocks noChangeAspect="1"/>
          </p:cNvPicPr>
          <p:nvPr userDrawn="1"/>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12961" y="6445516"/>
            <a:ext cx="5662333" cy="2053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Lst>
  <p:hf hdr="0"/>
  <p:txStyles>
    <p:title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8" name="图片 7" descr="logo"/>
          <p:cNvPicPr>
            <a:picLocks noChangeAspect="1"/>
          </p:cNvPicPr>
          <p:nvPr userDrawn="1"/>
        </p:nvPicPr>
        <p:blipFill>
          <a:blip r:embed="rId31"/>
          <a:stretch>
            <a:fillRect/>
          </a:stretch>
        </p:blipFill>
        <p:spPr>
          <a:xfrm>
            <a:off x="9831803" y="337230"/>
            <a:ext cx="1989632" cy="609029"/>
          </a:xfrm>
          <a:prstGeom prst="rect">
            <a:avLst/>
          </a:prstGeom>
        </p:spPr>
      </p:pic>
      <p:pic>
        <p:nvPicPr>
          <p:cNvPr id="16" name="图片 15"/>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10207867" y="6411030"/>
            <a:ext cx="1536140" cy="163687"/>
          </a:xfrm>
          <a:prstGeom prst="rect">
            <a:avLst/>
          </a:prstGeom>
        </p:spPr>
      </p:pic>
      <p:pic>
        <p:nvPicPr>
          <p:cNvPr id="5" name="图形 4"/>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667004" y="238598"/>
            <a:ext cx="586348" cy="707661"/>
          </a:xfrm>
          <a:prstGeom prst="rect">
            <a:avLst/>
          </a:prstGeom>
        </p:spPr>
      </p:pic>
      <p:pic>
        <p:nvPicPr>
          <p:cNvPr id="3" name="图形 2">
            <a:extLst>
              <a:ext uri="{FF2B5EF4-FFF2-40B4-BE49-F238E27FC236}">
                <a16:creationId xmlns:a16="http://schemas.microsoft.com/office/drawing/2014/main" id="{3D25BD65-FCEC-4006-81F1-BAD1E21B8222}"/>
              </a:ext>
            </a:extLst>
          </p:cNvPr>
          <p:cNvPicPr>
            <a:picLocks noChangeAspect="1"/>
          </p:cNvPicPr>
          <p:nvPr userDrawn="1"/>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12961" y="6445516"/>
            <a:ext cx="5662333" cy="205300"/>
          </a:xfrm>
          <a:prstGeom prst="rect">
            <a:avLst/>
          </a:prstGeom>
        </p:spPr>
      </p:pic>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 id="2147483707" r:id="rId29"/>
  </p:sldLayoutIdLst>
  <p:hf hdr="0"/>
  <p:txStyles>
    <p:title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8" name="图片 7" descr="logo"/>
          <p:cNvPicPr>
            <a:picLocks noChangeAspect="1"/>
          </p:cNvPicPr>
          <p:nvPr userDrawn="1"/>
        </p:nvPicPr>
        <p:blipFill>
          <a:blip r:embed="rId31"/>
          <a:stretch>
            <a:fillRect/>
          </a:stretch>
        </p:blipFill>
        <p:spPr>
          <a:xfrm>
            <a:off x="9831803" y="337230"/>
            <a:ext cx="1989632" cy="609029"/>
          </a:xfrm>
          <a:prstGeom prst="rect">
            <a:avLst/>
          </a:prstGeom>
        </p:spPr>
      </p:pic>
      <p:pic>
        <p:nvPicPr>
          <p:cNvPr id="16" name="图片 15"/>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10207867" y="6411030"/>
            <a:ext cx="1536140" cy="163687"/>
          </a:xfrm>
          <a:prstGeom prst="rect">
            <a:avLst/>
          </a:prstGeom>
        </p:spPr>
      </p:pic>
      <p:pic>
        <p:nvPicPr>
          <p:cNvPr id="5" name="图形 4"/>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667004" y="238598"/>
            <a:ext cx="586348" cy="707661"/>
          </a:xfrm>
          <a:prstGeom prst="rect">
            <a:avLst/>
          </a:prstGeom>
        </p:spPr>
      </p:pic>
      <p:pic>
        <p:nvPicPr>
          <p:cNvPr id="3" name="图形 2">
            <a:extLst>
              <a:ext uri="{FF2B5EF4-FFF2-40B4-BE49-F238E27FC236}">
                <a16:creationId xmlns:a16="http://schemas.microsoft.com/office/drawing/2014/main" id="{646D1913-F208-4140-D71C-180ACB4EBF5F}"/>
              </a:ext>
            </a:extLst>
          </p:cNvPr>
          <p:cNvPicPr>
            <a:picLocks noChangeAspect="1"/>
          </p:cNvPicPr>
          <p:nvPr userDrawn="1"/>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12961" y="6445516"/>
            <a:ext cx="5662333" cy="205300"/>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Lst>
  <p:hf hdr="0"/>
  <p:txStyles>
    <p:title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8" name="图片 7" descr="logo"/>
          <p:cNvPicPr>
            <a:picLocks noChangeAspect="1"/>
          </p:cNvPicPr>
          <p:nvPr userDrawn="1"/>
        </p:nvPicPr>
        <p:blipFill>
          <a:blip r:embed="rId31"/>
          <a:stretch>
            <a:fillRect/>
          </a:stretch>
        </p:blipFill>
        <p:spPr>
          <a:xfrm>
            <a:off x="9831803" y="337230"/>
            <a:ext cx="1989632" cy="609029"/>
          </a:xfrm>
          <a:prstGeom prst="rect">
            <a:avLst/>
          </a:prstGeom>
        </p:spPr>
      </p:pic>
      <p:pic>
        <p:nvPicPr>
          <p:cNvPr id="16" name="图片 15"/>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10207867" y="6411030"/>
            <a:ext cx="1536140" cy="163687"/>
          </a:xfrm>
          <a:prstGeom prst="rect">
            <a:avLst/>
          </a:prstGeom>
        </p:spPr>
      </p:pic>
      <p:pic>
        <p:nvPicPr>
          <p:cNvPr id="5" name="图形 4"/>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667004" y="238598"/>
            <a:ext cx="586348" cy="707661"/>
          </a:xfrm>
          <a:prstGeom prst="rect">
            <a:avLst/>
          </a:prstGeom>
        </p:spPr>
      </p:pic>
      <p:pic>
        <p:nvPicPr>
          <p:cNvPr id="3" name="图形 2">
            <a:extLst>
              <a:ext uri="{FF2B5EF4-FFF2-40B4-BE49-F238E27FC236}">
                <a16:creationId xmlns:a16="http://schemas.microsoft.com/office/drawing/2014/main" id="{D10211D1-423D-CBD7-1BD8-B9EB8B51D98D}"/>
              </a:ext>
            </a:extLst>
          </p:cNvPr>
          <p:cNvPicPr>
            <a:picLocks noChangeAspect="1"/>
          </p:cNvPicPr>
          <p:nvPr userDrawn="1"/>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12961" y="6445516"/>
            <a:ext cx="5662333" cy="205300"/>
          </a:xfrm>
          <a:prstGeom prst="rect">
            <a:avLst/>
          </a:prstGeom>
        </p:spPr>
      </p:pic>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 id="2147483764" r:id="rId26"/>
    <p:sldLayoutId id="2147483765" r:id="rId27"/>
    <p:sldLayoutId id="2147483766" r:id="rId28"/>
    <p:sldLayoutId id="2147483767" r:id="rId29"/>
  </p:sldLayoutIdLst>
  <p:hf hdr="0"/>
  <p:txStyles>
    <p:title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8" name="图片 7" descr="logo"/>
          <p:cNvPicPr>
            <a:picLocks noChangeAspect="1"/>
          </p:cNvPicPr>
          <p:nvPr userDrawn="1"/>
        </p:nvPicPr>
        <p:blipFill>
          <a:blip r:embed="rId30"/>
          <a:stretch>
            <a:fillRect/>
          </a:stretch>
        </p:blipFill>
        <p:spPr>
          <a:xfrm>
            <a:off x="9831803" y="337230"/>
            <a:ext cx="1989632" cy="609029"/>
          </a:xfrm>
          <a:prstGeom prst="rect">
            <a:avLst/>
          </a:prstGeom>
        </p:spPr>
      </p:pic>
      <p:pic>
        <p:nvPicPr>
          <p:cNvPr id="16" name="图片 15"/>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10207867" y="6411030"/>
            <a:ext cx="1536140" cy="163687"/>
          </a:xfrm>
          <a:prstGeom prst="rect">
            <a:avLst/>
          </a:prstGeom>
        </p:spPr>
      </p:pic>
      <p:pic>
        <p:nvPicPr>
          <p:cNvPr id="5" name="图形 4"/>
          <p:cNvPicPr>
            <a:picLocks noChangeAspect="1"/>
          </p:cNvPicPr>
          <p:nvPr userDrawn="1"/>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67004" y="238598"/>
            <a:ext cx="586348" cy="707661"/>
          </a:xfrm>
          <a:prstGeom prst="rect">
            <a:avLst/>
          </a:prstGeom>
        </p:spPr>
      </p:pic>
      <p:pic>
        <p:nvPicPr>
          <p:cNvPr id="3" name="图形 2">
            <a:extLst>
              <a:ext uri="{FF2B5EF4-FFF2-40B4-BE49-F238E27FC236}">
                <a16:creationId xmlns:a16="http://schemas.microsoft.com/office/drawing/2014/main" id="{E9E1C71C-7FE8-FA39-610C-A63F5CE3989E}"/>
              </a:ext>
            </a:extLst>
          </p:cNvPr>
          <p:cNvPicPr>
            <a:picLocks noChangeAspect="1"/>
          </p:cNvPicPr>
          <p:nvPr userDrawn="1"/>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12961" y="6445516"/>
            <a:ext cx="5662333" cy="205300"/>
          </a:xfrm>
          <a:prstGeom prst="rect">
            <a:avLst/>
          </a:prstGeom>
        </p:spPr>
      </p:pic>
    </p:spTree>
  </p:cSld>
  <p:clrMap bg1="lt1" tx1="dk1" bg2="lt2" tx2="dk2" accent1="accent1" accent2="accent2" accent3="accent3" accent4="accent4" accent5="accent5" accent6="accent6" hlink="hlink" folHlink="folHlink"/>
  <p:sldLayoutIdLst>
    <p:sldLayoutId id="2147483769"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 id="2147483787" r:id="rId18"/>
    <p:sldLayoutId id="2147483788" r:id="rId19"/>
    <p:sldLayoutId id="2147483789" r:id="rId20"/>
    <p:sldLayoutId id="2147483790" r:id="rId21"/>
    <p:sldLayoutId id="2147483791" r:id="rId22"/>
    <p:sldLayoutId id="2147483792" r:id="rId23"/>
    <p:sldLayoutId id="2147483793" r:id="rId24"/>
    <p:sldLayoutId id="2147483794" r:id="rId25"/>
    <p:sldLayoutId id="2147483795" r:id="rId26"/>
    <p:sldLayoutId id="2147483796" r:id="rId27"/>
    <p:sldLayoutId id="2147483797" r:id="rId28"/>
  </p:sldLayoutIdLst>
  <p:hf hdr="0"/>
  <p:txStyles>
    <p:title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6"/>
          </p:nvPr>
        </p:nvSpPr>
        <p:spPr>
          <a:xfrm>
            <a:off x="3386408" y="2737367"/>
            <a:ext cx="5419184" cy="691633"/>
          </a:xfrm>
        </p:spPr>
        <p:txBody>
          <a:bodyPr vert="horz" lIns="91440" tIns="45720" rIns="91440" bIns="45720" rtlCol="0" anchor="ctr">
            <a:noAutofit/>
          </a:bodyPr>
          <a:lstStyle/>
          <a:p>
            <a:pPr algn="ctr" defTabSz="914400">
              <a:lnSpc>
                <a:spcPct val="90000"/>
              </a:lnSpc>
              <a:spcBef>
                <a:spcPct val="0"/>
              </a:spcBef>
            </a:pPr>
            <a:r>
              <a:rPr lang="zh-CN" altLang="en-US" sz="4000" b="1" dirty="0">
                <a:cs typeface="+mj-cs"/>
              </a:rPr>
              <a:t>任职资格评审汇报</a:t>
            </a:r>
          </a:p>
          <a:p>
            <a:pPr defTabSz="914400">
              <a:lnSpc>
                <a:spcPct val="90000"/>
              </a:lnSpc>
              <a:spcBef>
                <a:spcPct val="0"/>
              </a:spcBef>
            </a:pPr>
            <a:endParaRPr lang="zh-CN" altLang="en-US" sz="4000" b="1" dirty="0">
              <a:cs typeface="+mj-cs"/>
            </a:endParaRPr>
          </a:p>
        </p:txBody>
      </p:sp>
      <p:sp>
        <p:nvSpPr>
          <p:cNvPr id="5" name="文本占位符 4"/>
          <p:cNvSpPr>
            <a:spLocks noGrp="1"/>
          </p:cNvSpPr>
          <p:nvPr>
            <p:ph type="body" sz="quarter" idx="17"/>
          </p:nvPr>
        </p:nvSpPr>
        <p:spPr>
          <a:xfrm>
            <a:off x="3521703" y="3748527"/>
            <a:ext cx="5419184" cy="531846"/>
          </a:xfrm>
        </p:spPr>
        <p:txBody>
          <a:bodyPr/>
          <a:lstStyle/>
          <a:p>
            <a:pPr algn="ctr"/>
            <a:r>
              <a:rPr lang="zh-CN" altLang="en-US" dirty="0">
                <a:latin typeface="微软雅黑 Light" panose="020B0502040204020203" pitchFamily="34" charset="-122"/>
                <a:ea typeface="微软雅黑 Light" panose="020B0502040204020203" pitchFamily="34" charset="-122"/>
              </a:rPr>
              <a:t>李世龙</a:t>
            </a:r>
            <a:endParaRPr lang="en-US" altLang="zh-CN" dirty="0">
              <a:latin typeface="微软雅黑 Light" panose="020B0502040204020203" pitchFamily="34" charset="-122"/>
              <a:ea typeface="微软雅黑 Light" panose="020B0502040204020203" pitchFamily="34" charset="-122"/>
            </a:endParaRPr>
          </a:p>
          <a:p>
            <a:pPr algn="ctr"/>
            <a:r>
              <a:rPr lang="zh-CN" altLang="en-US" dirty="0">
                <a:latin typeface="微软雅黑 Light" panose="020B0502040204020203" pitchFamily="34" charset="-122"/>
                <a:ea typeface="微软雅黑 Light" panose="020B0502040204020203" pitchFamily="34" charset="-122"/>
              </a:rPr>
              <a:t>研发三部一组  </a:t>
            </a:r>
            <a:r>
              <a:rPr lang="en-US" altLang="zh-CN" dirty="0">
                <a:latin typeface="微软雅黑 Light" panose="020B0502040204020203" pitchFamily="34" charset="-122"/>
                <a:ea typeface="微软雅黑 Light" panose="020B0502040204020203" pitchFamily="34" charset="-122"/>
              </a:rPr>
              <a:t>Java</a:t>
            </a:r>
            <a:r>
              <a:rPr lang="zh-CN" altLang="en-US" dirty="0">
                <a:latin typeface="微软雅黑 Light" panose="020B0502040204020203" pitchFamily="34" charset="-122"/>
                <a:ea typeface="微软雅黑 Light" panose="020B0502040204020203" pitchFamily="34" charset="-122"/>
              </a:rPr>
              <a:t>研发工程师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占位符 17"/>
          <p:cNvSpPr>
            <a:spLocks noGrp="1"/>
          </p:cNvSpPr>
          <p:nvPr>
            <p:ph type="body" sz="quarter" idx="4294967295"/>
          </p:nvPr>
        </p:nvSpPr>
        <p:spPr>
          <a:xfrm>
            <a:off x="6377734" y="4759325"/>
            <a:ext cx="4008755" cy="398145"/>
          </a:xfrm>
        </p:spPr>
        <p:txBody>
          <a:bodyPr/>
          <a:lstStyle/>
          <a:p>
            <a:pPr marL="0" algn="l">
              <a:buClrTx/>
              <a:buSzTx/>
              <a:buFontTx/>
              <a:buNone/>
            </a:pPr>
            <a:r>
              <a:rPr lang="zh-CN" altLang="en-US" sz="2200" b="1" dirty="0">
                <a:solidFill>
                  <a:srgbClr val="383736"/>
                </a:solidFill>
                <a:latin typeface="思源黑体 CN Normal" panose="020B0400000000000000" pitchFamily="34" charset="-128"/>
                <a:ea typeface="思源黑体 CN Normal" panose="020B0400000000000000" pitchFamily="34" charset="-128"/>
                <a:cs typeface="+mj-cs"/>
              </a:rPr>
              <a:t>后续工作的规划/展望</a:t>
            </a:r>
          </a:p>
        </p:txBody>
      </p:sp>
      <p:sp>
        <p:nvSpPr>
          <p:cNvPr id="8" name="文本占位符 17"/>
          <p:cNvSpPr>
            <a:spLocks noGrp="1"/>
          </p:cNvSpPr>
          <p:nvPr/>
        </p:nvSpPr>
        <p:spPr>
          <a:xfrm>
            <a:off x="6377099" y="6157191"/>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kern="1200">
                <a:solidFill>
                  <a:srgbClr val="383736"/>
                </a:solidFill>
                <a:latin typeface="思源黑体 CN Normal" panose="020B0400000000000000" pitchFamily="34" charset="-128"/>
                <a:ea typeface="思源黑体 CN Normal"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sz="2000">
              <a:ea typeface="宋体" panose="02010600030101010101" pitchFamily="2" charset="-122"/>
            </a:endParaRPr>
          </a:p>
        </p:txBody>
      </p:sp>
      <p:sp>
        <p:nvSpPr>
          <p:cNvPr id="9" name="文本占位符 17"/>
          <p:cNvSpPr>
            <a:spLocks noGrp="1"/>
          </p:cNvSpPr>
          <p:nvPr/>
        </p:nvSpPr>
        <p:spPr>
          <a:xfrm>
            <a:off x="6376911" y="5987415"/>
            <a:ext cx="4008943" cy="39751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kern="1200">
                <a:solidFill>
                  <a:srgbClr val="383736"/>
                </a:solidFill>
                <a:latin typeface="思源黑体 CN Normal" panose="020B0400000000000000" pitchFamily="34" charset="-128"/>
                <a:ea typeface="思源黑体 CN Normal"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buFontTx/>
            </a:pPr>
            <a:r>
              <a:rPr lang="zh-CN" altLang="en-US" sz="2200" dirty="0">
                <a:cs typeface="+mj-cs"/>
              </a:rPr>
              <a:t>对公司和部门的意见和建议</a:t>
            </a:r>
          </a:p>
          <a:p>
            <a:endParaRPr lang="zh-CN" altLang="en-US" sz="1400" dirty="0">
              <a:ea typeface="宋体" panose="02010600030101010101" pitchFamily="2" charset="-122"/>
            </a:endParaRPr>
          </a:p>
        </p:txBody>
      </p:sp>
      <p:cxnSp>
        <p:nvCxnSpPr>
          <p:cNvPr id="2"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9" name="文本占位符 30"/>
          <p:cNvSpPr>
            <a:spLocks noGrp="1"/>
          </p:cNvSpPr>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grpSp>
        <p:nvGrpSpPr>
          <p:cNvPr id="46" name="组合 45"/>
          <p:cNvGrpSpPr/>
          <p:nvPr/>
        </p:nvGrpSpPr>
        <p:grpSpPr>
          <a:xfrm>
            <a:off x="5177790" y="843915"/>
            <a:ext cx="814070" cy="814070"/>
            <a:chOff x="6984" y="1839"/>
            <a:chExt cx="1282" cy="1282"/>
          </a:xfrm>
        </p:grpSpPr>
        <p:sp>
          <p:nvSpPr>
            <p:cNvPr id="10" name="iṣ1idé"/>
            <p:cNvSpPr/>
            <p:nvPr userDrawn="1"/>
          </p:nvSpPr>
          <p:spPr bwMode="auto">
            <a:xfrm>
              <a:off x="6984" y="1839"/>
              <a:ext cx="1282" cy="128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8" name="文本占位符 30"/>
            <p:cNvSpPr>
              <a:spLocks noGrp="1"/>
            </p:cNvSpPr>
            <p:nvPr/>
          </p:nvSpPr>
          <p:spPr>
            <a:xfrm>
              <a:off x="7371" y="2255"/>
              <a:ext cx="510" cy="47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grpSp>
      <p:grpSp>
        <p:nvGrpSpPr>
          <p:cNvPr id="47" name="组合 46"/>
          <p:cNvGrpSpPr/>
          <p:nvPr/>
        </p:nvGrpSpPr>
        <p:grpSpPr>
          <a:xfrm>
            <a:off x="5196205" y="2084070"/>
            <a:ext cx="814070" cy="814070"/>
            <a:chOff x="7013" y="3748"/>
            <a:chExt cx="1282" cy="1282"/>
          </a:xfrm>
        </p:grpSpPr>
        <p:sp>
          <p:nvSpPr>
            <p:cNvPr id="25" name="ïṣlídé"/>
            <p:cNvSpPr/>
            <p:nvPr userDrawn="1"/>
          </p:nvSpPr>
          <p:spPr bwMode="auto">
            <a:xfrm>
              <a:off x="7013" y="3748"/>
              <a:ext cx="1282" cy="128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9" name="文本占位符 30"/>
            <p:cNvSpPr>
              <a:spLocks noGrp="1"/>
            </p:cNvSpPr>
            <p:nvPr/>
          </p:nvSpPr>
          <p:spPr>
            <a:xfrm>
              <a:off x="7407" y="4192"/>
              <a:ext cx="510" cy="5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grpSp>
      <p:grpSp>
        <p:nvGrpSpPr>
          <p:cNvPr id="48" name="组合 47"/>
          <p:cNvGrpSpPr/>
          <p:nvPr/>
        </p:nvGrpSpPr>
        <p:grpSpPr>
          <a:xfrm>
            <a:off x="5196205" y="3324225"/>
            <a:ext cx="814070" cy="814070"/>
            <a:chOff x="7013" y="5657"/>
            <a:chExt cx="1282" cy="1282"/>
          </a:xfrm>
        </p:grpSpPr>
        <p:sp>
          <p:nvSpPr>
            <p:cNvPr id="27" name="ïṥlíḋe"/>
            <p:cNvSpPr/>
            <p:nvPr userDrawn="1"/>
          </p:nvSpPr>
          <p:spPr bwMode="auto">
            <a:xfrm>
              <a:off x="7013" y="5657"/>
              <a:ext cx="1282" cy="128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30" name="文本占位符 30"/>
            <p:cNvSpPr>
              <a:spLocks noGrp="1"/>
            </p:cNvSpPr>
            <p:nvPr/>
          </p:nvSpPr>
          <p:spPr>
            <a:xfrm>
              <a:off x="7393" y="6055"/>
              <a:ext cx="510" cy="5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grpSp>
      <p:grpSp>
        <p:nvGrpSpPr>
          <p:cNvPr id="49" name="组合 48"/>
          <p:cNvGrpSpPr/>
          <p:nvPr/>
        </p:nvGrpSpPr>
        <p:grpSpPr>
          <a:xfrm>
            <a:off x="5177790" y="4564380"/>
            <a:ext cx="814070" cy="814070"/>
            <a:chOff x="6984" y="7483"/>
            <a:chExt cx="1282" cy="1282"/>
          </a:xfrm>
        </p:grpSpPr>
        <p:sp>
          <p:nvSpPr>
            <p:cNvPr id="24" name="îslïdè"/>
            <p:cNvSpPr/>
            <p:nvPr userDrawn="1"/>
          </p:nvSpPr>
          <p:spPr bwMode="auto">
            <a:xfrm>
              <a:off x="6984" y="7483"/>
              <a:ext cx="1282" cy="128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31" name="文本占位符 30"/>
            <p:cNvSpPr>
              <a:spLocks noGrp="1"/>
            </p:cNvSpPr>
            <p:nvPr/>
          </p:nvSpPr>
          <p:spPr>
            <a:xfrm>
              <a:off x="7373" y="7905"/>
              <a:ext cx="510" cy="51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grpSp>
      <p:grpSp>
        <p:nvGrpSpPr>
          <p:cNvPr id="50" name="组合 49"/>
          <p:cNvGrpSpPr/>
          <p:nvPr/>
        </p:nvGrpSpPr>
        <p:grpSpPr>
          <a:xfrm>
            <a:off x="5201285" y="5804535"/>
            <a:ext cx="814070" cy="814070"/>
            <a:chOff x="7021" y="9081"/>
            <a:chExt cx="1282" cy="1282"/>
          </a:xfrm>
        </p:grpSpPr>
        <p:sp>
          <p:nvSpPr>
            <p:cNvPr id="34" name="ïṥlíḋe"/>
            <p:cNvSpPr/>
            <p:nvPr userDrawn="1"/>
          </p:nvSpPr>
          <p:spPr bwMode="auto">
            <a:xfrm>
              <a:off x="7021" y="9081"/>
              <a:ext cx="1282" cy="128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35" name="文本占位符 30"/>
            <p:cNvSpPr>
              <a:spLocks noGrp="1"/>
            </p:cNvSpPr>
            <p:nvPr/>
          </p:nvSpPr>
          <p:spPr>
            <a:xfrm>
              <a:off x="7401" y="9479"/>
              <a:ext cx="510" cy="5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5</a:t>
              </a:r>
              <a:endParaRPr kumimoji="1" lang="zh-CN" altLang="en-US" dirty="0"/>
            </a:p>
          </p:txBody>
        </p:sp>
      </p:grpSp>
      <p:sp>
        <p:nvSpPr>
          <p:cNvPr id="38" name="文本占位符 15"/>
          <p:cNvSpPr>
            <a:spLocks noGrp="1"/>
          </p:cNvSpPr>
          <p:nvPr/>
        </p:nvSpPr>
        <p:spPr>
          <a:xfrm>
            <a:off x="6377099" y="3600370"/>
            <a:ext cx="4008755" cy="397510"/>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buClrTx/>
              <a:buSzTx/>
              <a:buFontTx/>
              <a:buNone/>
            </a:pPr>
            <a:r>
              <a:rPr lang="zh-CN" altLang="en-US" sz="2200" b="1" dirty="0">
                <a:solidFill>
                  <a:srgbClr val="383736"/>
                </a:solidFill>
                <a:latin typeface="思源黑体 CN Normal" panose="020B0400000000000000" pitchFamily="34" charset="-128"/>
                <a:ea typeface="思源黑体 CN Normal" panose="020B0400000000000000" pitchFamily="34" charset="-128"/>
                <a:cs typeface="+mj-cs"/>
              </a:rPr>
              <a:t>入职后的工作内容</a:t>
            </a:r>
          </a:p>
        </p:txBody>
      </p:sp>
      <p:sp>
        <p:nvSpPr>
          <p:cNvPr id="40" name="标题 10"/>
          <p:cNvSpPr>
            <a:spLocks noGrp="1"/>
          </p:cNvSpPr>
          <p:nvPr/>
        </p:nvSpPr>
        <p:spPr>
          <a:xfrm>
            <a:off x="6377099" y="1066482"/>
            <a:ext cx="4009390" cy="3689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a:lstStyle>
          <a:p>
            <a:pPr algn="l">
              <a:buClrTx/>
              <a:buSzTx/>
              <a:buFontTx/>
            </a:pPr>
            <a:r>
              <a:rPr lang="zh-CN" altLang="en-US" sz="2200" b="1" dirty="0"/>
              <a:t>自我介绍</a:t>
            </a:r>
          </a:p>
        </p:txBody>
      </p:sp>
      <p:sp>
        <p:nvSpPr>
          <p:cNvPr id="41" name="文本占位符 13"/>
          <p:cNvSpPr>
            <a:spLocks noGrp="1"/>
          </p:cNvSpPr>
          <p:nvPr/>
        </p:nvSpPr>
        <p:spPr>
          <a:xfrm>
            <a:off x="6260465" y="2384266"/>
            <a:ext cx="4008755" cy="39814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buClrTx/>
              <a:buSzTx/>
              <a:buFontTx/>
              <a:buNone/>
            </a:pPr>
            <a:r>
              <a:rPr lang="zh-CN" altLang="en-US" sz="2200" b="1" dirty="0">
                <a:solidFill>
                  <a:srgbClr val="383736"/>
                </a:solidFill>
                <a:latin typeface="思源黑体 CN Normal" panose="020B0400000000000000" pitchFamily="34" charset="-128"/>
                <a:ea typeface="思源黑体 CN Normal" panose="020B0400000000000000" pitchFamily="34" charset="-128"/>
                <a:cs typeface="+mj-cs"/>
              </a:rPr>
              <a:t>入职前的工作经历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1</a:t>
            </a:r>
            <a:r>
              <a:rPr lang="zh-CN" altLang="en-US" dirty="0">
                <a:sym typeface="+mn-ea"/>
              </a:rPr>
              <a:t>、自我介绍</a:t>
            </a:r>
            <a:endParaRPr lang="zh-CN" altLang="en-US"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3</a:t>
            </a:fld>
            <a:endParaRPr lang="zh-CN" altLang="en-US"/>
          </a:p>
        </p:txBody>
      </p:sp>
      <p:sp>
        <p:nvSpPr>
          <p:cNvPr id="6" name="文本框 5">
            <a:extLst>
              <a:ext uri="{FF2B5EF4-FFF2-40B4-BE49-F238E27FC236}">
                <a16:creationId xmlns:a16="http://schemas.microsoft.com/office/drawing/2014/main" id="{0842C924-2B2F-43AC-B37E-A95A47E575A2}"/>
              </a:ext>
            </a:extLst>
          </p:cNvPr>
          <p:cNvSpPr txBox="1"/>
          <p:nvPr/>
        </p:nvSpPr>
        <p:spPr>
          <a:xfrm>
            <a:off x="1744823" y="908470"/>
            <a:ext cx="7703977" cy="1200329"/>
          </a:xfrm>
          <a:prstGeom prst="rect">
            <a:avLst/>
          </a:prstGeom>
          <a:noFill/>
        </p:spPr>
        <p:txBody>
          <a:bodyPr wrap="square">
            <a:spAutoFit/>
          </a:bodyPr>
          <a:lstStyle/>
          <a:p>
            <a:r>
              <a:rPr lang="zh-CN" altLang="en-US" sz="1800" dirty="0"/>
              <a:t>年龄、学历、毕业院校</a:t>
            </a:r>
          </a:p>
          <a:p>
            <a:r>
              <a:rPr lang="zh-CN" altLang="en-US" sz="1800" dirty="0"/>
              <a:t>自己擅长的领域和技能可重点介绍，包含但不限于编程语言、操作系统、数据库、开发工具的掌握情况及数量</a:t>
            </a:r>
            <a:endParaRPr lang="en-US" altLang="zh-CN" sz="1800" dirty="0"/>
          </a:p>
          <a:p>
            <a:endParaRPr lang="zh-CN" altLang="en-US" sz="1800" dirty="0"/>
          </a:p>
        </p:txBody>
      </p:sp>
    </p:spTree>
    <p:extLst>
      <p:ext uri="{BB962C8B-B14F-4D97-AF65-F5344CB8AC3E}">
        <p14:creationId xmlns:p14="http://schemas.microsoft.com/office/powerpoint/2010/main" val="1845244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2</a:t>
            </a:r>
            <a:r>
              <a:rPr lang="zh-CN" altLang="en-US" dirty="0">
                <a:sym typeface="+mn-ea"/>
              </a:rPr>
              <a:t>、工作经历</a:t>
            </a:r>
            <a:endParaRPr lang="zh-CN" altLang="en-US"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4</a:t>
            </a:fld>
            <a:endParaRPr lang="zh-CN" altLang="en-US"/>
          </a:p>
        </p:txBody>
      </p:sp>
      <p:sp>
        <p:nvSpPr>
          <p:cNvPr id="6" name="文本框 5">
            <a:extLst>
              <a:ext uri="{FF2B5EF4-FFF2-40B4-BE49-F238E27FC236}">
                <a16:creationId xmlns:a16="http://schemas.microsoft.com/office/drawing/2014/main" id="{EC205609-58E4-4249-8F4E-6C679E684BF2}"/>
              </a:ext>
            </a:extLst>
          </p:cNvPr>
          <p:cNvSpPr txBox="1"/>
          <p:nvPr/>
        </p:nvSpPr>
        <p:spPr>
          <a:xfrm>
            <a:off x="1511560" y="908470"/>
            <a:ext cx="9004040" cy="369332"/>
          </a:xfrm>
          <a:prstGeom prst="rect">
            <a:avLst/>
          </a:prstGeom>
          <a:noFill/>
        </p:spPr>
        <p:txBody>
          <a:bodyPr wrap="square">
            <a:spAutoFit/>
          </a:bodyPr>
          <a:lstStyle/>
          <a:p>
            <a:r>
              <a:rPr lang="zh-CN" altLang="en-US" sz="1800" dirty="0"/>
              <a:t>入职宝兰的之前的工作经历，包含但不限于公司、主要工作内容、项目经验等信息</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a:t>
            </a:r>
            <a:r>
              <a:rPr lang="zh-CN" altLang="en-US" dirty="0"/>
              <a:t>入职后的主要工作</a:t>
            </a:r>
            <a:endParaRPr lang="en-US" altLang="zh-CN"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5</a:t>
            </a:fld>
            <a:endParaRPr lang="zh-CN" altLang="en-US"/>
          </a:p>
        </p:txBody>
      </p:sp>
      <p:sp>
        <p:nvSpPr>
          <p:cNvPr id="6" name="文本框 5">
            <a:extLst>
              <a:ext uri="{FF2B5EF4-FFF2-40B4-BE49-F238E27FC236}">
                <a16:creationId xmlns:a16="http://schemas.microsoft.com/office/drawing/2014/main" id="{A58177F5-65D3-43AB-9A21-DFEA8277BB18}"/>
              </a:ext>
            </a:extLst>
          </p:cNvPr>
          <p:cNvSpPr txBox="1"/>
          <p:nvPr/>
        </p:nvSpPr>
        <p:spPr>
          <a:xfrm>
            <a:off x="1492899" y="908470"/>
            <a:ext cx="6120880" cy="369332"/>
          </a:xfrm>
          <a:prstGeom prst="rect">
            <a:avLst/>
          </a:prstGeom>
          <a:noFill/>
        </p:spPr>
        <p:txBody>
          <a:bodyPr wrap="square">
            <a:spAutoFit/>
          </a:bodyPr>
          <a:lstStyle/>
          <a:p>
            <a:r>
              <a:rPr lang="zh-CN" altLang="en-US" sz="1800" dirty="0"/>
              <a:t>入职时间、担任的岗位、主要工作内容、项目情况等信息</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3.1</a:t>
            </a:r>
            <a:r>
              <a:rPr lang="zh-CN" altLang="en-US" dirty="0"/>
              <a:t> 主要工作成果</a:t>
            </a:r>
            <a:endParaRPr lang="en-US" altLang="zh-CN"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6</a:t>
            </a:fld>
            <a:endParaRPr lang="zh-CN" altLang="en-US"/>
          </a:p>
        </p:txBody>
      </p:sp>
      <p:sp>
        <p:nvSpPr>
          <p:cNvPr id="6" name="文本框 5">
            <a:extLst>
              <a:ext uri="{FF2B5EF4-FFF2-40B4-BE49-F238E27FC236}">
                <a16:creationId xmlns:a16="http://schemas.microsoft.com/office/drawing/2014/main" id="{A58177F5-65D3-43AB-9A21-DFEA8277BB18}"/>
              </a:ext>
            </a:extLst>
          </p:cNvPr>
          <p:cNvSpPr txBox="1"/>
          <p:nvPr/>
        </p:nvSpPr>
        <p:spPr>
          <a:xfrm>
            <a:off x="1492899" y="908470"/>
            <a:ext cx="6120880" cy="369332"/>
          </a:xfrm>
          <a:prstGeom prst="rect">
            <a:avLst/>
          </a:prstGeom>
          <a:noFill/>
        </p:spPr>
        <p:txBody>
          <a:bodyPr wrap="square">
            <a:spAutoFit/>
          </a:bodyPr>
          <a:lstStyle/>
          <a:p>
            <a:r>
              <a:rPr lang="zh-CN" altLang="en-US" sz="1800" dirty="0"/>
              <a:t>入职以来的工作成绩、突出亮点，总结需要改进提升之处</a:t>
            </a:r>
          </a:p>
        </p:txBody>
      </p:sp>
    </p:spTree>
    <p:extLst>
      <p:ext uri="{BB962C8B-B14F-4D97-AF65-F5344CB8AC3E}">
        <p14:creationId xmlns:p14="http://schemas.microsoft.com/office/powerpoint/2010/main" val="958619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3.2</a:t>
            </a:r>
            <a:r>
              <a:rPr lang="zh-CN" altLang="en-US" dirty="0"/>
              <a:t> 产品知识掌握情况</a:t>
            </a:r>
            <a:endParaRPr lang="en-US" altLang="zh-CN"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7</a:t>
            </a:fld>
            <a:endParaRPr lang="zh-CN" altLang="en-US"/>
          </a:p>
        </p:txBody>
      </p:sp>
      <p:sp>
        <p:nvSpPr>
          <p:cNvPr id="6" name="文本框 5">
            <a:extLst>
              <a:ext uri="{FF2B5EF4-FFF2-40B4-BE49-F238E27FC236}">
                <a16:creationId xmlns:a16="http://schemas.microsoft.com/office/drawing/2014/main" id="{A58177F5-65D3-43AB-9A21-DFEA8277BB18}"/>
              </a:ext>
            </a:extLst>
          </p:cNvPr>
          <p:cNvSpPr txBox="1"/>
          <p:nvPr/>
        </p:nvSpPr>
        <p:spPr>
          <a:xfrm>
            <a:off x="1492899" y="908470"/>
            <a:ext cx="6876660" cy="369332"/>
          </a:xfrm>
          <a:prstGeom prst="rect">
            <a:avLst/>
          </a:prstGeom>
          <a:noFill/>
        </p:spPr>
        <p:txBody>
          <a:bodyPr wrap="square">
            <a:spAutoFit/>
          </a:bodyPr>
          <a:lstStyle/>
          <a:p>
            <a:r>
              <a:rPr lang="zh-CN" altLang="en-US" sz="1800" dirty="0"/>
              <a:t>入职以来的用到的产品知识掌握情况，其他产品知识了解情况</a:t>
            </a:r>
          </a:p>
        </p:txBody>
      </p:sp>
    </p:spTree>
    <p:extLst>
      <p:ext uri="{BB962C8B-B14F-4D97-AF65-F5344CB8AC3E}">
        <p14:creationId xmlns:p14="http://schemas.microsoft.com/office/powerpoint/2010/main" val="266211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3.3</a:t>
            </a:r>
            <a:r>
              <a:rPr lang="zh-CN" altLang="en-US" dirty="0"/>
              <a:t> 制度遵守</a:t>
            </a:r>
            <a:endParaRPr lang="en-US" altLang="zh-CN"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8</a:t>
            </a:fld>
            <a:endParaRPr lang="zh-CN" altLang="en-US"/>
          </a:p>
        </p:txBody>
      </p:sp>
      <p:sp>
        <p:nvSpPr>
          <p:cNvPr id="6" name="文本框 5">
            <a:extLst>
              <a:ext uri="{FF2B5EF4-FFF2-40B4-BE49-F238E27FC236}">
                <a16:creationId xmlns:a16="http://schemas.microsoft.com/office/drawing/2014/main" id="{A58177F5-65D3-43AB-9A21-DFEA8277BB18}"/>
              </a:ext>
            </a:extLst>
          </p:cNvPr>
          <p:cNvSpPr txBox="1"/>
          <p:nvPr/>
        </p:nvSpPr>
        <p:spPr>
          <a:xfrm>
            <a:off x="1492898" y="908470"/>
            <a:ext cx="8649477" cy="369332"/>
          </a:xfrm>
          <a:prstGeom prst="rect">
            <a:avLst/>
          </a:prstGeom>
          <a:noFill/>
        </p:spPr>
        <p:txBody>
          <a:bodyPr wrap="square">
            <a:spAutoFit/>
          </a:bodyPr>
          <a:lstStyle/>
          <a:p>
            <a:r>
              <a:rPr lang="zh-CN" altLang="en-US" sz="1800" dirty="0"/>
              <a:t>对内部协作组织架构的了解情况，工作规范要求的执行情况，工作流程执行的情况</a:t>
            </a:r>
          </a:p>
        </p:txBody>
      </p:sp>
    </p:spTree>
    <p:extLst>
      <p:ext uri="{BB962C8B-B14F-4D97-AF65-F5344CB8AC3E}">
        <p14:creationId xmlns:p14="http://schemas.microsoft.com/office/powerpoint/2010/main" val="3784672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4</a:t>
            </a:r>
            <a:r>
              <a:rPr lang="zh-CN" altLang="en-US" dirty="0">
                <a:sym typeface="+mn-ea"/>
              </a:rPr>
              <a:t>、工作的规划</a:t>
            </a:r>
            <a:r>
              <a:rPr lang="en-US" altLang="zh-CN" dirty="0">
                <a:sym typeface="+mn-ea"/>
              </a:rPr>
              <a:t>/</a:t>
            </a:r>
            <a:r>
              <a:rPr lang="zh-CN" altLang="en-US" dirty="0">
                <a:ea typeface="宋体" panose="02010600030101010101" pitchFamily="2" charset="-122"/>
                <a:sym typeface="+mn-ea"/>
              </a:rPr>
              <a:t>展望</a:t>
            </a:r>
            <a:endParaRPr lang="zh-CN" altLang="en-US"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9</a:t>
            </a:fld>
            <a:endParaRPr lang="zh-CN" altLang="en-US"/>
          </a:p>
        </p:txBody>
      </p:sp>
      <p:sp>
        <p:nvSpPr>
          <p:cNvPr id="6" name="文本框 5">
            <a:extLst>
              <a:ext uri="{FF2B5EF4-FFF2-40B4-BE49-F238E27FC236}">
                <a16:creationId xmlns:a16="http://schemas.microsoft.com/office/drawing/2014/main" id="{603B0BE6-45D4-49E9-BE50-F7C6D79E2571}"/>
              </a:ext>
            </a:extLst>
          </p:cNvPr>
          <p:cNvSpPr txBox="1"/>
          <p:nvPr/>
        </p:nvSpPr>
        <p:spPr>
          <a:xfrm>
            <a:off x="1474237" y="908470"/>
            <a:ext cx="9171992" cy="369332"/>
          </a:xfrm>
          <a:prstGeom prst="rect">
            <a:avLst/>
          </a:prstGeom>
          <a:noFill/>
        </p:spPr>
        <p:txBody>
          <a:bodyPr wrap="square">
            <a:spAutoFit/>
          </a:bodyPr>
          <a:lstStyle/>
          <a:p>
            <a:r>
              <a:rPr lang="zh-CN" altLang="en-US" sz="1800" dirty="0"/>
              <a:t>后面</a:t>
            </a:r>
            <a:r>
              <a:rPr lang="en-US" altLang="zh-CN" sz="1800" dirty="0"/>
              <a:t>3-6</a:t>
            </a:r>
            <a:r>
              <a:rPr lang="zh-CN" altLang="en-US" sz="1800" dirty="0"/>
              <a:t>个月的工作计划，对后续个人发展的规划</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10</a:t>
            </a:fld>
            <a:endParaRPr lang="zh-CN" altLang="en-US"/>
          </a:p>
        </p:txBody>
      </p:sp>
      <p:sp>
        <p:nvSpPr>
          <p:cNvPr id="7" name="标题 6">
            <a:extLst>
              <a:ext uri="{FF2B5EF4-FFF2-40B4-BE49-F238E27FC236}">
                <a16:creationId xmlns:a16="http://schemas.microsoft.com/office/drawing/2014/main" id="{E04710D3-C34A-404F-9B72-C44462861EB4}"/>
              </a:ext>
            </a:extLst>
          </p:cNvPr>
          <p:cNvSpPr>
            <a:spLocks noGrp="1"/>
          </p:cNvSpPr>
          <p:nvPr>
            <p:ph type="title"/>
          </p:nvPr>
        </p:nvSpPr>
        <p:spPr/>
        <p:txBody>
          <a:bodyPr/>
          <a:lstStyle/>
          <a:p>
            <a:r>
              <a:rPr lang="en-US" altLang="zh-CN" dirty="0"/>
              <a:t>5</a:t>
            </a:r>
            <a:r>
              <a:rPr lang="zh-CN" altLang="en-US" dirty="0"/>
              <a:t>、对公司和部门的意见和建议</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形 8">
            <a:extLst>
              <a:ext uri="{FF2B5EF4-FFF2-40B4-BE49-F238E27FC236}">
                <a16:creationId xmlns:a16="http://schemas.microsoft.com/office/drawing/2014/main" id="{0ABC3076-E885-D848-AAF1-6B433CED92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04238" y="4271281"/>
            <a:ext cx="5783523" cy="278054"/>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e36df2c5-b229-45ee-a5b1-3c8af6566644"/>
</p:tagLst>
</file>

<file path=ppt/tags/tag2.xml><?xml version="1.0" encoding="utf-8"?>
<p:tagLst xmlns:a="http://schemas.openxmlformats.org/drawingml/2006/main" xmlns:r="http://schemas.openxmlformats.org/officeDocument/2006/relationships" xmlns:p="http://schemas.openxmlformats.org/presentationml/2006/main">
  <p:tag name="ISLIDE.DIAGRAM" val="204291"/>
</p:tagLst>
</file>

<file path=ppt/tags/tag3.xml><?xml version="1.0" encoding="utf-8"?>
<p:tagLst xmlns:a="http://schemas.openxmlformats.org/drawingml/2006/main" xmlns:r="http://schemas.openxmlformats.org/officeDocument/2006/relationships" xmlns:p="http://schemas.openxmlformats.org/presentationml/2006/main">
  <p:tag name="ISLIDE.DIAGRAM" val="204291"/>
</p:tagLst>
</file>

<file path=ppt/tags/tag4.xml><?xml version="1.0" encoding="utf-8"?>
<p:tagLst xmlns:a="http://schemas.openxmlformats.org/drawingml/2006/main" xmlns:r="http://schemas.openxmlformats.org/officeDocument/2006/relationships" xmlns:p="http://schemas.openxmlformats.org/presentationml/2006/main">
  <p:tag name="ISLIDE.DIAGRAM" val="204291"/>
</p:tagLst>
</file>

<file path=ppt/tags/tag5.xml><?xml version="1.0" encoding="utf-8"?>
<p:tagLst xmlns:a="http://schemas.openxmlformats.org/drawingml/2006/main" xmlns:r="http://schemas.openxmlformats.org/officeDocument/2006/relationships" xmlns:p="http://schemas.openxmlformats.org/presentationml/2006/main">
  <p:tag name="ISLIDE.DIAGRAM" val="204291"/>
</p:tagLst>
</file>

<file path=ppt/tags/tag6.xml><?xml version="1.0" encoding="utf-8"?>
<p:tagLst xmlns:a="http://schemas.openxmlformats.org/drawingml/2006/main" xmlns:r="http://schemas.openxmlformats.org/officeDocument/2006/relationships" xmlns:p="http://schemas.openxmlformats.org/presentationml/2006/main">
  <p:tag name="ISLIDE.DIAGRAM" val="204291"/>
</p:tagLst>
</file>

<file path=ppt/theme/theme1.xml><?xml version="1.0" encoding="utf-8"?>
<a:theme xmlns:a="http://schemas.openxmlformats.org/drawingml/2006/main" name="封面">
  <a:themeElements>
    <a:clrScheme name="宝兰德色彩">
      <a:dk1>
        <a:srgbClr val="000000"/>
      </a:dk1>
      <a:lt1>
        <a:srgbClr val="FFFFFF"/>
      </a:lt1>
      <a:dk2>
        <a:srgbClr val="768394"/>
      </a:dk2>
      <a:lt2>
        <a:srgbClr val="F0F0F0"/>
      </a:lt2>
      <a:accent1>
        <a:srgbClr val="134896"/>
      </a:accent1>
      <a:accent2>
        <a:srgbClr val="5D7FB7"/>
      </a:accent2>
      <a:accent3>
        <a:srgbClr val="0588FF"/>
      </a:accent3>
      <a:accent4>
        <a:srgbClr val="214463"/>
      </a:accent4>
      <a:accent5>
        <a:srgbClr val="97AED1"/>
      </a:accent5>
      <a:accent6>
        <a:srgbClr val="818E96"/>
      </a:accent6>
      <a:hlink>
        <a:srgbClr val="00A2FF"/>
      </a:hlink>
      <a:folHlink>
        <a:srgbClr val="E5E7E9"/>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封面">
  <a:themeElements>
    <a:clrScheme name="宝兰德色彩">
      <a:dk1>
        <a:srgbClr val="000000"/>
      </a:dk1>
      <a:lt1>
        <a:srgbClr val="FFFFFF"/>
      </a:lt1>
      <a:dk2>
        <a:srgbClr val="768394"/>
      </a:dk2>
      <a:lt2>
        <a:srgbClr val="F0F0F0"/>
      </a:lt2>
      <a:accent1>
        <a:srgbClr val="134896"/>
      </a:accent1>
      <a:accent2>
        <a:srgbClr val="5D7FB7"/>
      </a:accent2>
      <a:accent3>
        <a:srgbClr val="0588FF"/>
      </a:accent3>
      <a:accent4>
        <a:srgbClr val="214463"/>
      </a:accent4>
      <a:accent5>
        <a:srgbClr val="97AED1"/>
      </a:accent5>
      <a:accent6>
        <a:srgbClr val="818E96"/>
      </a:accent6>
      <a:hlink>
        <a:srgbClr val="00A2FF"/>
      </a:hlink>
      <a:folHlink>
        <a:srgbClr val="E5E7E9"/>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封面">
  <a:themeElements>
    <a:clrScheme name="宝兰德色彩">
      <a:dk1>
        <a:srgbClr val="000000"/>
      </a:dk1>
      <a:lt1>
        <a:srgbClr val="FFFFFF"/>
      </a:lt1>
      <a:dk2>
        <a:srgbClr val="768394"/>
      </a:dk2>
      <a:lt2>
        <a:srgbClr val="F0F0F0"/>
      </a:lt2>
      <a:accent1>
        <a:srgbClr val="134896"/>
      </a:accent1>
      <a:accent2>
        <a:srgbClr val="5D7FB7"/>
      </a:accent2>
      <a:accent3>
        <a:srgbClr val="0588FF"/>
      </a:accent3>
      <a:accent4>
        <a:srgbClr val="214463"/>
      </a:accent4>
      <a:accent5>
        <a:srgbClr val="97AED1"/>
      </a:accent5>
      <a:accent6>
        <a:srgbClr val="818E96"/>
      </a:accent6>
      <a:hlink>
        <a:srgbClr val="00A2FF"/>
      </a:hlink>
      <a:folHlink>
        <a:srgbClr val="E5E7E9"/>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封面">
  <a:themeElements>
    <a:clrScheme name="宝兰德色彩">
      <a:dk1>
        <a:srgbClr val="000000"/>
      </a:dk1>
      <a:lt1>
        <a:srgbClr val="FFFFFF"/>
      </a:lt1>
      <a:dk2>
        <a:srgbClr val="768394"/>
      </a:dk2>
      <a:lt2>
        <a:srgbClr val="F0F0F0"/>
      </a:lt2>
      <a:accent1>
        <a:srgbClr val="134896"/>
      </a:accent1>
      <a:accent2>
        <a:srgbClr val="5D7FB7"/>
      </a:accent2>
      <a:accent3>
        <a:srgbClr val="0588FF"/>
      </a:accent3>
      <a:accent4>
        <a:srgbClr val="214463"/>
      </a:accent4>
      <a:accent5>
        <a:srgbClr val="97AED1"/>
      </a:accent5>
      <a:accent6>
        <a:srgbClr val="818E96"/>
      </a:accent6>
      <a:hlink>
        <a:srgbClr val="00A2FF"/>
      </a:hlink>
      <a:folHlink>
        <a:srgbClr val="E5E7E9"/>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封面">
  <a:themeElements>
    <a:clrScheme name="宝兰德色彩">
      <a:dk1>
        <a:srgbClr val="000000"/>
      </a:dk1>
      <a:lt1>
        <a:srgbClr val="FFFFFF"/>
      </a:lt1>
      <a:dk2>
        <a:srgbClr val="768394"/>
      </a:dk2>
      <a:lt2>
        <a:srgbClr val="F0F0F0"/>
      </a:lt2>
      <a:accent1>
        <a:srgbClr val="134896"/>
      </a:accent1>
      <a:accent2>
        <a:srgbClr val="5D7FB7"/>
      </a:accent2>
      <a:accent3>
        <a:srgbClr val="0588FF"/>
      </a:accent3>
      <a:accent4>
        <a:srgbClr val="214463"/>
      </a:accent4>
      <a:accent5>
        <a:srgbClr val="97AED1"/>
      </a:accent5>
      <a:accent6>
        <a:srgbClr val="818E96"/>
      </a:accent6>
      <a:hlink>
        <a:srgbClr val="00A2FF"/>
      </a:hlink>
      <a:folHlink>
        <a:srgbClr val="E5E7E9"/>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239</Words>
  <Application>Microsoft Office PowerPoint</Application>
  <PresentationFormat>宽屏</PresentationFormat>
  <Paragraphs>39</Paragraphs>
  <Slides>11</Slides>
  <Notes>1</Notes>
  <HiddenSlides>0</HiddenSlides>
  <MMClips>0</MMClips>
  <ScaleCrop>false</ScaleCrop>
  <HeadingPairs>
    <vt:vector size="6" baseType="variant">
      <vt:variant>
        <vt:lpstr>已用的字体</vt:lpstr>
      </vt:variant>
      <vt:variant>
        <vt:i4>7</vt:i4>
      </vt:variant>
      <vt:variant>
        <vt:lpstr>主题</vt:lpstr>
      </vt:variant>
      <vt:variant>
        <vt:i4>5</vt:i4>
      </vt:variant>
      <vt:variant>
        <vt:lpstr>幻灯片标题</vt:lpstr>
      </vt:variant>
      <vt:variant>
        <vt:i4>11</vt:i4>
      </vt:variant>
    </vt:vector>
  </HeadingPairs>
  <TitlesOfParts>
    <vt:vector size="23" baseType="lpstr">
      <vt:lpstr>思源黑体</vt:lpstr>
      <vt:lpstr>思源黑体 CN</vt:lpstr>
      <vt:lpstr>思源黑体 CN Normal</vt:lpstr>
      <vt:lpstr>宋体</vt:lpstr>
      <vt:lpstr>微软雅黑 Light</vt:lpstr>
      <vt:lpstr>Arial</vt:lpstr>
      <vt:lpstr>Calibri</vt:lpstr>
      <vt:lpstr>封面</vt:lpstr>
      <vt:lpstr>1_封面</vt:lpstr>
      <vt:lpstr>2_封面</vt:lpstr>
      <vt:lpstr>3_封面</vt:lpstr>
      <vt:lpstr>4_封面</vt:lpstr>
      <vt:lpstr>PowerPoint 演示文稿</vt:lpstr>
      <vt:lpstr>PowerPoint 演示文稿</vt:lpstr>
      <vt:lpstr>1、自我介绍</vt:lpstr>
      <vt:lpstr>2、工作经历</vt:lpstr>
      <vt:lpstr>3入职后的主要工作</vt:lpstr>
      <vt:lpstr>3.1 主要工作成果</vt:lpstr>
      <vt:lpstr>3.2 产品知识掌握情况</vt:lpstr>
      <vt:lpstr>3.3 制度遵守</vt:lpstr>
      <vt:lpstr>4、工作的规划/展望</vt:lpstr>
      <vt:lpstr>5、对公司和部门的意见和建议</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che You</cp:lastModifiedBy>
  <cp:revision>423</cp:revision>
  <cp:lastPrinted>2018-04-12T16:00:00Z</cp:lastPrinted>
  <dcterms:created xsi:type="dcterms:W3CDTF">2018-04-12T16:00:00Z</dcterms:created>
  <dcterms:modified xsi:type="dcterms:W3CDTF">2026-02-27T03:05:05Z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2052-11.1.0.10578</vt:lpwstr>
  </property>
  <property fmtid="{D5CDD505-2E9C-101B-9397-08002B2CF9AE}" pid="4" name="ICV">
    <vt:lpwstr>FCC6211B1AE34F619C95CBB8A7E3FB85</vt:lpwstr>
  </property>
</Properties>
</file>